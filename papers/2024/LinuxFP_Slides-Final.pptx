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0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26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40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7"/>
  </p:notesMasterIdLst>
  <p:sldIdLst>
    <p:sldId id="256" r:id="rId2"/>
    <p:sldId id="341" r:id="rId3"/>
    <p:sldId id="448" r:id="rId4"/>
    <p:sldId id="364" r:id="rId5"/>
    <p:sldId id="362" r:id="rId6"/>
    <p:sldId id="361" r:id="rId7"/>
    <p:sldId id="366" r:id="rId8"/>
    <p:sldId id="368" r:id="rId9"/>
    <p:sldId id="367" r:id="rId10"/>
    <p:sldId id="378" r:id="rId11"/>
    <p:sldId id="375" r:id="rId12"/>
    <p:sldId id="369" r:id="rId13"/>
    <p:sldId id="449" r:id="rId14"/>
    <p:sldId id="450" r:id="rId15"/>
    <p:sldId id="371" r:id="rId16"/>
    <p:sldId id="451" r:id="rId17"/>
    <p:sldId id="372" r:id="rId18"/>
    <p:sldId id="452" r:id="rId19"/>
    <p:sldId id="376" r:id="rId20"/>
    <p:sldId id="453" r:id="rId21"/>
    <p:sldId id="455" r:id="rId22"/>
    <p:sldId id="456" r:id="rId23"/>
    <p:sldId id="457" r:id="rId24"/>
    <p:sldId id="348" r:id="rId25"/>
    <p:sldId id="351" r:id="rId26"/>
    <p:sldId id="350" r:id="rId27"/>
    <p:sldId id="354" r:id="rId28"/>
    <p:sldId id="355" r:id="rId29"/>
    <p:sldId id="427" r:id="rId30"/>
    <p:sldId id="459" r:id="rId31"/>
    <p:sldId id="458" r:id="rId32"/>
    <p:sldId id="356" r:id="rId33"/>
    <p:sldId id="357" r:id="rId34"/>
    <p:sldId id="358" r:id="rId35"/>
    <p:sldId id="359" r:id="rId36"/>
    <p:sldId id="460" r:id="rId37"/>
    <p:sldId id="462" r:id="rId38"/>
    <p:sldId id="379" r:id="rId39"/>
    <p:sldId id="360" r:id="rId40"/>
    <p:sldId id="461" r:id="rId41"/>
    <p:sldId id="464" r:id="rId42"/>
    <p:sldId id="466" r:id="rId43"/>
    <p:sldId id="467" r:id="rId44"/>
    <p:sldId id="468" r:id="rId45"/>
    <p:sldId id="465" r:id="rId46"/>
    <p:sldId id="380" r:id="rId47"/>
    <p:sldId id="383" r:id="rId48"/>
    <p:sldId id="381" r:id="rId49"/>
    <p:sldId id="382" r:id="rId50"/>
    <p:sldId id="431" r:id="rId51"/>
    <p:sldId id="387" r:id="rId52"/>
    <p:sldId id="389" r:id="rId53"/>
    <p:sldId id="394" r:id="rId54"/>
    <p:sldId id="393" r:id="rId55"/>
    <p:sldId id="395" r:id="rId56"/>
    <p:sldId id="471" r:id="rId57"/>
    <p:sldId id="472" r:id="rId58"/>
    <p:sldId id="473" r:id="rId59"/>
    <p:sldId id="266" r:id="rId60"/>
    <p:sldId id="398" r:id="rId61"/>
    <p:sldId id="259" r:id="rId62"/>
    <p:sldId id="414" r:id="rId63"/>
    <p:sldId id="405" r:id="rId64"/>
    <p:sldId id="407" r:id="rId65"/>
    <p:sldId id="409" r:id="rId66"/>
    <p:sldId id="408" r:id="rId67"/>
    <p:sldId id="411" r:id="rId68"/>
    <p:sldId id="410" r:id="rId69"/>
    <p:sldId id="412" r:id="rId70"/>
    <p:sldId id="470" r:id="rId71"/>
    <p:sldId id="476" r:id="rId72"/>
    <p:sldId id="474" r:id="rId73"/>
    <p:sldId id="481" r:id="rId74"/>
    <p:sldId id="401" r:id="rId75"/>
    <p:sldId id="402" r:id="rId76"/>
    <p:sldId id="423" r:id="rId77"/>
    <p:sldId id="428" r:id="rId78"/>
    <p:sldId id="403" r:id="rId79"/>
    <p:sldId id="424" r:id="rId80"/>
    <p:sldId id="425" r:id="rId81"/>
    <p:sldId id="426" r:id="rId82"/>
    <p:sldId id="283" r:id="rId83"/>
    <p:sldId id="429" r:id="rId84"/>
    <p:sldId id="469" r:id="rId85"/>
    <p:sldId id="430" r:id="rId8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D1E9F4-9C1F-D243-9201-3B6C43B2A723}" v="327" dt="2024-07-25T02:52:24.4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21"/>
    <p:restoredTop sz="83588"/>
  </p:normalViewPr>
  <p:slideViewPr>
    <p:cSldViewPr snapToGrid="0">
      <p:cViewPr varScale="1">
        <p:scale>
          <a:sx n="124" d="100"/>
          <a:sy n="124" d="100"/>
        </p:scale>
        <p:origin x="11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microsoft.com/office/2015/10/relationships/revisionInfo" Target="revisionInfo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31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31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31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31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31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31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31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4AF90-6628-ED4F-BEDB-57324500AB17}" type="doc">
      <dgm:prSet loTypeId="urn:microsoft.com/office/officeart/2008/layout/HexagonCluster" loCatId="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4839B8BD-58C0-F044-A81B-1BE582A34CE7}">
      <dgm:prSet phldrT="[Text]"/>
      <dgm:spPr/>
      <dgm:t>
        <a:bodyPr/>
        <a:lstStyle/>
        <a:p>
          <a:r>
            <a:rPr lang="en-US" dirty="0"/>
            <a:t>FRR</a:t>
          </a:r>
        </a:p>
      </dgm:t>
    </dgm:pt>
    <dgm:pt modelId="{ED385622-9699-AE4A-A543-C6257114B90F}" type="parTrans" cxnId="{AB025C52-D06E-BE44-8B34-7EEEDFAD57FA}">
      <dgm:prSet/>
      <dgm:spPr/>
      <dgm:t>
        <a:bodyPr/>
        <a:lstStyle/>
        <a:p>
          <a:endParaRPr lang="en-US"/>
        </a:p>
      </dgm:t>
    </dgm:pt>
    <dgm:pt modelId="{255FEB90-81D1-0849-B5A7-E988AA9CC264}" type="sibTrans" cxnId="{AB025C52-D06E-BE44-8B34-7EEEDFAD57FA}">
      <dgm:prSet/>
      <dgm:spPr/>
      <dgm:t>
        <a:bodyPr/>
        <a:lstStyle/>
        <a:p>
          <a:endParaRPr lang="en-US"/>
        </a:p>
      </dgm:t>
    </dgm:pt>
    <dgm:pt modelId="{3E17EA25-C951-634F-A02C-0645913DE993}">
      <dgm:prSet phldrT="[Text]"/>
      <dgm:spPr/>
      <dgm:t>
        <a:bodyPr/>
        <a:lstStyle/>
        <a:p>
          <a:r>
            <a:rPr lang="en-US" dirty="0"/>
            <a:t>iproute2</a:t>
          </a:r>
        </a:p>
      </dgm:t>
    </dgm:pt>
    <dgm:pt modelId="{D7AB4DA9-1313-934F-9A6C-FCB134EA5355}" type="parTrans" cxnId="{22185849-3C6B-914E-AE61-1F86EC18AC4C}">
      <dgm:prSet/>
      <dgm:spPr/>
      <dgm:t>
        <a:bodyPr/>
        <a:lstStyle/>
        <a:p>
          <a:endParaRPr lang="en-US"/>
        </a:p>
      </dgm:t>
    </dgm:pt>
    <dgm:pt modelId="{59327249-3A97-F94D-AD17-443FD8AC9857}" type="sibTrans" cxnId="{22185849-3C6B-914E-AE61-1F86EC18AC4C}">
      <dgm:prSet/>
      <dgm:spPr/>
      <dgm:t>
        <a:bodyPr/>
        <a:lstStyle/>
        <a:p>
          <a:endParaRPr lang="en-US"/>
        </a:p>
      </dgm:t>
    </dgm:pt>
    <dgm:pt modelId="{0131143A-DFBB-6549-A86B-7A96E8C14F3D}">
      <dgm:prSet phldrT="[Text]"/>
      <dgm:spPr/>
      <dgm:t>
        <a:bodyPr/>
        <a:lstStyle/>
        <a:p>
          <a:r>
            <a:rPr lang="en-US" dirty="0"/>
            <a:t>Kubernetes CNI Plugins</a:t>
          </a:r>
        </a:p>
      </dgm:t>
    </dgm:pt>
    <dgm:pt modelId="{30337542-1279-0C4C-B99F-65B215A5C53A}" type="parTrans" cxnId="{DE39B5D4-29C5-8E4D-9307-49674C77ED49}">
      <dgm:prSet/>
      <dgm:spPr/>
      <dgm:t>
        <a:bodyPr/>
        <a:lstStyle/>
        <a:p>
          <a:endParaRPr lang="en-US"/>
        </a:p>
      </dgm:t>
    </dgm:pt>
    <dgm:pt modelId="{AB311683-3A18-A445-90E3-0C890A8BFB8D}" type="sibTrans" cxnId="{DE39B5D4-29C5-8E4D-9307-49674C77ED49}">
      <dgm:prSet/>
      <dgm:spPr/>
      <dgm:t>
        <a:bodyPr/>
        <a:lstStyle/>
        <a:p>
          <a:endParaRPr lang="en-US"/>
        </a:p>
      </dgm:t>
    </dgm:pt>
    <dgm:pt modelId="{5C85679A-46B0-DD44-94B6-684689C5B466}">
      <dgm:prSet phldrT="[Text]"/>
      <dgm:spPr/>
      <dgm:t>
        <a:bodyPr/>
        <a:lstStyle/>
        <a:p>
          <a:r>
            <a:rPr lang="en-US" dirty="0"/>
            <a:t>Ansible</a:t>
          </a:r>
        </a:p>
      </dgm:t>
    </dgm:pt>
    <dgm:pt modelId="{219B6921-0FB0-5244-A476-B12C25D7EECE}" type="parTrans" cxnId="{129B1459-C3C3-004E-B2EB-AFFB283389A0}">
      <dgm:prSet/>
      <dgm:spPr/>
      <dgm:t>
        <a:bodyPr/>
        <a:lstStyle/>
        <a:p>
          <a:endParaRPr lang="en-US"/>
        </a:p>
      </dgm:t>
    </dgm:pt>
    <dgm:pt modelId="{896A35B1-BE7E-7243-A74D-389A38DA334D}" type="sibTrans" cxnId="{129B1459-C3C3-004E-B2EB-AFFB283389A0}">
      <dgm:prSet/>
      <dgm:spPr/>
      <dgm:t>
        <a:bodyPr/>
        <a:lstStyle/>
        <a:p>
          <a:endParaRPr lang="en-US"/>
        </a:p>
      </dgm:t>
    </dgm:pt>
    <dgm:pt modelId="{6C022A1A-1E26-E846-A6A3-899E59D0AE0E}">
      <dgm:prSet phldrT="[Text]"/>
      <dgm:spPr/>
      <dgm:t>
        <a:bodyPr/>
        <a:lstStyle/>
        <a:p>
          <a:r>
            <a:rPr lang="en-US" dirty="0"/>
            <a:t>Docker</a:t>
          </a:r>
        </a:p>
      </dgm:t>
    </dgm:pt>
    <dgm:pt modelId="{EAF6F729-066C-6E44-A362-FF9D9623BE3A}" type="parTrans" cxnId="{C6856482-B057-8743-BDF9-14676B6A698A}">
      <dgm:prSet/>
      <dgm:spPr/>
      <dgm:t>
        <a:bodyPr/>
        <a:lstStyle/>
        <a:p>
          <a:endParaRPr lang="en-US"/>
        </a:p>
      </dgm:t>
    </dgm:pt>
    <dgm:pt modelId="{FB72B3D4-9B11-E246-9BD4-6D87797FC4BA}" type="sibTrans" cxnId="{C6856482-B057-8743-BDF9-14676B6A698A}">
      <dgm:prSet/>
      <dgm:spPr/>
      <dgm:t>
        <a:bodyPr/>
        <a:lstStyle/>
        <a:p>
          <a:endParaRPr lang="en-US"/>
        </a:p>
      </dgm:t>
    </dgm:pt>
    <dgm:pt modelId="{E62959D6-5DA4-4E4B-BC59-2D1CF8503A42}">
      <dgm:prSet phldrT="[Text]"/>
      <dgm:spPr/>
      <dgm:t>
        <a:bodyPr/>
        <a:lstStyle/>
        <a:p>
          <a:r>
            <a:rPr lang="en-US" dirty="0" err="1"/>
            <a:t>brctl</a:t>
          </a:r>
          <a:endParaRPr lang="en-US" dirty="0"/>
        </a:p>
      </dgm:t>
    </dgm:pt>
    <dgm:pt modelId="{6B1AAC47-1610-E44B-ADB4-DCC676AAFCFC}" type="parTrans" cxnId="{B6EF2796-F849-364E-B4C5-1ADEB9A85463}">
      <dgm:prSet/>
      <dgm:spPr/>
      <dgm:t>
        <a:bodyPr/>
        <a:lstStyle/>
        <a:p>
          <a:endParaRPr lang="en-US"/>
        </a:p>
      </dgm:t>
    </dgm:pt>
    <dgm:pt modelId="{1BDA0575-04A5-1E42-BD67-3B50801F78DF}" type="sibTrans" cxnId="{B6EF2796-F849-364E-B4C5-1ADEB9A85463}">
      <dgm:prSet/>
      <dgm:spPr/>
      <dgm:t>
        <a:bodyPr/>
        <a:lstStyle/>
        <a:p>
          <a:endParaRPr lang="en-US"/>
        </a:p>
      </dgm:t>
    </dgm:pt>
    <dgm:pt modelId="{F23864C7-FE9E-F946-ADB3-352BC8B160AF}">
      <dgm:prSet phldrT="[Text]"/>
      <dgm:spPr/>
      <dgm:t>
        <a:bodyPr/>
        <a:lstStyle/>
        <a:p>
          <a:r>
            <a:rPr lang="en-US" dirty="0" err="1"/>
            <a:t>netlink</a:t>
          </a:r>
          <a:endParaRPr lang="en-US" dirty="0"/>
        </a:p>
      </dgm:t>
    </dgm:pt>
    <dgm:pt modelId="{9678E30A-988D-5642-8CC5-C4ACD7F4603F}" type="parTrans" cxnId="{713D4233-975E-9E4A-8852-38D10B23DFEA}">
      <dgm:prSet/>
      <dgm:spPr/>
      <dgm:t>
        <a:bodyPr/>
        <a:lstStyle/>
        <a:p>
          <a:endParaRPr lang="en-US"/>
        </a:p>
      </dgm:t>
    </dgm:pt>
    <dgm:pt modelId="{499AD9C7-3410-DA48-9D04-05BF431563BB}" type="sibTrans" cxnId="{713D4233-975E-9E4A-8852-38D10B23DFEA}">
      <dgm:prSet/>
      <dgm:spPr/>
      <dgm:t>
        <a:bodyPr/>
        <a:lstStyle/>
        <a:p>
          <a:endParaRPr lang="en-US"/>
        </a:p>
      </dgm:t>
    </dgm:pt>
    <dgm:pt modelId="{E500C2AE-C400-AE49-8925-858D1576D06A}" type="pres">
      <dgm:prSet presAssocID="{84B4AF90-6628-ED4F-BEDB-57324500AB17}" presName="Name0" presStyleCnt="0">
        <dgm:presLayoutVars>
          <dgm:chMax val="21"/>
          <dgm:chPref val="21"/>
        </dgm:presLayoutVars>
      </dgm:prSet>
      <dgm:spPr/>
    </dgm:pt>
    <dgm:pt modelId="{84E506EF-4574-0342-B18A-96002481FBF3}" type="pres">
      <dgm:prSet presAssocID="{4839B8BD-58C0-F044-A81B-1BE582A34CE7}" presName="text1" presStyleCnt="0"/>
      <dgm:spPr/>
    </dgm:pt>
    <dgm:pt modelId="{957C20A8-2A8D-9E47-A12C-235C1D3D9B07}" type="pres">
      <dgm:prSet presAssocID="{4839B8BD-58C0-F044-A81B-1BE582A34CE7}" presName="textRepeatNode" presStyleLbl="alignNode1" presStyleIdx="0" presStyleCnt="7">
        <dgm:presLayoutVars>
          <dgm:chMax val="0"/>
          <dgm:chPref val="0"/>
          <dgm:bulletEnabled val="1"/>
        </dgm:presLayoutVars>
      </dgm:prSet>
      <dgm:spPr/>
    </dgm:pt>
    <dgm:pt modelId="{4088B624-0F61-D841-B504-D6EBB3C56F04}" type="pres">
      <dgm:prSet presAssocID="{4839B8BD-58C0-F044-A81B-1BE582A34CE7}" presName="textaccent1" presStyleCnt="0"/>
      <dgm:spPr/>
    </dgm:pt>
    <dgm:pt modelId="{B6C2DABB-B342-CF4A-BE09-2297C2CD0710}" type="pres">
      <dgm:prSet presAssocID="{4839B8BD-58C0-F044-A81B-1BE582A34CE7}" presName="accentRepeatNode" presStyleLbl="solidAlignAcc1" presStyleIdx="0" presStyleCnt="14"/>
      <dgm:spPr/>
    </dgm:pt>
    <dgm:pt modelId="{94BEAF8B-4EDF-4448-9C68-EBB840C727B7}" type="pres">
      <dgm:prSet presAssocID="{255FEB90-81D1-0849-B5A7-E988AA9CC264}" presName="image1" presStyleCnt="0"/>
      <dgm:spPr/>
    </dgm:pt>
    <dgm:pt modelId="{BFF4B0F9-2EB6-314B-9A21-0F99E86B9A5D}" type="pres">
      <dgm:prSet presAssocID="{255FEB90-81D1-0849-B5A7-E988AA9CC264}" presName="imageRepeatNode" presStyleLbl="alignAcc1" presStyleIdx="0" presStyleCnt="7"/>
      <dgm:spPr/>
    </dgm:pt>
    <dgm:pt modelId="{0DB2FBB5-B33B-6140-995C-AC3FE62DB4D4}" type="pres">
      <dgm:prSet presAssocID="{255FEB90-81D1-0849-B5A7-E988AA9CC264}" presName="imageaccent1" presStyleCnt="0"/>
      <dgm:spPr/>
    </dgm:pt>
    <dgm:pt modelId="{CAC57CBA-1B6B-D94E-A4A2-AB221FED547A}" type="pres">
      <dgm:prSet presAssocID="{255FEB90-81D1-0849-B5A7-E988AA9CC264}" presName="accentRepeatNode" presStyleLbl="solidAlignAcc1" presStyleIdx="1" presStyleCnt="14"/>
      <dgm:spPr/>
    </dgm:pt>
    <dgm:pt modelId="{9EF86AD5-816C-E047-84C8-D1AC447759CC}" type="pres">
      <dgm:prSet presAssocID="{3E17EA25-C951-634F-A02C-0645913DE993}" presName="text2" presStyleCnt="0"/>
      <dgm:spPr/>
    </dgm:pt>
    <dgm:pt modelId="{A1A4350B-85C1-F844-B917-77E464CB823B}" type="pres">
      <dgm:prSet presAssocID="{3E17EA25-C951-634F-A02C-0645913DE993}" presName="textRepeatNode" presStyleLbl="alignNode1" presStyleIdx="1" presStyleCnt="7">
        <dgm:presLayoutVars>
          <dgm:chMax val="0"/>
          <dgm:chPref val="0"/>
          <dgm:bulletEnabled val="1"/>
        </dgm:presLayoutVars>
      </dgm:prSet>
      <dgm:spPr/>
    </dgm:pt>
    <dgm:pt modelId="{15572753-3AD6-2D48-A244-8DA700BA214B}" type="pres">
      <dgm:prSet presAssocID="{3E17EA25-C951-634F-A02C-0645913DE993}" presName="textaccent2" presStyleCnt="0"/>
      <dgm:spPr/>
    </dgm:pt>
    <dgm:pt modelId="{45BCEE99-84C0-9C41-B1B6-F3291DDF7FFA}" type="pres">
      <dgm:prSet presAssocID="{3E17EA25-C951-634F-A02C-0645913DE993}" presName="accentRepeatNode" presStyleLbl="solidAlignAcc1" presStyleIdx="2" presStyleCnt="14"/>
      <dgm:spPr/>
    </dgm:pt>
    <dgm:pt modelId="{8A738B60-7074-0548-B864-D5E1E5695CA9}" type="pres">
      <dgm:prSet presAssocID="{59327249-3A97-F94D-AD17-443FD8AC9857}" presName="image2" presStyleCnt="0"/>
      <dgm:spPr/>
    </dgm:pt>
    <dgm:pt modelId="{2F1DE4E3-DD3E-194D-9656-FDDA42761AFC}" type="pres">
      <dgm:prSet presAssocID="{59327249-3A97-F94D-AD17-443FD8AC9857}" presName="imageRepeatNode" presStyleLbl="alignAcc1" presStyleIdx="1" presStyleCnt="7"/>
      <dgm:spPr/>
    </dgm:pt>
    <dgm:pt modelId="{5E089A3C-7832-F34C-ACA7-8049A7269B93}" type="pres">
      <dgm:prSet presAssocID="{59327249-3A97-F94D-AD17-443FD8AC9857}" presName="imageaccent2" presStyleCnt="0"/>
      <dgm:spPr/>
    </dgm:pt>
    <dgm:pt modelId="{A3AC4671-DA16-4E48-B341-CAE05203BAA3}" type="pres">
      <dgm:prSet presAssocID="{59327249-3A97-F94D-AD17-443FD8AC9857}" presName="accentRepeatNode" presStyleLbl="solidAlignAcc1" presStyleIdx="3" presStyleCnt="14"/>
      <dgm:spPr/>
    </dgm:pt>
    <dgm:pt modelId="{A54DA371-E661-1C49-B2B4-802E0439F97F}" type="pres">
      <dgm:prSet presAssocID="{0131143A-DFBB-6549-A86B-7A96E8C14F3D}" presName="text3" presStyleCnt="0"/>
      <dgm:spPr/>
    </dgm:pt>
    <dgm:pt modelId="{EDAB9352-D858-294F-8300-84091205AA6B}" type="pres">
      <dgm:prSet presAssocID="{0131143A-DFBB-6549-A86B-7A96E8C14F3D}" presName="textRepeatNode" presStyleLbl="alignNode1" presStyleIdx="2" presStyleCnt="7">
        <dgm:presLayoutVars>
          <dgm:chMax val="0"/>
          <dgm:chPref val="0"/>
          <dgm:bulletEnabled val="1"/>
        </dgm:presLayoutVars>
      </dgm:prSet>
      <dgm:spPr/>
    </dgm:pt>
    <dgm:pt modelId="{34BCD9A9-C6A1-5B4D-AEAE-C1C7BAA3261F}" type="pres">
      <dgm:prSet presAssocID="{0131143A-DFBB-6549-A86B-7A96E8C14F3D}" presName="textaccent3" presStyleCnt="0"/>
      <dgm:spPr/>
    </dgm:pt>
    <dgm:pt modelId="{243CAE5D-D4D7-794A-9DB0-DD83FA1CACD5}" type="pres">
      <dgm:prSet presAssocID="{0131143A-DFBB-6549-A86B-7A96E8C14F3D}" presName="accentRepeatNode" presStyleLbl="solidAlignAcc1" presStyleIdx="4" presStyleCnt="14"/>
      <dgm:spPr/>
    </dgm:pt>
    <dgm:pt modelId="{AFE7A200-C741-E944-8728-5F3538DD0B9B}" type="pres">
      <dgm:prSet presAssocID="{AB311683-3A18-A445-90E3-0C890A8BFB8D}" presName="image3" presStyleCnt="0"/>
      <dgm:spPr/>
    </dgm:pt>
    <dgm:pt modelId="{3383FD9B-1046-9B4E-AB05-23F3D3C7EF1E}" type="pres">
      <dgm:prSet presAssocID="{AB311683-3A18-A445-90E3-0C890A8BFB8D}" presName="imageRepeatNode" presStyleLbl="alignAcc1" presStyleIdx="2" presStyleCnt="7"/>
      <dgm:spPr/>
    </dgm:pt>
    <dgm:pt modelId="{055ABAFF-7ADD-714A-8B75-5CC3795FA8CC}" type="pres">
      <dgm:prSet presAssocID="{AB311683-3A18-A445-90E3-0C890A8BFB8D}" presName="imageaccent3" presStyleCnt="0"/>
      <dgm:spPr/>
    </dgm:pt>
    <dgm:pt modelId="{7347AF0A-C0BF-E247-B5D1-A0A4F098BC0D}" type="pres">
      <dgm:prSet presAssocID="{AB311683-3A18-A445-90E3-0C890A8BFB8D}" presName="accentRepeatNode" presStyleLbl="solidAlignAcc1" presStyleIdx="5" presStyleCnt="14"/>
      <dgm:spPr/>
    </dgm:pt>
    <dgm:pt modelId="{A0764803-43DB-B641-869B-A0538D23CD8B}" type="pres">
      <dgm:prSet presAssocID="{5C85679A-46B0-DD44-94B6-684689C5B466}" presName="text4" presStyleCnt="0"/>
      <dgm:spPr/>
    </dgm:pt>
    <dgm:pt modelId="{000DC304-4770-884F-9D3B-5107B7049880}" type="pres">
      <dgm:prSet presAssocID="{5C85679A-46B0-DD44-94B6-684689C5B466}" presName="textRepeatNode" presStyleLbl="alignNode1" presStyleIdx="3" presStyleCnt="7">
        <dgm:presLayoutVars>
          <dgm:chMax val="0"/>
          <dgm:chPref val="0"/>
          <dgm:bulletEnabled val="1"/>
        </dgm:presLayoutVars>
      </dgm:prSet>
      <dgm:spPr/>
    </dgm:pt>
    <dgm:pt modelId="{A881F7EC-B9BF-324C-8F4E-8A909D6C56E2}" type="pres">
      <dgm:prSet presAssocID="{5C85679A-46B0-DD44-94B6-684689C5B466}" presName="textaccent4" presStyleCnt="0"/>
      <dgm:spPr/>
    </dgm:pt>
    <dgm:pt modelId="{F4D0F921-66F2-714B-A62A-13C5E1A05DD1}" type="pres">
      <dgm:prSet presAssocID="{5C85679A-46B0-DD44-94B6-684689C5B466}" presName="accentRepeatNode" presStyleLbl="solidAlignAcc1" presStyleIdx="6" presStyleCnt="14"/>
      <dgm:spPr/>
    </dgm:pt>
    <dgm:pt modelId="{0F6BD379-A7F5-AD4B-881A-82172ABC8247}" type="pres">
      <dgm:prSet presAssocID="{896A35B1-BE7E-7243-A74D-389A38DA334D}" presName="image4" presStyleCnt="0"/>
      <dgm:spPr/>
    </dgm:pt>
    <dgm:pt modelId="{29EC277D-6A00-9A4C-9C13-7AA72153F5D3}" type="pres">
      <dgm:prSet presAssocID="{896A35B1-BE7E-7243-A74D-389A38DA334D}" presName="imageRepeatNode" presStyleLbl="alignAcc1" presStyleIdx="3" presStyleCnt="7"/>
      <dgm:spPr/>
    </dgm:pt>
    <dgm:pt modelId="{AF48B837-F314-A44A-BE14-B2FE817368E2}" type="pres">
      <dgm:prSet presAssocID="{896A35B1-BE7E-7243-A74D-389A38DA334D}" presName="imageaccent4" presStyleCnt="0"/>
      <dgm:spPr/>
    </dgm:pt>
    <dgm:pt modelId="{519385F8-2636-5F4E-85EA-95E8C47A77A0}" type="pres">
      <dgm:prSet presAssocID="{896A35B1-BE7E-7243-A74D-389A38DA334D}" presName="accentRepeatNode" presStyleLbl="solidAlignAcc1" presStyleIdx="7" presStyleCnt="14"/>
      <dgm:spPr/>
    </dgm:pt>
    <dgm:pt modelId="{5CF9D92F-62AE-DB4B-ACBE-84740636F4C8}" type="pres">
      <dgm:prSet presAssocID="{6C022A1A-1E26-E846-A6A3-899E59D0AE0E}" presName="text5" presStyleCnt="0"/>
      <dgm:spPr/>
    </dgm:pt>
    <dgm:pt modelId="{ADCFFCD2-9A76-5D47-BB25-65385016D68F}" type="pres">
      <dgm:prSet presAssocID="{6C022A1A-1E26-E846-A6A3-899E59D0AE0E}" presName="textRepeatNode" presStyleLbl="alignNode1" presStyleIdx="4" presStyleCnt="7">
        <dgm:presLayoutVars>
          <dgm:chMax val="0"/>
          <dgm:chPref val="0"/>
          <dgm:bulletEnabled val="1"/>
        </dgm:presLayoutVars>
      </dgm:prSet>
      <dgm:spPr/>
    </dgm:pt>
    <dgm:pt modelId="{DE008D81-476F-6042-8147-0E9F6BA6D7C1}" type="pres">
      <dgm:prSet presAssocID="{6C022A1A-1E26-E846-A6A3-899E59D0AE0E}" presName="textaccent5" presStyleCnt="0"/>
      <dgm:spPr/>
    </dgm:pt>
    <dgm:pt modelId="{CF2107D1-7104-424D-97E1-175F35AC3546}" type="pres">
      <dgm:prSet presAssocID="{6C022A1A-1E26-E846-A6A3-899E59D0AE0E}" presName="accentRepeatNode" presStyleLbl="solidAlignAcc1" presStyleIdx="8" presStyleCnt="14"/>
      <dgm:spPr/>
    </dgm:pt>
    <dgm:pt modelId="{84A345CC-1B03-9D4A-AA43-117B9422F37B}" type="pres">
      <dgm:prSet presAssocID="{FB72B3D4-9B11-E246-9BD4-6D87797FC4BA}" presName="image5" presStyleCnt="0"/>
      <dgm:spPr/>
    </dgm:pt>
    <dgm:pt modelId="{00D2C051-668D-0942-A4D4-6E82C755AB1E}" type="pres">
      <dgm:prSet presAssocID="{FB72B3D4-9B11-E246-9BD4-6D87797FC4BA}" presName="imageRepeatNode" presStyleLbl="alignAcc1" presStyleIdx="4" presStyleCnt="7"/>
      <dgm:spPr/>
    </dgm:pt>
    <dgm:pt modelId="{17B8087E-1916-D448-96D0-DB0A4B155FFB}" type="pres">
      <dgm:prSet presAssocID="{FB72B3D4-9B11-E246-9BD4-6D87797FC4BA}" presName="imageaccent5" presStyleCnt="0"/>
      <dgm:spPr/>
    </dgm:pt>
    <dgm:pt modelId="{CB64A5C2-A08A-4745-B210-3500052F230A}" type="pres">
      <dgm:prSet presAssocID="{FB72B3D4-9B11-E246-9BD4-6D87797FC4BA}" presName="accentRepeatNode" presStyleLbl="solidAlignAcc1" presStyleIdx="9" presStyleCnt="14"/>
      <dgm:spPr/>
    </dgm:pt>
    <dgm:pt modelId="{49B0372B-3E3D-F748-8E4C-C56A01E82A51}" type="pres">
      <dgm:prSet presAssocID="{E62959D6-5DA4-4E4B-BC59-2D1CF8503A42}" presName="text6" presStyleCnt="0"/>
      <dgm:spPr/>
    </dgm:pt>
    <dgm:pt modelId="{3372450D-51FE-C741-A8EC-C1F5F08A7B46}" type="pres">
      <dgm:prSet presAssocID="{E62959D6-5DA4-4E4B-BC59-2D1CF8503A42}" presName="textRepeatNode" presStyleLbl="alignNode1" presStyleIdx="5" presStyleCnt="7">
        <dgm:presLayoutVars>
          <dgm:chMax val="0"/>
          <dgm:chPref val="0"/>
          <dgm:bulletEnabled val="1"/>
        </dgm:presLayoutVars>
      </dgm:prSet>
      <dgm:spPr/>
    </dgm:pt>
    <dgm:pt modelId="{A2785AE7-4224-544D-801A-5E417A4CB40E}" type="pres">
      <dgm:prSet presAssocID="{E62959D6-5DA4-4E4B-BC59-2D1CF8503A42}" presName="textaccent6" presStyleCnt="0"/>
      <dgm:spPr/>
    </dgm:pt>
    <dgm:pt modelId="{93B88927-4A6E-594E-AB2E-DF71D2ED8304}" type="pres">
      <dgm:prSet presAssocID="{E62959D6-5DA4-4E4B-BC59-2D1CF8503A42}" presName="accentRepeatNode" presStyleLbl="solidAlignAcc1" presStyleIdx="10" presStyleCnt="14"/>
      <dgm:spPr/>
    </dgm:pt>
    <dgm:pt modelId="{94FC5579-19CC-534F-884E-CF490B3DFC0F}" type="pres">
      <dgm:prSet presAssocID="{1BDA0575-04A5-1E42-BD67-3B50801F78DF}" presName="image6" presStyleCnt="0"/>
      <dgm:spPr/>
    </dgm:pt>
    <dgm:pt modelId="{A9D80B98-DD62-EF49-9ECE-4940444EC45A}" type="pres">
      <dgm:prSet presAssocID="{1BDA0575-04A5-1E42-BD67-3B50801F78DF}" presName="imageRepeatNode" presStyleLbl="alignAcc1" presStyleIdx="5" presStyleCnt="7"/>
      <dgm:spPr/>
    </dgm:pt>
    <dgm:pt modelId="{3B8D54D1-D704-A640-B479-0F4DBA13F04F}" type="pres">
      <dgm:prSet presAssocID="{1BDA0575-04A5-1E42-BD67-3B50801F78DF}" presName="imageaccent6" presStyleCnt="0"/>
      <dgm:spPr/>
    </dgm:pt>
    <dgm:pt modelId="{A020BA98-58CA-EC42-B909-EFFB81787354}" type="pres">
      <dgm:prSet presAssocID="{1BDA0575-04A5-1E42-BD67-3B50801F78DF}" presName="accentRepeatNode" presStyleLbl="solidAlignAcc1" presStyleIdx="11" presStyleCnt="14"/>
      <dgm:spPr/>
    </dgm:pt>
    <dgm:pt modelId="{D0D7CF47-5C91-9245-8DDE-78C34AFDAB76}" type="pres">
      <dgm:prSet presAssocID="{F23864C7-FE9E-F946-ADB3-352BC8B160AF}" presName="text7" presStyleCnt="0"/>
      <dgm:spPr/>
    </dgm:pt>
    <dgm:pt modelId="{4B98FAE3-D6B5-1E4C-8277-3EDDBF1DF9CD}" type="pres">
      <dgm:prSet presAssocID="{F23864C7-FE9E-F946-ADB3-352BC8B160AF}" presName="textRepeatNode" presStyleLbl="alignNode1" presStyleIdx="6" presStyleCnt="7">
        <dgm:presLayoutVars>
          <dgm:chMax val="0"/>
          <dgm:chPref val="0"/>
          <dgm:bulletEnabled val="1"/>
        </dgm:presLayoutVars>
      </dgm:prSet>
      <dgm:spPr/>
    </dgm:pt>
    <dgm:pt modelId="{EEC6AAA0-2075-7547-BC5E-DC234C1F7762}" type="pres">
      <dgm:prSet presAssocID="{F23864C7-FE9E-F946-ADB3-352BC8B160AF}" presName="textaccent7" presStyleCnt="0"/>
      <dgm:spPr/>
    </dgm:pt>
    <dgm:pt modelId="{D09B9287-89BD-034A-8F99-C1842CD6DA13}" type="pres">
      <dgm:prSet presAssocID="{F23864C7-FE9E-F946-ADB3-352BC8B160AF}" presName="accentRepeatNode" presStyleLbl="solidAlignAcc1" presStyleIdx="12" presStyleCnt="14"/>
      <dgm:spPr/>
    </dgm:pt>
    <dgm:pt modelId="{9A3F1C0A-E887-454B-9139-B50CE4A2B7A1}" type="pres">
      <dgm:prSet presAssocID="{499AD9C7-3410-DA48-9D04-05BF431563BB}" presName="image7" presStyleCnt="0"/>
      <dgm:spPr/>
    </dgm:pt>
    <dgm:pt modelId="{2CBAE80B-9CCB-8C42-B114-2D08724388D7}" type="pres">
      <dgm:prSet presAssocID="{499AD9C7-3410-DA48-9D04-05BF431563BB}" presName="imageRepeatNode" presStyleLbl="alignAcc1" presStyleIdx="6" presStyleCnt="7"/>
      <dgm:spPr/>
    </dgm:pt>
    <dgm:pt modelId="{96063FE2-6FBF-D54D-8189-DFC91CFA7486}" type="pres">
      <dgm:prSet presAssocID="{499AD9C7-3410-DA48-9D04-05BF431563BB}" presName="imageaccent7" presStyleCnt="0"/>
      <dgm:spPr/>
    </dgm:pt>
    <dgm:pt modelId="{2715FE71-CCE9-A34E-A510-1CFE5C9BF44E}" type="pres">
      <dgm:prSet presAssocID="{499AD9C7-3410-DA48-9D04-05BF431563BB}" presName="accentRepeatNode" presStyleLbl="solidAlignAcc1" presStyleIdx="13" presStyleCnt="14"/>
      <dgm:spPr/>
    </dgm:pt>
  </dgm:ptLst>
  <dgm:cxnLst>
    <dgm:cxn modelId="{CE90161B-252A-9643-B087-298F6AF5E665}" type="presOf" srcId="{499AD9C7-3410-DA48-9D04-05BF431563BB}" destId="{2CBAE80B-9CCB-8C42-B114-2D08724388D7}" srcOrd="0" destOrd="0" presId="urn:microsoft.com/office/officeart/2008/layout/HexagonCluster"/>
    <dgm:cxn modelId="{713D4233-975E-9E4A-8852-38D10B23DFEA}" srcId="{84B4AF90-6628-ED4F-BEDB-57324500AB17}" destId="{F23864C7-FE9E-F946-ADB3-352BC8B160AF}" srcOrd="6" destOrd="0" parTransId="{9678E30A-988D-5642-8CC5-C4ACD7F4603F}" sibTransId="{499AD9C7-3410-DA48-9D04-05BF431563BB}"/>
    <dgm:cxn modelId="{05A8D836-C668-B042-BA5D-2FED7C6E6522}" type="presOf" srcId="{0131143A-DFBB-6549-A86B-7A96E8C14F3D}" destId="{EDAB9352-D858-294F-8300-84091205AA6B}" srcOrd="0" destOrd="0" presId="urn:microsoft.com/office/officeart/2008/layout/HexagonCluster"/>
    <dgm:cxn modelId="{366F7438-8213-C843-90B9-92EB2332887C}" type="presOf" srcId="{AB311683-3A18-A445-90E3-0C890A8BFB8D}" destId="{3383FD9B-1046-9B4E-AB05-23F3D3C7EF1E}" srcOrd="0" destOrd="0" presId="urn:microsoft.com/office/officeart/2008/layout/HexagonCluster"/>
    <dgm:cxn modelId="{62D9AC45-8BD0-644F-A1B9-C80DCDDA7991}" type="presOf" srcId="{E62959D6-5DA4-4E4B-BC59-2D1CF8503A42}" destId="{3372450D-51FE-C741-A8EC-C1F5F08A7B46}" srcOrd="0" destOrd="0" presId="urn:microsoft.com/office/officeart/2008/layout/HexagonCluster"/>
    <dgm:cxn modelId="{22185849-3C6B-914E-AE61-1F86EC18AC4C}" srcId="{84B4AF90-6628-ED4F-BEDB-57324500AB17}" destId="{3E17EA25-C951-634F-A02C-0645913DE993}" srcOrd="1" destOrd="0" parTransId="{D7AB4DA9-1313-934F-9A6C-FCB134EA5355}" sibTransId="{59327249-3A97-F94D-AD17-443FD8AC9857}"/>
    <dgm:cxn modelId="{AB025C52-D06E-BE44-8B34-7EEEDFAD57FA}" srcId="{84B4AF90-6628-ED4F-BEDB-57324500AB17}" destId="{4839B8BD-58C0-F044-A81B-1BE582A34CE7}" srcOrd="0" destOrd="0" parTransId="{ED385622-9699-AE4A-A543-C6257114B90F}" sibTransId="{255FEB90-81D1-0849-B5A7-E988AA9CC264}"/>
    <dgm:cxn modelId="{69EFA858-7558-044A-8C24-3BF19E7A3C55}" type="presOf" srcId="{FB72B3D4-9B11-E246-9BD4-6D87797FC4BA}" destId="{00D2C051-668D-0942-A4D4-6E82C755AB1E}" srcOrd="0" destOrd="0" presId="urn:microsoft.com/office/officeart/2008/layout/HexagonCluster"/>
    <dgm:cxn modelId="{129B1459-C3C3-004E-B2EB-AFFB283389A0}" srcId="{84B4AF90-6628-ED4F-BEDB-57324500AB17}" destId="{5C85679A-46B0-DD44-94B6-684689C5B466}" srcOrd="3" destOrd="0" parTransId="{219B6921-0FB0-5244-A476-B12C25D7EECE}" sibTransId="{896A35B1-BE7E-7243-A74D-389A38DA334D}"/>
    <dgm:cxn modelId="{64ABA280-802F-3041-9692-E1FE5500A434}" type="presOf" srcId="{84B4AF90-6628-ED4F-BEDB-57324500AB17}" destId="{E500C2AE-C400-AE49-8925-858D1576D06A}" srcOrd="0" destOrd="0" presId="urn:microsoft.com/office/officeart/2008/layout/HexagonCluster"/>
    <dgm:cxn modelId="{C6856482-B057-8743-BDF9-14676B6A698A}" srcId="{84B4AF90-6628-ED4F-BEDB-57324500AB17}" destId="{6C022A1A-1E26-E846-A6A3-899E59D0AE0E}" srcOrd="4" destOrd="0" parTransId="{EAF6F729-066C-6E44-A362-FF9D9623BE3A}" sibTransId="{FB72B3D4-9B11-E246-9BD4-6D87797FC4BA}"/>
    <dgm:cxn modelId="{D24A5D83-A0E9-434B-9EBB-3493389AC2D2}" type="presOf" srcId="{F23864C7-FE9E-F946-ADB3-352BC8B160AF}" destId="{4B98FAE3-D6B5-1E4C-8277-3EDDBF1DF9CD}" srcOrd="0" destOrd="0" presId="urn:microsoft.com/office/officeart/2008/layout/HexagonCluster"/>
    <dgm:cxn modelId="{9453F38F-3EB5-854A-B2AB-58A5615700B0}" type="presOf" srcId="{3E17EA25-C951-634F-A02C-0645913DE993}" destId="{A1A4350B-85C1-F844-B917-77E464CB823B}" srcOrd="0" destOrd="0" presId="urn:microsoft.com/office/officeart/2008/layout/HexagonCluster"/>
    <dgm:cxn modelId="{B6EF2796-F849-364E-B4C5-1ADEB9A85463}" srcId="{84B4AF90-6628-ED4F-BEDB-57324500AB17}" destId="{E62959D6-5DA4-4E4B-BC59-2D1CF8503A42}" srcOrd="5" destOrd="0" parTransId="{6B1AAC47-1610-E44B-ADB4-DCC676AAFCFC}" sibTransId="{1BDA0575-04A5-1E42-BD67-3B50801F78DF}"/>
    <dgm:cxn modelId="{476B6EA2-49C9-6A4E-86FD-646F4B579457}" type="presOf" srcId="{59327249-3A97-F94D-AD17-443FD8AC9857}" destId="{2F1DE4E3-DD3E-194D-9656-FDDA42761AFC}" srcOrd="0" destOrd="0" presId="urn:microsoft.com/office/officeart/2008/layout/HexagonCluster"/>
    <dgm:cxn modelId="{0CB633B7-3266-6F41-8DF5-4067D1808C6F}" type="presOf" srcId="{255FEB90-81D1-0849-B5A7-E988AA9CC264}" destId="{BFF4B0F9-2EB6-314B-9A21-0F99E86B9A5D}" srcOrd="0" destOrd="0" presId="urn:microsoft.com/office/officeart/2008/layout/HexagonCluster"/>
    <dgm:cxn modelId="{CD62FCB9-4B96-384B-9D1E-D2D72D5A2233}" type="presOf" srcId="{896A35B1-BE7E-7243-A74D-389A38DA334D}" destId="{29EC277D-6A00-9A4C-9C13-7AA72153F5D3}" srcOrd="0" destOrd="0" presId="urn:microsoft.com/office/officeart/2008/layout/HexagonCluster"/>
    <dgm:cxn modelId="{984480CD-5B04-9D42-BFCC-E56ED26A9927}" type="presOf" srcId="{4839B8BD-58C0-F044-A81B-1BE582A34CE7}" destId="{957C20A8-2A8D-9E47-A12C-235C1D3D9B07}" srcOrd="0" destOrd="0" presId="urn:microsoft.com/office/officeart/2008/layout/HexagonCluster"/>
    <dgm:cxn modelId="{DE39B5D4-29C5-8E4D-9307-49674C77ED49}" srcId="{84B4AF90-6628-ED4F-BEDB-57324500AB17}" destId="{0131143A-DFBB-6549-A86B-7A96E8C14F3D}" srcOrd="2" destOrd="0" parTransId="{30337542-1279-0C4C-B99F-65B215A5C53A}" sibTransId="{AB311683-3A18-A445-90E3-0C890A8BFB8D}"/>
    <dgm:cxn modelId="{C745CAD7-B0D1-1B4C-B09F-BF752907923C}" type="presOf" srcId="{6C022A1A-1E26-E846-A6A3-899E59D0AE0E}" destId="{ADCFFCD2-9A76-5D47-BB25-65385016D68F}" srcOrd="0" destOrd="0" presId="urn:microsoft.com/office/officeart/2008/layout/HexagonCluster"/>
    <dgm:cxn modelId="{9774B4EB-75F2-F44E-83DA-A34B3310488D}" type="presOf" srcId="{5C85679A-46B0-DD44-94B6-684689C5B466}" destId="{000DC304-4770-884F-9D3B-5107B7049880}" srcOrd="0" destOrd="0" presId="urn:microsoft.com/office/officeart/2008/layout/HexagonCluster"/>
    <dgm:cxn modelId="{8D6465F2-9F70-6045-B0CF-3ADD60028DC8}" type="presOf" srcId="{1BDA0575-04A5-1E42-BD67-3B50801F78DF}" destId="{A9D80B98-DD62-EF49-9ECE-4940444EC45A}" srcOrd="0" destOrd="0" presId="urn:microsoft.com/office/officeart/2008/layout/HexagonCluster"/>
    <dgm:cxn modelId="{1F26E67B-BD48-8348-879D-AB8D05B59084}" type="presParOf" srcId="{E500C2AE-C400-AE49-8925-858D1576D06A}" destId="{84E506EF-4574-0342-B18A-96002481FBF3}" srcOrd="0" destOrd="0" presId="urn:microsoft.com/office/officeart/2008/layout/HexagonCluster"/>
    <dgm:cxn modelId="{3BD8A334-7F42-DF49-857A-39DBF3C6D0F0}" type="presParOf" srcId="{84E506EF-4574-0342-B18A-96002481FBF3}" destId="{957C20A8-2A8D-9E47-A12C-235C1D3D9B07}" srcOrd="0" destOrd="0" presId="urn:microsoft.com/office/officeart/2008/layout/HexagonCluster"/>
    <dgm:cxn modelId="{AB71698A-2881-594E-ADB2-C5E5EBA05750}" type="presParOf" srcId="{E500C2AE-C400-AE49-8925-858D1576D06A}" destId="{4088B624-0F61-D841-B504-D6EBB3C56F04}" srcOrd="1" destOrd="0" presId="urn:microsoft.com/office/officeart/2008/layout/HexagonCluster"/>
    <dgm:cxn modelId="{5B377371-8646-EE45-87BF-FD605AD7D9B3}" type="presParOf" srcId="{4088B624-0F61-D841-B504-D6EBB3C56F04}" destId="{B6C2DABB-B342-CF4A-BE09-2297C2CD0710}" srcOrd="0" destOrd="0" presId="urn:microsoft.com/office/officeart/2008/layout/HexagonCluster"/>
    <dgm:cxn modelId="{EBE623B6-DC11-324A-93EB-9C1B48670BF2}" type="presParOf" srcId="{E500C2AE-C400-AE49-8925-858D1576D06A}" destId="{94BEAF8B-4EDF-4448-9C68-EBB840C727B7}" srcOrd="2" destOrd="0" presId="urn:microsoft.com/office/officeart/2008/layout/HexagonCluster"/>
    <dgm:cxn modelId="{AF5E7E35-358A-D147-B40A-2A2094D0386E}" type="presParOf" srcId="{94BEAF8B-4EDF-4448-9C68-EBB840C727B7}" destId="{BFF4B0F9-2EB6-314B-9A21-0F99E86B9A5D}" srcOrd="0" destOrd="0" presId="urn:microsoft.com/office/officeart/2008/layout/HexagonCluster"/>
    <dgm:cxn modelId="{44E5C6F6-2E6A-9648-9254-0C1852BE1EE2}" type="presParOf" srcId="{E500C2AE-C400-AE49-8925-858D1576D06A}" destId="{0DB2FBB5-B33B-6140-995C-AC3FE62DB4D4}" srcOrd="3" destOrd="0" presId="urn:microsoft.com/office/officeart/2008/layout/HexagonCluster"/>
    <dgm:cxn modelId="{B146C6A2-44AA-A245-AF63-22EE28B49E30}" type="presParOf" srcId="{0DB2FBB5-B33B-6140-995C-AC3FE62DB4D4}" destId="{CAC57CBA-1B6B-D94E-A4A2-AB221FED547A}" srcOrd="0" destOrd="0" presId="urn:microsoft.com/office/officeart/2008/layout/HexagonCluster"/>
    <dgm:cxn modelId="{8D5C2553-5CA0-DA4F-8AF9-F5B5247BB716}" type="presParOf" srcId="{E500C2AE-C400-AE49-8925-858D1576D06A}" destId="{9EF86AD5-816C-E047-84C8-D1AC447759CC}" srcOrd="4" destOrd="0" presId="urn:microsoft.com/office/officeart/2008/layout/HexagonCluster"/>
    <dgm:cxn modelId="{5EC09E7A-C1C5-1E46-95EF-5BEE8E46A26A}" type="presParOf" srcId="{9EF86AD5-816C-E047-84C8-D1AC447759CC}" destId="{A1A4350B-85C1-F844-B917-77E464CB823B}" srcOrd="0" destOrd="0" presId="urn:microsoft.com/office/officeart/2008/layout/HexagonCluster"/>
    <dgm:cxn modelId="{5562E2F5-0476-B745-9E37-AE99655D5F3A}" type="presParOf" srcId="{E500C2AE-C400-AE49-8925-858D1576D06A}" destId="{15572753-3AD6-2D48-A244-8DA700BA214B}" srcOrd="5" destOrd="0" presId="urn:microsoft.com/office/officeart/2008/layout/HexagonCluster"/>
    <dgm:cxn modelId="{5809A325-0C3A-9846-B0EB-2F7DC14EB068}" type="presParOf" srcId="{15572753-3AD6-2D48-A244-8DA700BA214B}" destId="{45BCEE99-84C0-9C41-B1B6-F3291DDF7FFA}" srcOrd="0" destOrd="0" presId="urn:microsoft.com/office/officeart/2008/layout/HexagonCluster"/>
    <dgm:cxn modelId="{8423686A-53C4-F049-9513-4261035132AA}" type="presParOf" srcId="{E500C2AE-C400-AE49-8925-858D1576D06A}" destId="{8A738B60-7074-0548-B864-D5E1E5695CA9}" srcOrd="6" destOrd="0" presId="urn:microsoft.com/office/officeart/2008/layout/HexagonCluster"/>
    <dgm:cxn modelId="{7A21BF23-4927-6344-A680-148EA7C140D9}" type="presParOf" srcId="{8A738B60-7074-0548-B864-D5E1E5695CA9}" destId="{2F1DE4E3-DD3E-194D-9656-FDDA42761AFC}" srcOrd="0" destOrd="0" presId="urn:microsoft.com/office/officeart/2008/layout/HexagonCluster"/>
    <dgm:cxn modelId="{08C94E3A-712F-4142-B7B7-354272B7A24F}" type="presParOf" srcId="{E500C2AE-C400-AE49-8925-858D1576D06A}" destId="{5E089A3C-7832-F34C-ACA7-8049A7269B93}" srcOrd="7" destOrd="0" presId="urn:microsoft.com/office/officeart/2008/layout/HexagonCluster"/>
    <dgm:cxn modelId="{3EEA2CFB-CF80-6C44-9BC8-30226AC86AC4}" type="presParOf" srcId="{5E089A3C-7832-F34C-ACA7-8049A7269B93}" destId="{A3AC4671-DA16-4E48-B341-CAE05203BAA3}" srcOrd="0" destOrd="0" presId="urn:microsoft.com/office/officeart/2008/layout/HexagonCluster"/>
    <dgm:cxn modelId="{AB19AF8C-751B-934D-8DB6-4C5BC2A1BC06}" type="presParOf" srcId="{E500C2AE-C400-AE49-8925-858D1576D06A}" destId="{A54DA371-E661-1C49-B2B4-802E0439F97F}" srcOrd="8" destOrd="0" presId="urn:microsoft.com/office/officeart/2008/layout/HexagonCluster"/>
    <dgm:cxn modelId="{7C5324FB-29F5-6944-BF38-A468D9A5C9A5}" type="presParOf" srcId="{A54DA371-E661-1C49-B2B4-802E0439F97F}" destId="{EDAB9352-D858-294F-8300-84091205AA6B}" srcOrd="0" destOrd="0" presId="urn:microsoft.com/office/officeart/2008/layout/HexagonCluster"/>
    <dgm:cxn modelId="{0C7B3505-67EE-1745-A7AA-7FCBC1EB21A0}" type="presParOf" srcId="{E500C2AE-C400-AE49-8925-858D1576D06A}" destId="{34BCD9A9-C6A1-5B4D-AEAE-C1C7BAA3261F}" srcOrd="9" destOrd="0" presId="urn:microsoft.com/office/officeart/2008/layout/HexagonCluster"/>
    <dgm:cxn modelId="{E7E53DCF-0049-A84A-B0A4-F83436F0001B}" type="presParOf" srcId="{34BCD9A9-C6A1-5B4D-AEAE-C1C7BAA3261F}" destId="{243CAE5D-D4D7-794A-9DB0-DD83FA1CACD5}" srcOrd="0" destOrd="0" presId="urn:microsoft.com/office/officeart/2008/layout/HexagonCluster"/>
    <dgm:cxn modelId="{8BF87229-5E02-574E-B568-94B330DF0FF6}" type="presParOf" srcId="{E500C2AE-C400-AE49-8925-858D1576D06A}" destId="{AFE7A200-C741-E944-8728-5F3538DD0B9B}" srcOrd="10" destOrd="0" presId="urn:microsoft.com/office/officeart/2008/layout/HexagonCluster"/>
    <dgm:cxn modelId="{F880702B-CFFF-2243-ADC3-BBC220EF3AE3}" type="presParOf" srcId="{AFE7A200-C741-E944-8728-5F3538DD0B9B}" destId="{3383FD9B-1046-9B4E-AB05-23F3D3C7EF1E}" srcOrd="0" destOrd="0" presId="urn:microsoft.com/office/officeart/2008/layout/HexagonCluster"/>
    <dgm:cxn modelId="{167D43B4-C22F-B749-9696-30077830832D}" type="presParOf" srcId="{E500C2AE-C400-AE49-8925-858D1576D06A}" destId="{055ABAFF-7ADD-714A-8B75-5CC3795FA8CC}" srcOrd="11" destOrd="0" presId="urn:microsoft.com/office/officeart/2008/layout/HexagonCluster"/>
    <dgm:cxn modelId="{41CA5B29-698E-A14A-874F-FC44F885DE42}" type="presParOf" srcId="{055ABAFF-7ADD-714A-8B75-5CC3795FA8CC}" destId="{7347AF0A-C0BF-E247-B5D1-A0A4F098BC0D}" srcOrd="0" destOrd="0" presId="urn:microsoft.com/office/officeart/2008/layout/HexagonCluster"/>
    <dgm:cxn modelId="{A25C4FB9-7D94-D542-AD5C-9D3B08E5173E}" type="presParOf" srcId="{E500C2AE-C400-AE49-8925-858D1576D06A}" destId="{A0764803-43DB-B641-869B-A0538D23CD8B}" srcOrd="12" destOrd="0" presId="urn:microsoft.com/office/officeart/2008/layout/HexagonCluster"/>
    <dgm:cxn modelId="{76770B12-FD70-CE4C-9193-224B2C19C40A}" type="presParOf" srcId="{A0764803-43DB-B641-869B-A0538D23CD8B}" destId="{000DC304-4770-884F-9D3B-5107B7049880}" srcOrd="0" destOrd="0" presId="urn:microsoft.com/office/officeart/2008/layout/HexagonCluster"/>
    <dgm:cxn modelId="{8DA0A11B-1EF6-D049-B2B7-888DE1C3CD97}" type="presParOf" srcId="{E500C2AE-C400-AE49-8925-858D1576D06A}" destId="{A881F7EC-B9BF-324C-8F4E-8A909D6C56E2}" srcOrd="13" destOrd="0" presId="urn:microsoft.com/office/officeart/2008/layout/HexagonCluster"/>
    <dgm:cxn modelId="{6A80BE0F-D596-DF45-871E-00ACDCA8D27E}" type="presParOf" srcId="{A881F7EC-B9BF-324C-8F4E-8A909D6C56E2}" destId="{F4D0F921-66F2-714B-A62A-13C5E1A05DD1}" srcOrd="0" destOrd="0" presId="urn:microsoft.com/office/officeart/2008/layout/HexagonCluster"/>
    <dgm:cxn modelId="{9ABC822B-3AAC-594E-B24A-81A218A7ABB5}" type="presParOf" srcId="{E500C2AE-C400-AE49-8925-858D1576D06A}" destId="{0F6BD379-A7F5-AD4B-881A-82172ABC8247}" srcOrd="14" destOrd="0" presId="urn:microsoft.com/office/officeart/2008/layout/HexagonCluster"/>
    <dgm:cxn modelId="{FB551CE2-5DF3-FD42-8BBC-7E829B2FE95B}" type="presParOf" srcId="{0F6BD379-A7F5-AD4B-881A-82172ABC8247}" destId="{29EC277D-6A00-9A4C-9C13-7AA72153F5D3}" srcOrd="0" destOrd="0" presId="urn:microsoft.com/office/officeart/2008/layout/HexagonCluster"/>
    <dgm:cxn modelId="{DF46E1B7-637A-4C4E-B2AC-5A8A3B5CD018}" type="presParOf" srcId="{E500C2AE-C400-AE49-8925-858D1576D06A}" destId="{AF48B837-F314-A44A-BE14-B2FE817368E2}" srcOrd="15" destOrd="0" presId="urn:microsoft.com/office/officeart/2008/layout/HexagonCluster"/>
    <dgm:cxn modelId="{0258EB47-0300-CA4B-8FBF-7C081A9D9CF8}" type="presParOf" srcId="{AF48B837-F314-A44A-BE14-B2FE817368E2}" destId="{519385F8-2636-5F4E-85EA-95E8C47A77A0}" srcOrd="0" destOrd="0" presId="urn:microsoft.com/office/officeart/2008/layout/HexagonCluster"/>
    <dgm:cxn modelId="{30C5C7DE-88A3-5142-A821-D5EF5B7F253D}" type="presParOf" srcId="{E500C2AE-C400-AE49-8925-858D1576D06A}" destId="{5CF9D92F-62AE-DB4B-ACBE-84740636F4C8}" srcOrd="16" destOrd="0" presId="urn:microsoft.com/office/officeart/2008/layout/HexagonCluster"/>
    <dgm:cxn modelId="{DB11ECC4-EE4E-F440-BBBD-01A6F79F43E5}" type="presParOf" srcId="{5CF9D92F-62AE-DB4B-ACBE-84740636F4C8}" destId="{ADCFFCD2-9A76-5D47-BB25-65385016D68F}" srcOrd="0" destOrd="0" presId="urn:microsoft.com/office/officeart/2008/layout/HexagonCluster"/>
    <dgm:cxn modelId="{13CAB57B-DACE-EA4A-B8AB-4C26BCCF7D70}" type="presParOf" srcId="{E500C2AE-C400-AE49-8925-858D1576D06A}" destId="{DE008D81-476F-6042-8147-0E9F6BA6D7C1}" srcOrd="17" destOrd="0" presId="urn:microsoft.com/office/officeart/2008/layout/HexagonCluster"/>
    <dgm:cxn modelId="{6711C102-CFA6-8C4D-A9F8-C7F74C29B7EC}" type="presParOf" srcId="{DE008D81-476F-6042-8147-0E9F6BA6D7C1}" destId="{CF2107D1-7104-424D-97E1-175F35AC3546}" srcOrd="0" destOrd="0" presId="urn:microsoft.com/office/officeart/2008/layout/HexagonCluster"/>
    <dgm:cxn modelId="{B1699496-1770-9944-A8D1-3761049362A7}" type="presParOf" srcId="{E500C2AE-C400-AE49-8925-858D1576D06A}" destId="{84A345CC-1B03-9D4A-AA43-117B9422F37B}" srcOrd="18" destOrd="0" presId="urn:microsoft.com/office/officeart/2008/layout/HexagonCluster"/>
    <dgm:cxn modelId="{25649841-3CB2-BE42-9FFE-2C3EADE205BB}" type="presParOf" srcId="{84A345CC-1B03-9D4A-AA43-117B9422F37B}" destId="{00D2C051-668D-0942-A4D4-6E82C755AB1E}" srcOrd="0" destOrd="0" presId="urn:microsoft.com/office/officeart/2008/layout/HexagonCluster"/>
    <dgm:cxn modelId="{AC3FBBFD-0ECF-8540-92B3-5EED8B698A6F}" type="presParOf" srcId="{E500C2AE-C400-AE49-8925-858D1576D06A}" destId="{17B8087E-1916-D448-96D0-DB0A4B155FFB}" srcOrd="19" destOrd="0" presId="urn:microsoft.com/office/officeart/2008/layout/HexagonCluster"/>
    <dgm:cxn modelId="{C34701D0-9367-9143-A252-F7F35A653ACE}" type="presParOf" srcId="{17B8087E-1916-D448-96D0-DB0A4B155FFB}" destId="{CB64A5C2-A08A-4745-B210-3500052F230A}" srcOrd="0" destOrd="0" presId="urn:microsoft.com/office/officeart/2008/layout/HexagonCluster"/>
    <dgm:cxn modelId="{8C3EF20D-2656-CD44-B174-7BABFE3FB2DA}" type="presParOf" srcId="{E500C2AE-C400-AE49-8925-858D1576D06A}" destId="{49B0372B-3E3D-F748-8E4C-C56A01E82A51}" srcOrd="20" destOrd="0" presId="urn:microsoft.com/office/officeart/2008/layout/HexagonCluster"/>
    <dgm:cxn modelId="{C524DB89-FE48-C547-B02E-9DAFC4FB0612}" type="presParOf" srcId="{49B0372B-3E3D-F748-8E4C-C56A01E82A51}" destId="{3372450D-51FE-C741-A8EC-C1F5F08A7B46}" srcOrd="0" destOrd="0" presId="urn:microsoft.com/office/officeart/2008/layout/HexagonCluster"/>
    <dgm:cxn modelId="{66E6D3FF-DB5D-4442-857E-175CE433B95F}" type="presParOf" srcId="{E500C2AE-C400-AE49-8925-858D1576D06A}" destId="{A2785AE7-4224-544D-801A-5E417A4CB40E}" srcOrd="21" destOrd="0" presId="urn:microsoft.com/office/officeart/2008/layout/HexagonCluster"/>
    <dgm:cxn modelId="{DFA814FB-076F-0446-80A6-C5E4512B8C36}" type="presParOf" srcId="{A2785AE7-4224-544D-801A-5E417A4CB40E}" destId="{93B88927-4A6E-594E-AB2E-DF71D2ED8304}" srcOrd="0" destOrd="0" presId="urn:microsoft.com/office/officeart/2008/layout/HexagonCluster"/>
    <dgm:cxn modelId="{01E28ECA-2D6A-9344-B067-F56D9972D857}" type="presParOf" srcId="{E500C2AE-C400-AE49-8925-858D1576D06A}" destId="{94FC5579-19CC-534F-884E-CF490B3DFC0F}" srcOrd="22" destOrd="0" presId="urn:microsoft.com/office/officeart/2008/layout/HexagonCluster"/>
    <dgm:cxn modelId="{821F0337-B545-F746-906B-5B0386D6F65C}" type="presParOf" srcId="{94FC5579-19CC-534F-884E-CF490B3DFC0F}" destId="{A9D80B98-DD62-EF49-9ECE-4940444EC45A}" srcOrd="0" destOrd="0" presId="urn:microsoft.com/office/officeart/2008/layout/HexagonCluster"/>
    <dgm:cxn modelId="{1117D71E-4452-5448-8EBD-B66C733D432E}" type="presParOf" srcId="{E500C2AE-C400-AE49-8925-858D1576D06A}" destId="{3B8D54D1-D704-A640-B479-0F4DBA13F04F}" srcOrd="23" destOrd="0" presId="urn:microsoft.com/office/officeart/2008/layout/HexagonCluster"/>
    <dgm:cxn modelId="{0B625A6A-60B4-934D-A7FD-2105B9BD6E7C}" type="presParOf" srcId="{3B8D54D1-D704-A640-B479-0F4DBA13F04F}" destId="{A020BA98-58CA-EC42-B909-EFFB81787354}" srcOrd="0" destOrd="0" presId="urn:microsoft.com/office/officeart/2008/layout/HexagonCluster"/>
    <dgm:cxn modelId="{B42D7611-53DB-8142-AD0D-174ECC26F953}" type="presParOf" srcId="{E500C2AE-C400-AE49-8925-858D1576D06A}" destId="{D0D7CF47-5C91-9245-8DDE-78C34AFDAB76}" srcOrd="24" destOrd="0" presId="urn:microsoft.com/office/officeart/2008/layout/HexagonCluster"/>
    <dgm:cxn modelId="{04FEA287-66C3-4342-97AB-5654588EAE6D}" type="presParOf" srcId="{D0D7CF47-5C91-9245-8DDE-78C34AFDAB76}" destId="{4B98FAE3-D6B5-1E4C-8277-3EDDBF1DF9CD}" srcOrd="0" destOrd="0" presId="urn:microsoft.com/office/officeart/2008/layout/HexagonCluster"/>
    <dgm:cxn modelId="{DB0B21B7-8F77-7341-8323-E45A3F4CCAB4}" type="presParOf" srcId="{E500C2AE-C400-AE49-8925-858D1576D06A}" destId="{EEC6AAA0-2075-7547-BC5E-DC234C1F7762}" srcOrd="25" destOrd="0" presId="urn:microsoft.com/office/officeart/2008/layout/HexagonCluster"/>
    <dgm:cxn modelId="{74986BEA-6E17-DF43-B523-F31073E71110}" type="presParOf" srcId="{EEC6AAA0-2075-7547-BC5E-DC234C1F7762}" destId="{D09B9287-89BD-034A-8F99-C1842CD6DA13}" srcOrd="0" destOrd="0" presId="urn:microsoft.com/office/officeart/2008/layout/HexagonCluster"/>
    <dgm:cxn modelId="{BD87F7C1-CB3C-E645-9F2F-301ACC4C2D51}" type="presParOf" srcId="{E500C2AE-C400-AE49-8925-858D1576D06A}" destId="{9A3F1C0A-E887-454B-9139-B50CE4A2B7A1}" srcOrd="26" destOrd="0" presId="urn:microsoft.com/office/officeart/2008/layout/HexagonCluster"/>
    <dgm:cxn modelId="{228B7677-F65C-DF4E-A9E9-08C8E2455CEB}" type="presParOf" srcId="{9A3F1C0A-E887-454B-9139-B50CE4A2B7A1}" destId="{2CBAE80B-9CCB-8C42-B114-2D08724388D7}" srcOrd="0" destOrd="0" presId="urn:microsoft.com/office/officeart/2008/layout/HexagonCluster"/>
    <dgm:cxn modelId="{D2F7963C-3D71-BA43-B40E-6D05184A78C1}" type="presParOf" srcId="{E500C2AE-C400-AE49-8925-858D1576D06A}" destId="{96063FE2-6FBF-D54D-8189-DFC91CFA7486}" srcOrd="27" destOrd="0" presId="urn:microsoft.com/office/officeart/2008/layout/HexagonCluster"/>
    <dgm:cxn modelId="{1EF1CC84-CA84-CA49-8759-7AAAEFDF3B51}" type="presParOf" srcId="{96063FE2-6FBF-D54D-8189-DFC91CFA7486}" destId="{2715FE71-CCE9-A34E-A510-1CFE5C9BF44E}" srcOrd="0" destOrd="0" presId="urn:microsoft.com/office/officeart/2008/layout/HexagonCluster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D014986-3C07-A244-9794-E24BBF802400}" type="doc">
      <dgm:prSet loTypeId="urn:microsoft.com/office/officeart/2005/8/layout/cycle1" loCatId="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EA531320-EC26-5743-92DC-73A5251CE369}">
      <dgm:prSet phldrT="[Text]"/>
      <dgm:spPr/>
      <dgm:t>
        <a:bodyPr/>
        <a:lstStyle/>
        <a:p>
          <a:r>
            <a:rPr lang="en-US" dirty="0"/>
            <a:t>Formulate Processing Graph</a:t>
          </a:r>
        </a:p>
      </dgm:t>
    </dgm:pt>
    <dgm:pt modelId="{4F2313D7-DADE-7D4D-B605-0C3B6150CABD}" type="parTrans" cxnId="{471102F3-3645-9346-941C-67FE41B10343}">
      <dgm:prSet/>
      <dgm:spPr/>
      <dgm:t>
        <a:bodyPr/>
        <a:lstStyle/>
        <a:p>
          <a:endParaRPr lang="en-US"/>
        </a:p>
      </dgm:t>
    </dgm:pt>
    <dgm:pt modelId="{C1443631-9551-524B-9D0D-75B9FF473872}" type="sibTrans" cxnId="{471102F3-3645-9346-941C-67FE41B10343}">
      <dgm:prSet/>
      <dgm:spPr/>
      <dgm:t>
        <a:bodyPr/>
        <a:lstStyle/>
        <a:p>
          <a:endParaRPr lang="en-US"/>
        </a:p>
      </dgm:t>
    </dgm:pt>
    <dgm:pt modelId="{76B4D273-5770-7C4F-AF06-A261990CFFA0}">
      <dgm:prSet phldrT="[Text]"/>
      <dgm:spPr/>
      <dgm:t>
        <a:bodyPr/>
        <a:lstStyle/>
        <a:p>
          <a:r>
            <a:rPr lang="en-US" dirty="0"/>
            <a:t>Compose + Synthesize</a:t>
          </a:r>
        </a:p>
      </dgm:t>
    </dgm:pt>
    <dgm:pt modelId="{BF77EA96-36BC-E94F-BABA-16C753DA3CD2}" type="parTrans" cxnId="{634EAFF4-5465-9D4E-9C15-DE5E4686A969}">
      <dgm:prSet/>
      <dgm:spPr/>
      <dgm:t>
        <a:bodyPr/>
        <a:lstStyle/>
        <a:p>
          <a:endParaRPr lang="en-US"/>
        </a:p>
      </dgm:t>
    </dgm:pt>
    <dgm:pt modelId="{08E2F483-5AF6-AC4E-90CD-AAC06A9D81F6}" type="sibTrans" cxnId="{634EAFF4-5465-9D4E-9C15-DE5E4686A969}">
      <dgm:prSet/>
      <dgm:spPr/>
      <dgm:t>
        <a:bodyPr/>
        <a:lstStyle/>
        <a:p>
          <a:endParaRPr lang="en-US"/>
        </a:p>
      </dgm:t>
    </dgm:pt>
    <dgm:pt modelId="{3407DE0B-CCBA-5B44-A0FF-C29B76A1F869}">
      <dgm:prSet phldrT="[Text]"/>
      <dgm:spPr/>
      <dgm:t>
        <a:bodyPr/>
        <a:lstStyle/>
        <a:p>
          <a:r>
            <a:rPr lang="en-US" dirty="0"/>
            <a:t>Compile</a:t>
          </a:r>
        </a:p>
      </dgm:t>
    </dgm:pt>
    <dgm:pt modelId="{08A79008-46A6-7648-BEB5-9113BD232F35}" type="parTrans" cxnId="{DB0178F5-1167-204E-98E7-14CA5B564316}">
      <dgm:prSet/>
      <dgm:spPr/>
      <dgm:t>
        <a:bodyPr/>
        <a:lstStyle/>
        <a:p>
          <a:endParaRPr lang="en-US"/>
        </a:p>
      </dgm:t>
    </dgm:pt>
    <dgm:pt modelId="{9153E7EB-36E0-F544-8699-22655AD84783}" type="sibTrans" cxnId="{DB0178F5-1167-204E-98E7-14CA5B564316}">
      <dgm:prSet/>
      <dgm:spPr/>
      <dgm:t>
        <a:bodyPr/>
        <a:lstStyle/>
        <a:p>
          <a:endParaRPr lang="en-US"/>
        </a:p>
      </dgm:t>
    </dgm:pt>
    <dgm:pt modelId="{A479E2E8-54A1-2F42-BB4B-A01F5A4C9143}">
      <dgm:prSet phldrT="[Text]"/>
      <dgm:spPr/>
      <dgm:t>
        <a:bodyPr/>
        <a:lstStyle/>
        <a:p>
          <a:r>
            <a:rPr lang="en-US" dirty="0"/>
            <a:t>Deploy</a:t>
          </a:r>
        </a:p>
      </dgm:t>
    </dgm:pt>
    <dgm:pt modelId="{1B69B9C7-42B6-CA4C-A48C-CE2C30ED0A62}" type="parTrans" cxnId="{1D3CA950-9A6E-064E-866C-55753E9E649D}">
      <dgm:prSet/>
      <dgm:spPr/>
      <dgm:t>
        <a:bodyPr/>
        <a:lstStyle/>
        <a:p>
          <a:endParaRPr lang="en-US"/>
        </a:p>
      </dgm:t>
    </dgm:pt>
    <dgm:pt modelId="{62263430-53C7-D44C-8BD0-4B599BA66C89}" type="sibTrans" cxnId="{1D3CA950-9A6E-064E-866C-55753E9E649D}">
      <dgm:prSet/>
      <dgm:spPr/>
      <dgm:t>
        <a:bodyPr/>
        <a:lstStyle/>
        <a:p>
          <a:endParaRPr lang="en-US"/>
        </a:p>
      </dgm:t>
    </dgm:pt>
    <dgm:pt modelId="{60459489-A3A9-8341-9947-F4818078F8D7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Introspect</a:t>
          </a:r>
        </a:p>
      </dgm:t>
    </dgm:pt>
    <dgm:pt modelId="{FD4825C6-AEEE-254B-BBA1-C3C6D64968DE}" type="parTrans" cxnId="{112B34CC-1C28-1745-9393-D98A63FE4765}">
      <dgm:prSet/>
      <dgm:spPr/>
      <dgm:t>
        <a:bodyPr/>
        <a:lstStyle/>
        <a:p>
          <a:endParaRPr lang="en-US"/>
        </a:p>
      </dgm:t>
    </dgm:pt>
    <dgm:pt modelId="{732CC5C5-D26E-E240-A0CD-5D57F502FB15}" type="sibTrans" cxnId="{112B34CC-1C28-1745-9393-D98A63FE4765}">
      <dgm:prSet/>
      <dgm:spPr/>
      <dgm:t>
        <a:bodyPr/>
        <a:lstStyle/>
        <a:p>
          <a:endParaRPr lang="en-US"/>
        </a:p>
      </dgm:t>
    </dgm:pt>
    <dgm:pt modelId="{D0428336-CDC0-8E41-B7DA-681A06A8223D}" type="pres">
      <dgm:prSet presAssocID="{CD014986-3C07-A244-9794-E24BBF802400}" presName="cycle" presStyleCnt="0">
        <dgm:presLayoutVars>
          <dgm:dir/>
          <dgm:resizeHandles val="exact"/>
        </dgm:presLayoutVars>
      </dgm:prSet>
      <dgm:spPr/>
    </dgm:pt>
    <dgm:pt modelId="{ACB2ACDB-9E77-1F45-AFDB-F740664F9A14}" type="pres">
      <dgm:prSet presAssocID="{EA531320-EC26-5743-92DC-73A5251CE369}" presName="dummy" presStyleCnt="0"/>
      <dgm:spPr/>
    </dgm:pt>
    <dgm:pt modelId="{36857F88-25BF-A349-8168-B94ABFD760B4}" type="pres">
      <dgm:prSet presAssocID="{EA531320-EC26-5743-92DC-73A5251CE369}" presName="node" presStyleLbl="revTx" presStyleIdx="0" presStyleCnt="5">
        <dgm:presLayoutVars>
          <dgm:bulletEnabled val="1"/>
        </dgm:presLayoutVars>
      </dgm:prSet>
      <dgm:spPr/>
    </dgm:pt>
    <dgm:pt modelId="{40F30F32-4C1C-CE4B-BB96-8C0B7AA8FB34}" type="pres">
      <dgm:prSet presAssocID="{C1443631-9551-524B-9D0D-75B9FF473872}" presName="sibTrans" presStyleLbl="node1" presStyleIdx="0" presStyleCnt="5"/>
      <dgm:spPr/>
    </dgm:pt>
    <dgm:pt modelId="{7C2B3F82-6400-1544-8822-693070A6AB71}" type="pres">
      <dgm:prSet presAssocID="{76B4D273-5770-7C4F-AF06-A261990CFFA0}" presName="dummy" presStyleCnt="0"/>
      <dgm:spPr/>
    </dgm:pt>
    <dgm:pt modelId="{236DB3A0-0D9A-3144-9258-673EACE50E14}" type="pres">
      <dgm:prSet presAssocID="{76B4D273-5770-7C4F-AF06-A261990CFFA0}" presName="node" presStyleLbl="revTx" presStyleIdx="1" presStyleCnt="5">
        <dgm:presLayoutVars>
          <dgm:bulletEnabled val="1"/>
        </dgm:presLayoutVars>
      </dgm:prSet>
      <dgm:spPr/>
    </dgm:pt>
    <dgm:pt modelId="{9D168C89-7035-2A4E-AADE-D21F38D56671}" type="pres">
      <dgm:prSet presAssocID="{08E2F483-5AF6-AC4E-90CD-AAC06A9D81F6}" presName="sibTrans" presStyleLbl="node1" presStyleIdx="1" presStyleCnt="5"/>
      <dgm:spPr/>
    </dgm:pt>
    <dgm:pt modelId="{72AF85A4-619E-B245-8235-DFA24185E047}" type="pres">
      <dgm:prSet presAssocID="{3407DE0B-CCBA-5B44-A0FF-C29B76A1F869}" presName="dummy" presStyleCnt="0"/>
      <dgm:spPr/>
    </dgm:pt>
    <dgm:pt modelId="{64698297-A50D-A843-92B0-CFBB26C35CE5}" type="pres">
      <dgm:prSet presAssocID="{3407DE0B-CCBA-5B44-A0FF-C29B76A1F869}" presName="node" presStyleLbl="revTx" presStyleIdx="2" presStyleCnt="5">
        <dgm:presLayoutVars>
          <dgm:bulletEnabled val="1"/>
        </dgm:presLayoutVars>
      </dgm:prSet>
      <dgm:spPr/>
    </dgm:pt>
    <dgm:pt modelId="{CAEC4C3B-3150-EA46-B833-BE8780DD3CED}" type="pres">
      <dgm:prSet presAssocID="{9153E7EB-36E0-F544-8699-22655AD84783}" presName="sibTrans" presStyleLbl="node1" presStyleIdx="2" presStyleCnt="5"/>
      <dgm:spPr/>
    </dgm:pt>
    <dgm:pt modelId="{3FB00ED0-5106-4144-A03D-AB848E88B0AF}" type="pres">
      <dgm:prSet presAssocID="{A479E2E8-54A1-2F42-BB4B-A01F5A4C9143}" presName="dummy" presStyleCnt="0"/>
      <dgm:spPr/>
    </dgm:pt>
    <dgm:pt modelId="{FA2FC895-92CA-4546-9480-0873C5D0C8D9}" type="pres">
      <dgm:prSet presAssocID="{A479E2E8-54A1-2F42-BB4B-A01F5A4C9143}" presName="node" presStyleLbl="revTx" presStyleIdx="3" presStyleCnt="5">
        <dgm:presLayoutVars>
          <dgm:bulletEnabled val="1"/>
        </dgm:presLayoutVars>
      </dgm:prSet>
      <dgm:spPr/>
    </dgm:pt>
    <dgm:pt modelId="{42D5A68A-E75B-654A-9744-B9AA397A4C59}" type="pres">
      <dgm:prSet presAssocID="{62263430-53C7-D44C-8BD0-4B599BA66C89}" presName="sibTrans" presStyleLbl="node1" presStyleIdx="3" presStyleCnt="5"/>
      <dgm:spPr/>
    </dgm:pt>
    <dgm:pt modelId="{2E3C8CA0-6000-E949-B784-147D243C3241}" type="pres">
      <dgm:prSet presAssocID="{60459489-A3A9-8341-9947-F4818078F8D7}" presName="dummy" presStyleCnt="0"/>
      <dgm:spPr/>
    </dgm:pt>
    <dgm:pt modelId="{FF10C666-CC2D-DC4A-88BD-15923D448A22}" type="pres">
      <dgm:prSet presAssocID="{60459489-A3A9-8341-9947-F4818078F8D7}" presName="node" presStyleLbl="revTx" presStyleIdx="4" presStyleCnt="5">
        <dgm:presLayoutVars>
          <dgm:bulletEnabled val="1"/>
        </dgm:presLayoutVars>
      </dgm:prSet>
      <dgm:spPr/>
    </dgm:pt>
    <dgm:pt modelId="{51E43E35-6508-E040-8D85-E4AAA1C04D90}" type="pres">
      <dgm:prSet presAssocID="{732CC5C5-D26E-E240-A0CD-5D57F502FB15}" presName="sibTrans" presStyleLbl="node1" presStyleIdx="4" presStyleCnt="5"/>
      <dgm:spPr/>
    </dgm:pt>
  </dgm:ptLst>
  <dgm:cxnLst>
    <dgm:cxn modelId="{C78D5F2E-CA89-8F4E-8758-873A8DE2CFE0}" type="presOf" srcId="{60459489-A3A9-8341-9947-F4818078F8D7}" destId="{FF10C666-CC2D-DC4A-88BD-15923D448A22}" srcOrd="0" destOrd="0" presId="urn:microsoft.com/office/officeart/2005/8/layout/cycle1"/>
    <dgm:cxn modelId="{DDFE9D2E-480F-DC46-87AF-4818956B9C6B}" type="presOf" srcId="{08E2F483-5AF6-AC4E-90CD-AAC06A9D81F6}" destId="{9D168C89-7035-2A4E-AADE-D21F38D56671}" srcOrd="0" destOrd="0" presId="urn:microsoft.com/office/officeart/2005/8/layout/cycle1"/>
    <dgm:cxn modelId="{1D3CA950-9A6E-064E-866C-55753E9E649D}" srcId="{CD014986-3C07-A244-9794-E24BBF802400}" destId="{A479E2E8-54A1-2F42-BB4B-A01F5A4C9143}" srcOrd="3" destOrd="0" parTransId="{1B69B9C7-42B6-CA4C-A48C-CE2C30ED0A62}" sibTransId="{62263430-53C7-D44C-8BD0-4B599BA66C89}"/>
    <dgm:cxn modelId="{55011C64-1E76-DB46-BECE-33148A56A338}" type="presOf" srcId="{732CC5C5-D26E-E240-A0CD-5D57F502FB15}" destId="{51E43E35-6508-E040-8D85-E4AAA1C04D90}" srcOrd="0" destOrd="0" presId="urn:microsoft.com/office/officeart/2005/8/layout/cycle1"/>
    <dgm:cxn modelId="{6D85F364-9293-B044-9652-BAC8130437BD}" type="presOf" srcId="{A479E2E8-54A1-2F42-BB4B-A01F5A4C9143}" destId="{FA2FC895-92CA-4546-9480-0873C5D0C8D9}" srcOrd="0" destOrd="0" presId="urn:microsoft.com/office/officeart/2005/8/layout/cycle1"/>
    <dgm:cxn modelId="{5D25FB7B-D619-E34E-93BC-9DDFFB2B9440}" type="presOf" srcId="{C1443631-9551-524B-9D0D-75B9FF473872}" destId="{40F30F32-4C1C-CE4B-BB96-8C0B7AA8FB34}" srcOrd="0" destOrd="0" presId="urn:microsoft.com/office/officeart/2005/8/layout/cycle1"/>
    <dgm:cxn modelId="{5F9D6D81-2886-A249-B9A6-03D67ED1A0C3}" type="presOf" srcId="{3407DE0B-CCBA-5B44-A0FF-C29B76A1F869}" destId="{64698297-A50D-A843-92B0-CFBB26C35CE5}" srcOrd="0" destOrd="0" presId="urn:microsoft.com/office/officeart/2005/8/layout/cycle1"/>
    <dgm:cxn modelId="{112B34CC-1C28-1745-9393-D98A63FE4765}" srcId="{CD014986-3C07-A244-9794-E24BBF802400}" destId="{60459489-A3A9-8341-9947-F4818078F8D7}" srcOrd="4" destOrd="0" parTransId="{FD4825C6-AEEE-254B-BBA1-C3C6D64968DE}" sibTransId="{732CC5C5-D26E-E240-A0CD-5D57F502FB15}"/>
    <dgm:cxn modelId="{49200ACD-BEAF-844F-A263-AF56AE54040F}" type="presOf" srcId="{CD014986-3C07-A244-9794-E24BBF802400}" destId="{D0428336-CDC0-8E41-B7DA-681A06A8223D}" srcOrd="0" destOrd="0" presId="urn:microsoft.com/office/officeart/2005/8/layout/cycle1"/>
    <dgm:cxn modelId="{1DDDCBD0-3900-6149-A06B-C375AAC7D4E9}" type="presOf" srcId="{9153E7EB-36E0-F544-8699-22655AD84783}" destId="{CAEC4C3B-3150-EA46-B833-BE8780DD3CED}" srcOrd="0" destOrd="0" presId="urn:microsoft.com/office/officeart/2005/8/layout/cycle1"/>
    <dgm:cxn modelId="{64DFB5DA-2C8E-A448-ACCF-03AC8EDC1E7D}" type="presOf" srcId="{76B4D273-5770-7C4F-AF06-A261990CFFA0}" destId="{236DB3A0-0D9A-3144-9258-673EACE50E14}" srcOrd="0" destOrd="0" presId="urn:microsoft.com/office/officeart/2005/8/layout/cycle1"/>
    <dgm:cxn modelId="{EACD6BE3-E773-3042-9403-7EF903869A8E}" type="presOf" srcId="{EA531320-EC26-5743-92DC-73A5251CE369}" destId="{36857F88-25BF-A349-8168-B94ABFD760B4}" srcOrd="0" destOrd="0" presId="urn:microsoft.com/office/officeart/2005/8/layout/cycle1"/>
    <dgm:cxn modelId="{471102F3-3645-9346-941C-67FE41B10343}" srcId="{CD014986-3C07-A244-9794-E24BBF802400}" destId="{EA531320-EC26-5743-92DC-73A5251CE369}" srcOrd="0" destOrd="0" parTransId="{4F2313D7-DADE-7D4D-B605-0C3B6150CABD}" sibTransId="{C1443631-9551-524B-9D0D-75B9FF473872}"/>
    <dgm:cxn modelId="{634EAFF4-5465-9D4E-9C15-DE5E4686A969}" srcId="{CD014986-3C07-A244-9794-E24BBF802400}" destId="{76B4D273-5770-7C4F-AF06-A261990CFFA0}" srcOrd="1" destOrd="0" parTransId="{BF77EA96-36BC-E94F-BABA-16C753DA3CD2}" sibTransId="{08E2F483-5AF6-AC4E-90CD-AAC06A9D81F6}"/>
    <dgm:cxn modelId="{DB0178F5-1167-204E-98E7-14CA5B564316}" srcId="{CD014986-3C07-A244-9794-E24BBF802400}" destId="{3407DE0B-CCBA-5B44-A0FF-C29B76A1F869}" srcOrd="2" destOrd="0" parTransId="{08A79008-46A6-7648-BEB5-9113BD232F35}" sibTransId="{9153E7EB-36E0-F544-8699-22655AD84783}"/>
    <dgm:cxn modelId="{F881C6FB-A433-C940-99DE-DF88087AA541}" type="presOf" srcId="{62263430-53C7-D44C-8BD0-4B599BA66C89}" destId="{42D5A68A-E75B-654A-9744-B9AA397A4C59}" srcOrd="0" destOrd="0" presId="urn:microsoft.com/office/officeart/2005/8/layout/cycle1"/>
    <dgm:cxn modelId="{A60CD214-14D0-0E47-A0B0-69E17F75A460}" type="presParOf" srcId="{D0428336-CDC0-8E41-B7DA-681A06A8223D}" destId="{ACB2ACDB-9E77-1F45-AFDB-F740664F9A14}" srcOrd="0" destOrd="0" presId="urn:microsoft.com/office/officeart/2005/8/layout/cycle1"/>
    <dgm:cxn modelId="{D6A38147-D7CA-144C-B20C-F9E1FBC35F1F}" type="presParOf" srcId="{D0428336-CDC0-8E41-B7DA-681A06A8223D}" destId="{36857F88-25BF-A349-8168-B94ABFD760B4}" srcOrd="1" destOrd="0" presId="urn:microsoft.com/office/officeart/2005/8/layout/cycle1"/>
    <dgm:cxn modelId="{22EAE0E9-9888-9148-BFF7-91062DDF802F}" type="presParOf" srcId="{D0428336-CDC0-8E41-B7DA-681A06A8223D}" destId="{40F30F32-4C1C-CE4B-BB96-8C0B7AA8FB34}" srcOrd="2" destOrd="0" presId="urn:microsoft.com/office/officeart/2005/8/layout/cycle1"/>
    <dgm:cxn modelId="{6BE8221C-B1E1-3440-8EF9-2F00DF8B1532}" type="presParOf" srcId="{D0428336-CDC0-8E41-B7DA-681A06A8223D}" destId="{7C2B3F82-6400-1544-8822-693070A6AB71}" srcOrd="3" destOrd="0" presId="urn:microsoft.com/office/officeart/2005/8/layout/cycle1"/>
    <dgm:cxn modelId="{699234C7-46BB-DD4A-AA22-7BA5FCD8E24F}" type="presParOf" srcId="{D0428336-CDC0-8E41-B7DA-681A06A8223D}" destId="{236DB3A0-0D9A-3144-9258-673EACE50E14}" srcOrd="4" destOrd="0" presId="urn:microsoft.com/office/officeart/2005/8/layout/cycle1"/>
    <dgm:cxn modelId="{8B1F98DF-C3B0-134A-B49F-311F1E0DDEF2}" type="presParOf" srcId="{D0428336-CDC0-8E41-B7DA-681A06A8223D}" destId="{9D168C89-7035-2A4E-AADE-D21F38D56671}" srcOrd="5" destOrd="0" presId="urn:microsoft.com/office/officeart/2005/8/layout/cycle1"/>
    <dgm:cxn modelId="{02DD1E8D-1C5F-6346-9AB4-BA40E5A6CB30}" type="presParOf" srcId="{D0428336-CDC0-8E41-B7DA-681A06A8223D}" destId="{72AF85A4-619E-B245-8235-DFA24185E047}" srcOrd="6" destOrd="0" presId="urn:microsoft.com/office/officeart/2005/8/layout/cycle1"/>
    <dgm:cxn modelId="{7AFE06BC-D251-244A-8B70-9B075EE46855}" type="presParOf" srcId="{D0428336-CDC0-8E41-B7DA-681A06A8223D}" destId="{64698297-A50D-A843-92B0-CFBB26C35CE5}" srcOrd="7" destOrd="0" presId="urn:microsoft.com/office/officeart/2005/8/layout/cycle1"/>
    <dgm:cxn modelId="{176E0C54-A96D-B649-A8D1-F66DC2999622}" type="presParOf" srcId="{D0428336-CDC0-8E41-B7DA-681A06A8223D}" destId="{CAEC4C3B-3150-EA46-B833-BE8780DD3CED}" srcOrd="8" destOrd="0" presId="urn:microsoft.com/office/officeart/2005/8/layout/cycle1"/>
    <dgm:cxn modelId="{20A58F75-E4F2-254C-BC41-081E75871203}" type="presParOf" srcId="{D0428336-CDC0-8E41-B7DA-681A06A8223D}" destId="{3FB00ED0-5106-4144-A03D-AB848E88B0AF}" srcOrd="9" destOrd="0" presId="urn:microsoft.com/office/officeart/2005/8/layout/cycle1"/>
    <dgm:cxn modelId="{927E49F3-67EA-7340-AE8B-36FB7C93A199}" type="presParOf" srcId="{D0428336-CDC0-8E41-B7DA-681A06A8223D}" destId="{FA2FC895-92CA-4546-9480-0873C5D0C8D9}" srcOrd="10" destOrd="0" presId="urn:microsoft.com/office/officeart/2005/8/layout/cycle1"/>
    <dgm:cxn modelId="{C50D2F89-05AF-A248-A650-C84A5F93A580}" type="presParOf" srcId="{D0428336-CDC0-8E41-B7DA-681A06A8223D}" destId="{42D5A68A-E75B-654A-9744-B9AA397A4C59}" srcOrd="11" destOrd="0" presId="urn:microsoft.com/office/officeart/2005/8/layout/cycle1"/>
    <dgm:cxn modelId="{5A96E835-5E15-954A-B806-E8E121367196}" type="presParOf" srcId="{D0428336-CDC0-8E41-B7DA-681A06A8223D}" destId="{2E3C8CA0-6000-E949-B784-147D243C3241}" srcOrd="12" destOrd="0" presId="urn:microsoft.com/office/officeart/2005/8/layout/cycle1"/>
    <dgm:cxn modelId="{E3102EBA-3897-DC45-A33E-6EAA447A8B70}" type="presParOf" srcId="{D0428336-CDC0-8E41-B7DA-681A06A8223D}" destId="{FF10C666-CC2D-DC4A-88BD-15923D448A22}" srcOrd="13" destOrd="0" presId="urn:microsoft.com/office/officeart/2005/8/layout/cycle1"/>
    <dgm:cxn modelId="{046130C9-E425-DF42-829F-BEBB84D6E9A5}" type="presParOf" srcId="{D0428336-CDC0-8E41-B7DA-681A06A8223D}" destId="{51E43E35-6508-E040-8D85-E4AAA1C04D90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D014986-3C07-A244-9794-E24BBF802400}" type="doc">
      <dgm:prSet loTypeId="urn:microsoft.com/office/officeart/2005/8/layout/cycle1" loCatId="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EA531320-EC26-5743-92DC-73A5251CE369}">
      <dgm:prSet phldrT="[Text]"/>
      <dgm:spPr/>
      <dgm:t>
        <a:bodyPr/>
        <a:lstStyle/>
        <a:p>
          <a:r>
            <a:rPr lang="en-US" dirty="0"/>
            <a:t>Formulate Processing Graph</a:t>
          </a:r>
        </a:p>
      </dgm:t>
    </dgm:pt>
    <dgm:pt modelId="{4F2313D7-DADE-7D4D-B605-0C3B6150CABD}" type="parTrans" cxnId="{471102F3-3645-9346-941C-67FE41B10343}">
      <dgm:prSet/>
      <dgm:spPr/>
      <dgm:t>
        <a:bodyPr/>
        <a:lstStyle/>
        <a:p>
          <a:endParaRPr lang="en-US"/>
        </a:p>
      </dgm:t>
    </dgm:pt>
    <dgm:pt modelId="{C1443631-9551-524B-9D0D-75B9FF473872}" type="sibTrans" cxnId="{471102F3-3645-9346-941C-67FE41B10343}">
      <dgm:prSet/>
      <dgm:spPr/>
      <dgm:t>
        <a:bodyPr/>
        <a:lstStyle/>
        <a:p>
          <a:endParaRPr lang="en-US"/>
        </a:p>
      </dgm:t>
    </dgm:pt>
    <dgm:pt modelId="{76B4D273-5770-7C4F-AF06-A261990CFFA0}">
      <dgm:prSet phldrT="[Text]"/>
      <dgm:spPr/>
      <dgm:t>
        <a:bodyPr/>
        <a:lstStyle/>
        <a:p>
          <a:r>
            <a:rPr lang="en-US" dirty="0"/>
            <a:t>Compose + Synthesize</a:t>
          </a:r>
        </a:p>
      </dgm:t>
    </dgm:pt>
    <dgm:pt modelId="{BF77EA96-36BC-E94F-BABA-16C753DA3CD2}" type="parTrans" cxnId="{634EAFF4-5465-9D4E-9C15-DE5E4686A969}">
      <dgm:prSet/>
      <dgm:spPr/>
      <dgm:t>
        <a:bodyPr/>
        <a:lstStyle/>
        <a:p>
          <a:endParaRPr lang="en-US"/>
        </a:p>
      </dgm:t>
    </dgm:pt>
    <dgm:pt modelId="{08E2F483-5AF6-AC4E-90CD-AAC06A9D81F6}" type="sibTrans" cxnId="{634EAFF4-5465-9D4E-9C15-DE5E4686A969}">
      <dgm:prSet/>
      <dgm:spPr/>
      <dgm:t>
        <a:bodyPr/>
        <a:lstStyle/>
        <a:p>
          <a:endParaRPr lang="en-US"/>
        </a:p>
      </dgm:t>
    </dgm:pt>
    <dgm:pt modelId="{3407DE0B-CCBA-5B44-A0FF-C29B76A1F869}">
      <dgm:prSet phldrT="[Text]"/>
      <dgm:spPr/>
      <dgm:t>
        <a:bodyPr/>
        <a:lstStyle/>
        <a:p>
          <a:r>
            <a:rPr lang="en-US" dirty="0"/>
            <a:t>Compile</a:t>
          </a:r>
        </a:p>
      </dgm:t>
    </dgm:pt>
    <dgm:pt modelId="{08A79008-46A6-7648-BEB5-9113BD232F35}" type="parTrans" cxnId="{DB0178F5-1167-204E-98E7-14CA5B564316}">
      <dgm:prSet/>
      <dgm:spPr/>
      <dgm:t>
        <a:bodyPr/>
        <a:lstStyle/>
        <a:p>
          <a:endParaRPr lang="en-US"/>
        </a:p>
      </dgm:t>
    </dgm:pt>
    <dgm:pt modelId="{9153E7EB-36E0-F544-8699-22655AD84783}" type="sibTrans" cxnId="{DB0178F5-1167-204E-98E7-14CA5B564316}">
      <dgm:prSet/>
      <dgm:spPr/>
      <dgm:t>
        <a:bodyPr/>
        <a:lstStyle/>
        <a:p>
          <a:endParaRPr lang="en-US"/>
        </a:p>
      </dgm:t>
    </dgm:pt>
    <dgm:pt modelId="{A479E2E8-54A1-2F42-BB4B-A01F5A4C9143}">
      <dgm:prSet phldrT="[Text]"/>
      <dgm:spPr/>
      <dgm:t>
        <a:bodyPr/>
        <a:lstStyle/>
        <a:p>
          <a:r>
            <a:rPr lang="en-US" dirty="0"/>
            <a:t>Deploy</a:t>
          </a:r>
        </a:p>
      </dgm:t>
    </dgm:pt>
    <dgm:pt modelId="{1B69B9C7-42B6-CA4C-A48C-CE2C30ED0A62}" type="parTrans" cxnId="{1D3CA950-9A6E-064E-866C-55753E9E649D}">
      <dgm:prSet/>
      <dgm:spPr/>
      <dgm:t>
        <a:bodyPr/>
        <a:lstStyle/>
        <a:p>
          <a:endParaRPr lang="en-US"/>
        </a:p>
      </dgm:t>
    </dgm:pt>
    <dgm:pt modelId="{62263430-53C7-D44C-8BD0-4B599BA66C89}" type="sibTrans" cxnId="{1D3CA950-9A6E-064E-866C-55753E9E649D}">
      <dgm:prSet/>
      <dgm:spPr/>
      <dgm:t>
        <a:bodyPr/>
        <a:lstStyle/>
        <a:p>
          <a:endParaRPr lang="en-US"/>
        </a:p>
      </dgm:t>
    </dgm:pt>
    <dgm:pt modelId="{60459489-A3A9-8341-9947-F4818078F8D7}">
      <dgm:prSet phldrT="[Text]"/>
      <dgm:spPr/>
      <dgm:t>
        <a:bodyPr/>
        <a:lstStyle/>
        <a:p>
          <a:r>
            <a:rPr lang="en-US" dirty="0">
              <a:solidFill>
                <a:schemeClr val="accent2"/>
              </a:solidFill>
            </a:rPr>
            <a:t>Introspect</a:t>
          </a:r>
        </a:p>
      </dgm:t>
    </dgm:pt>
    <dgm:pt modelId="{FD4825C6-AEEE-254B-BBA1-C3C6D64968DE}" type="parTrans" cxnId="{112B34CC-1C28-1745-9393-D98A63FE4765}">
      <dgm:prSet/>
      <dgm:spPr/>
      <dgm:t>
        <a:bodyPr/>
        <a:lstStyle/>
        <a:p>
          <a:endParaRPr lang="en-US"/>
        </a:p>
      </dgm:t>
    </dgm:pt>
    <dgm:pt modelId="{732CC5C5-D26E-E240-A0CD-5D57F502FB15}" type="sibTrans" cxnId="{112B34CC-1C28-1745-9393-D98A63FE4765}">
      <dgm:prSet/>
      <dgm:spPr/>
      <dgm:t>
        <a:bodyPr/>
        <a:lstStyle/>
        <a:p>
          <a:endParaRPr lang="en-US"/>
        </a:p>
      </dgm:t>
    </dgm:pt>
    <dgm:pt modelId="{D0428336-CDC0-8E41-B7DA-681A06A8223D}" type="pres">
      <dgm:prSet presAssocID="{CD014986-3C07-A244-9794-E24BBF802400}" presName="cycle" presStyleCnt="0">
        <dgm:presLayoutVars>
          <dgm:dir/>
          <dgm:resizeHandles val="exact"/>
        </dgm:presLayoutVars>
      </dgm:prSet>
      <dgm:spPr/>
    </dgm:pt>
    <dgm:pt modelId="{ACB2ACDB-9E77-1F45-AFDB-F740664F9A14}" type="pres">
      <dgm:prSet presAssocID="{EA531320-EC26-5743-92DC-73A5251CE369}" presName="dummy" presStyleCnt="0"/>
      <dgm:spPr/>
    </dgm:pt>
    <dgm:pt modelId="{36857F88-25BF-A349-8168-B94ABFD760B4}" type="pres">
      <dgm:prSet presAssocID="{EA531320-EC26-5743-92DC-73A5251CE369}" presName="node" presStyleLbl="revTx" presStyleIdx="0" presStyleCnt="5">
        <dgm:presLayoutVars>
          <dgm:bulletEnabled val="1"/>
        </dgm:presLayoutVars>
      </dgm:prSet>
      <dgm:spPr/>
    </dgm:pt>
    <dgm:pt modelId="{40F30F32-4C1C-CE4B-BB96-8C0B7AA8FB34}" type="pres">
      <dgm:prSet presAssocID="{C1443631-9551-524B-9D0D-75B9FF473872}" presName="sibTrans" presStyleLbl="node1" presStyleIdx="0" presStyleCnt="5"/>
      <dgm:spPr/>
    </dgm:pt>
    <dgm:pt modelId="{7C2B3F82-6400-1544-8822-693070A6AB71}" type="pres">
      <dgm:prSet presAssocID="{76B4D273-5770-7C4F-AF06-A261990CFFA0}" presName="dummy" presStyleCnt="0"/>
      <dgm:spPr/>
    </dgm:pt>
    <dgm:pt modelId="{236DB3A0-0D9A-3144-9258-673EACE50E14}" type="pres">
      <dgm:prSet presAssocID="{76B4D273-5770-7C4F-AF06-A261990CFFA0}" presName="node" presStyleLbl="revTx" presStyleIdx="1" presStyleCnt="5">
        <dgm:presLayoutVars>
          <dgm:bulletEnabled val="1"/>
        </dgm:presLayoutVars>
      </dgm:prSet>
      <dgm:spPr/>
    </dgm:pt>
    <dgm:pt modelId="{9D168C89-7035-2A4E-AADE-D21F38D56671}" type="pres">
      <dgm:prSet presAssocID="{08E2F483-5AF6-AC4E-90CD-AAC06A9D81F6}" presName="sibTrans" presStyleLbl="node1" presStyleIdx="1" presStyleCnt="5"/>
      <dgm:spPr/>
    </dgm:pt>
    <dgm:pt modelId="{72AF85A4-619E-B245-8235-DFA24185E047}" type="pres">
      <dgm:prSet presAssocID="{3407DE0B-CCBA-5B44-A0FF-C29B76A1F869}" presName="dummy" presStyleCnt="0"/>
      <dgm:spPr/>
    </dgm:pt>
    <dgm:pt modelId="{64698297-A50D-A843-92B0-CFBB26C35CE5}" type="pres">
      <dgm:prSet presAssocID="{3407DE0B-CCBA-5B44-A0FF-C29B76A1F869}" presName="node" presStyleLbl="revTx" presStyleIdx="2" presStyleCnt="5">
        <dgm:presLayoutVars>
          <dgm:bulletEnabled val="1"/>
        </dgm:presLayoutVars>
      </dgm:prSet>
      <dgm:spPr/>
    </dgm:pt>
    <dgm:pt modelId="{CAEC4C3B-3150-EA46-B833-BE8780DD3CED}" type="pres">
      <dgm:prSet presAssocID="{9153E7EB-36E0-F544-8699-22655AD84783}" presName="sibTrans" presStyleLbl="node1" presStyleIdx="2" presStyleCnt="5"/>
      <dgm:spPr/>
    </dgm:pt>
    <dgm:pt modelId="{3FB00ED0-5106-4144-A03D-AB848E88B0AF}" type="pres">
      <dgm:prSet presAssocID="{A479E2E8-54A1-2F42-BB4B-A01F5A4C9143}" presName="dummy" presStyleCnt="0"/>
      <dgm:spPr/>
    </dgm:pt>
    <dgm:pt modelId="{FA2FC895-92CA-4546-9480-0873C5D0C8D9}" type="pres">
      <dgm:prSet presAssocID="{A479E2E8-54A1-2F42-BB4B-A01F5A4C9143}" presName="node" presStyleLbl="revTx" presStyleIdx="3" presStyleCnt="5">
        <dgm:presLayoutVars>
          <dgm:bulletEnabled val="1"/>
        </dgm:presLayoutVars>
      </dgm:prSet>
      <dgm:spPr/>
    </dgm:pt>
    <dgm:pt modelId="{42D5A68A-E75B-654A-9744-B9AA397A4C59}" type="pres">
      <dgm:prSet presAssocID="{62263430-53C7-D44C-8BD0-4B599BA66C89}" presName="sibTrans" presStyleLbl="node1" presStyleIdx="3" presStyleCnt="5"/>
      <dgm:spPr/>
    </dgm:pt>
    <dgm:pt modelId="{2E3C8CA0-6000-E949-B784-147D243C3241}" type="pres">
      <dgm:prSet presAssocID="{60459489-A3A9-8341-9947-F4818078F8D7}" presName="dummy" presStyleCnt="0"/>
      <dgm:spPr/>
    </dgm:pt>
    <dgm:pt modelId="{FF10C666-CC2D-DC4A-88BD-15923D448A22}" type="pres">
      <dgm:prSet presAssocID="{60459489-A3A9-8341-9947-F4818078F8D7}" presName="node" presStyleLbl="revTx" presStyleIdx="4" presStyleCnt="5">
        <dgm:presLayoutVars>
          <dgm:bulletEnabled val="1"/>
        </dgm:presLayoutVars>
      </dgm:prSet>
      <dgm:spPr/>
    </dgm:pt>
    <dgm:pt modelId="{51E43E35-6508-E040-8D85-E4AAA1C04D90}" type="pres">
      <dgm:prSet presAssocID="{732CC5C5-D26E-E240-A0CD-5D57F502FB15}" presName="sibTrans" presStyleLbl="node1" presStyleIdx="4" presStyleCnt="5"/>
      <dgm:spPr/>
    </dgm:pt>
  </dgm:ptLst>
  <dgm:cxnLst>
    <dgm:cxn modelId="{C78D5F2E-CA89-8F4E-8758-873A8DE2CFE0}" type="presOf" srcId="{60459489-A3A9-8341-9947-F4818078F8D7}" destId="{FF10C666-CC2D-DC4A-88BD-15923D448A22}" srcOrd="0" destOrd="0" presId="urn:microsoft.com/office/officeart/2005/8/layout/cycle1"/>
    <dgm:cxn modelId="{DDFE9D2E-480F-DC46-87AF-4818956B9C6B}" type="presOf" srcId="{08E2F483-5AF6-AC4E-90CD-AAC06A9D81F6}" destId="{9D168C89-7035-2A4E-AADE-D21F38D56671}" srcOrd="0" destOrd="0" presId="urn:microsoft.com/office/officeart/2005/8/layout/cycle1"/>
    <dgm:cxn modelId="{1D3CA950-9A6E-064E-866C-55753E9E649D}" srcId="{CD014986-3C07-A244-9794-E24BBF802400}" destId="{A479E2E8-54A1-2F42-BB4B-A01F5A4C9143}" srcOrd="3" destOrd="0" parTransId="{1B69B9C7-42B6-CA4C-A48C-CE2C30ED0A62}" sibTransId="{62263430-53C7-D44C-8BD0-4B599BA66C89}"/>
    <dgm:cxn modelId="{55011C64-1E76-DB46-BECE-33148A56A338}" type="presOf" srcId="{732CC5C5-D26E-E240-A0CD-5D57F502FB15}" destId="{51E43E35-6508-E040-8D85-E4AAA1C04D90}" srcOrd="0" destOrd="0" presId="urn:microsoft.com/office/officeart/2005/8/layout/cycle1"/>
    <dgm:cxn modelId="{6D85F364-9293-B044-9652-BAC8130437BD}" type="presOf" srcId="{A479E2E8-54A1-2F42-BB4B-A01F5A4C9143}" destId="{FA2FC895-92CA-4546-9480-0873C5D0C8D9}" srcOrd="0" destOrd="0" presId="urn:microsoft.com/office/officeart/2005/8/layout/cycle1"/>
    <dgm:cxn modelId="{5D25FB7B-D619-E34E-93BC-9DDFFB2B9440}" type="presOf" srcId="{C1443631-9551-524B-9D0D-75B9FF473872}" destId="{40F30F32-4C1C-CE4B-BB96-8C0B7AA8FB34}" srcOrd="0" destOrd="0" presId="urn:microsoft.com/office/officeart/2005/8/layout/cycle1"/>
    <dgm:cxn modelId="{5F9D6D81-2886-A249-B9A6-03D67ED1A0C3}" type="presOf" srcId="{3407DE0B-CCBA-5B44-A0FF-C29B76A1F869}" destId="{64698297-A50D-A843-92B0-CFBB26C35CE5}" srcOrd="0" destOrd="0" presId="urn:microsoft.com/office/officeart/2005/8/layout/cycle1"/>
    <dgm:cxn modelId="{112B34CC-1C28-1745-9393-D98A63FE4765}" srcId="{CD014986-3C07-A244-9794-E24BBF802400}" destId="{60459489-A3A9-8341-9947-F4818078F8D7}" srcOrd="4" destOrd="0" parTransId="{FD4825C6-AEEE-254B-BBA1-C3C6D64968DE}" sibTransId="{732CC5C5-D26E-E240-A0CD-5D57F502FB15}"/>
    <dgm:cxn modelId="{49200ACD-BEAF-844F-A263-AF56AE54040F}" type="presOf" srcId="{CD014986-3C07-A244-9794-E24BBF802400}" destId="{D0428336-CDC0-8E41-B7DA-681A06A8223D}" srcOrd="0" destOrd="0" presId="urn:microsoft.com/office/officeart/2005/8/layout/cycle1"/>
    <dgm:cxn modelId="{1DDDCBD0-3900-6149-A06B-C375AAC7D4E9}" type="presOf" srcId="{9153E7EB-36E0-F544-8699-22655AD84783}" destId="{CAEC4C3B-3150-EA46-B833-BE8780DD3CED}" srcOrd="0" destOrd="0" presId="urn:microsoft.com/office/officeart/2005/8/layout/cycle1"/>
    <dgm:cxn modelId="{64DFB5DA-2C8E-A448-ACCF-03AC8EDC1E7D}" type="presOf" srcId="{76B4D273-5770-7C4F-AF06-A261990CFFA0}" destId="{236DB3A0-0D9A-3144-9258-673EACE50E14}" srcOrd="0" destOrd="0" presId="urn:microsoft.com/office/officeart/2005/8/layout/cycle1"/>
    <dgm:cxn modelId="{EACD6BE3-E773-3042-9403-7EF903869A8E}" type="presOf" srcId="{EA531320-EC26-5743-92DC-73A5251CE369}" destId="{36857F88-25BF-A349-8168-B94ABFD760B4}" srcOrd="0" destOrd="0" presId="urn:microsoft.com/office/officeart/2005/8/layout/cycle1"/>
    <dgm:cxn modelId="{471102F3-3645-9346-941C-67FE41B10343}" srcId="{CD014986-3C07-A244-9794-E24BBF802400}" destId="{EA531320-EC26-5743-92DC-73A5251CE369}" srcOrd="0" destOrd="0" parTransId="{4F2313D7-DADE-7D4D-B605-0C3B6150CABD}" sibTransId="{C1443631-9551-524B-9D0D-75B9FF473872}"/>
    <dgm:cxn modelId="{634EAFF4-5465-9D4E-9C15-DE5E4686A969}" srcId="{CD014986-3C07-A244-9794-E24BBF802400}" destId="{76B4D273-5770-7C4F-AF06-A261990CFFA0}" srcOrd="1" destOrd="0" parTransId="{BF77EA96-36BC-E94F-BABA-16C753DA3CD2}" sibTransId="{08E2F483-5AF6-AC4E-90CD-AAC06A9D81F6}"/>
    <dgm:cxn modelId="{DB0178F5-1167-204E-98E7-14CA5B564316}" srcId="{CD014986-3C07-A244-9794-E24BBF802400}" destId="{3407DE0B-CCBA-5B44-A0FF-C29B76A1F869}" srcOrd="2" destOrd="0" parTransId="{08A79008-46A6-7648-BEB5-9113BD232F35}" sibTransId="{9153E7EB-36E0-F544-8699-22655AD84783}"/>
    <dgm:cxn modelId="{F881C6FB-A433-C940-99DE-DF88087AA541}" type="presOf" srcId="{62263430-53C7-D44C-8BD0-4B599BA66C89}" destId="{42D5A68A-E75B-654A-9744-B9AA397A4C59}" srcOrd="0" destOrd="0" presId="urn:microsoft.com/office/officeart/2005/8/layout/cycle1"/>
    <dgm:cxn modelId="{A60CD214-14D0-0E47-A0B0-69E17F75A460}" type="presParOf" srcId="{D0428336-CDC0-8E41-B7DA-681A06A8223D}" destId="{ACB2ACDB-9E77-1F45-AFDB-F740664F9A14}" srcOrd="0" destOrd="0" presId="urn:microsoft.com/office/officeart/2005/8/layout/cycle1"/>
    <dgm:cxn modelId="{D6A38147-D7CA-144C-B20C-F9E1FBC35F1F}" type="presParOf" srcId="{D0428336-CDC0-8E41-B7DA-681A06A8223D}" destId="{36857F88-25BF-A349-8168-B94ABFD760B4}" srcOrd="1" destOrd="0" presId="urn:microsoft.com/office/officeart/2005/8/layout/cycle1"/>
    <dgm:cxn modelId="{22EAE0E9-9888-9148-BFF7-91062DDF802F}" type="presParOf" srcId="{D0428336-CDC0-8E41-B7DA-681A06A8223D}" destId="{40F30F32-4C1C-CE4B-BB96-8C0B7AA8FB34}" srcOrd="2" destOrd="0" presId="urn:microsoft.com/office/officeart/2005/8/layout/cycle1"/>
    <dgm:cxn modelId="{6BE8221C-B1E1-3440-8EF9-2F00DF8B1532}" type="presParOf" srcId="{D0428336-CDC0-8E41-B7DA-681A06A8223D}" destId="{7C2B3F82-6400-1544-8822-693070A6AB71}" srcOrd="3" destOrd="0" presId="urn:microsoft.com/office/officeart/2005/8/layout/cycle1"/>
    <dgm:cxn modelId="{699234C7-46BB-DD4A-AA22-7BA5FCD8E24F}" type="presParOf" srcId="{D0428336-CDC0-8E41-B7DA-681A06A8223D}" destId="{236DB3A0-0D9A-3144-9258-673EACE50E14}" srcOrd="4" destOrd="0" presId="urn:microsoft.com/office/officeart/2005/8/layout/cycle1"/>
    <dgm:cxn modelId="{8B1F98DF-C3B0-134A-B49F-311F1E0DDEF2}" type="presParOf" srcId="{D0428336-CDC0-8E41-B7DA-681A06A8223D}" destId="{9D168C89-7035-2A4E-AADE-D21F38D56671}" srcOrd="5" destOrd="0" presId="urn:microsoft.com/office/officeart/2005/8/layout/cycle1"/>
    <dgm:cxn modelId="{02DD1E8D-1C5F-6346-9AB4-BA40E5A6CB30}" type="presParOf" srcId="{D0428336-CDC0-8E41-B7DA-681A06A8223D}" destId="{72AF85A4-619E-B245-8235-DFA24185E047}" srcOrd="6" destOrd="0" presId="urn:microsoft.com/office/officeart/2005/8/layout/cycle1"/>
    <dgm:cxn modelId="{7AFE06BC-D251-244A-8B70-9B075EE46855}" type="presParOf" srcId="{D0428336-CDC0-8E41-B7DA-681A06A8223D}" destId="{64698297-A50D-A843-92B0-CFBB26C35CE5}" srcOrd="7" destOrd="0" presId="urn:microsoft.com/office/officeart/2005/8/layout/cycle1"/>
    <dgm:cxn modelId="{176E0C54-A96D-B649-A8D1-F66DC2999622}" type="presParOf" srcId="{D0428336-CDC0-8E41-B7DA-681A06A8223D}" destId="{CAEC4C3B-3150-EA46-B833-BE8780DD3CED}" srcOrd="8" destOrd="0" presId="urn:microsoft.com/office/officeart/2005/8/layout/cycle1"/>
    <dgm:cxn modelId="{20A58F75-E4F2-254C-BC41-081E75871203}" type="presParOf" srcId="{D0428336-CDC0-8E41-B7DA-681A06A8223D}" destId="{3FB00ED0-5106-4144-A03D-AB848E88B0AF}" srcOrd="9" destOrd="0" presId="urn:microsoft.com/office/officeart/2005/8/layout/cycle1"/>
    <dgm:cxn modelId="{927E49F3-67EA-7340-AE8B-36FB7C93A199}" type="presParOf" srcId="{D0428336-CDC0-8E41-B7DA-681A06A8223D}" destId="{FA2FC895-92CA-4546-9480-0873C5D0C8D9}" srcOrd="10" destOrd="0" presId="urn:microsoft.com/office/officeart/2005/8/layout/cycle1"/>
    <dgm:cxn modelId="{C50D2F89-05AF-A248-A650-C84A5F93A580}" type="presParOf" srcId="{D0428336-CDC0-8E41-B7DA-681A06A8223D}" destId="{42D5A68A-E75B-654A-9744-B9AA397A4C59}" srcOrd="11" destOrd="0" presId="urn:microsoft.com/office/officeart/2005/8/layout/cycle1"/>
    <dgm:cxn modelId="{5A96E835-5E15-954A-B806-E8E121367196}" type="presParOf" srcId="{D0428336-CDC0-8E41-B7DA-681A06A8223D}" destId="{2E3C8CA0-6000-E949-B784-147D243C3241}" srcOrd="12" destOrd="0" presId="urn:microsoft.com/office/officeart/2005/8/layout/cycle1"/>
    <dgm:cxn modelId="{E3102EBA-3897-DC45-A33E-6EAA447A8B70}" type="presParOf" srcId="{D0428336-CDC0-8E41-B7DA-681A06A8223D}" destId="{FF10C666-CC2D-DC4A-88BD-15923D448A22}" srcOrd="13" destOrd="0" presId="urn:microsoft.com/office/officeart/2005/8/layout/cycle1"/>
    <dgm:cxn modelId="{046130C9-E425-DF42-829F-BEBB84D6E9A5}" type="presParOf" srcId="{D0428336-CDC0-8E41-B7DA-681A06A8223D}" destId="{51E43E35-6508-E040-8D85-E4AAA1C04D90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D014986-3C07-A244-9794-E24BBF802400}" type="doc">
      <dgm:prSet loTypeId="urn:microsoft.com/office/officeart/2005/8/layout/cycle1" loCatId="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EA531320-EC26-5743-92DC-73A5251CE369}">
      <dgm:prSet phldrT="[Text]"/>
      <dgm:spPr/>
      <dgm:t>
        <a:bodyPr/>
        <a:lstStyle/>
        <a:p>
          <a:r>
            <a:rPr lang="en-US" dirty="0">
              <a:solidFill>
                <a:schemeClr val="accent2"/>
              </a:solidFill>
            </a:rPr>
            <a:t>Formulate Processing Graph</a:t>
          </a:r>
        </a:p>
      </dgm:t>
    </dgm:pt>
    <dgm:pt modelId="{4F2313D7-DADE-7D4D-B605-0C3B6150CABD}" type="parTrans" cxnId="{471102F3-3645-9346-941C-67FE41B10343}">
      <dgm:prSet/>
      <dgm:spPr/>
      <dgm:t>
        <a:bodyPr/>
        <a:lstStyle/>
        <a:p>
          <a:endParaRPr lang="en-US"/>
        </a:p>
      </dgm:t>
    </dgm:pt>
    <dgm:pt modelId="{C1443631-9551-524B-9D0D-75B9FF473872}" type="sibTrans" cxnId="{471102F3-3645-9346-941C-67FE41B10343}">
      <dgm:prSet/>
      <dgm:spPr/>
      <dgm:t>
        <a:bodyPr/>
        <a:lstStyle/>
        <a:p>
          <a:endParaRPr lang="en-US"/>
        </a:p>
      </dgm:t>
    </dgm:pt>
    <dgm:pt modelId="{76B4D273-5770-7C4F-AF06-A261990CFFA0}">
      <dgm:prSet phldrT="[Text]"/>
      <dgm:spPr/>
      <dgm:t>
        <a:bodyPr/>
        <a:lstStyle/>
        <a:p>
          <a:r>
            <a:rPr lang="en-US" dirty="0"/>
            <a:t>Compose + Synthesize</a:t>
          </a:r>
        </a:p>
      </dgm:t>
    </dgm:pt>
    <dgm:pt modelId="{BF77EA96-36BC-E94F-BABA-16C753DA3CD2}" type="parTrans" cxnId="{634EAFF4-5465-9D4E-9C15-DE5E4686A969}">
      <dgm:prSet/>
      <dgm:spPr/>
      <dgm:t>
        <a:bodyPr/>
        <a:lstStyle/>
        <a:p>
          <a:endParaRPr lang="en-US"/>
        </a:p>
      </dgm:t>
    </dgm:pt>
    <dgm:pt modelId="{08E2F483-5AF6-AC4E-90CD-AAC06A9D81F6}" type="sibTrans" cxnId="{634EAFF4-5465-9D4E-9C15-DE5E4686A969}">
      <dgm:prSet/>
      <dgm:spPr/>
      <dgm:t>
        <a:bodyPr/>
        <a:lstStyle/>
        <a:p>
          <a:endParaRPr lang="en-US"/>
        </a:p>
      </dgm:t>
    </dgm:pt>
    <dgm:pt modelId="{3407DE0B-CCBA-5B44-A0FF-C29B76A1F869}">
      <dgm:prSet phldrT="[Text]"/>
      <dgm:spPr/>
      <dgm:t>
        <a:bodyPr/>
        <a:lstStyle/>
        <a:p>
          <a:r>
            <a:rPr lang="en-US" dirty="0"/>
            <a:t>Compile</a:t>
          </a:r>
        </a:p>
      </dgm:t>
    </dgm:pt>
    <dgm:pt modelId="{08A79008-46A6-7648-BEB5-9113BD232F35}" type="parTrans" cxnId="{DB0178F5-1167-204E-98E7-14CA5B564316}">
      <dgm:prSet/>
      <dgm:spPr/>
      <dgm:t>
        <a:bodyPr/>
        <a:lstStyle/>
        <a:p>
          <a:endParaRPr lang="en-US"/>
        </a:p>
      </dgm:t>
    </dgm:pt>
    <dgm:pt modelId="{9153E7EB-36E0-F544-8699-22655AD84783}" type="sibTrans" cxnId="{DB0178F5-1167-204E-98E7-14CA5B564316}">
      <dgm:prSet/>
      <dgm:spPr/>
      <dgm:t>
        <a:bodyPr/>
        <a:lstStyle/>
        <a:p>
          <a:endParaRPr lang="en-US"/>
        </a:p>
      </dgm:t>
    </dgm:pt>
    <dgm:pt modelId="{A479E2E8-54A1-2F42-BB4B-A01F5A4C9143}">
      <dgm:prSet phldrT="[Text]"/>
      <dgm:spPr/>
      <dgm:t>
        <a:bodyPr/>
        <a:lstStyle/>
        <a:p>
          <a:r>
            <a:rPr lang="en-US" dirty="0"/>
            <a:t>Deploy</a:t>
          </a:r>
        </a:p>
      </dgm:t>
    </dgm:pt>
    <dgm:pt modelId="{1B69B9C7-42B6-CA4C-A48C-CE2C30ED0A62}" type="parTrans" cxnId="{1D3CA950-9A6E-064E-866C-55753E9E649D}">
      <dgm:prSet/>
      <dgm:spPr/>
      <dgm:t>
        <a:bodyPr/>
        <a:lstStyle/>
        <a:p>
          <a:endParaRPr lang="en-US"/>
        </a:p>
      </dgm:t>
    </dgm:pt>
    <dgm:pt modelId="{62263430-53C7-D44C-8BD0-4B599BA66C89}" type="sibTrans" cxnId="{1D3CA950-9A6E-064E-866C-55753E9E649D}">
      <dgm:prSet/>
      <dgm:spPr/>
      <dgm:t>
        <a:bodyPr/>
        <a:lstStyle/>
        <a:p>
          <a:endParaRPr lang="en-US"/>
        </a:p>
      </dgm:t>
    </dgm:pt>
    <dgm:pt modelId="{60459489-A3A9-8341-9947-F4818078F8D7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Introspect</a:t>
          </a:r>
        </a:p>
      </dgm:t>
    </dgm:pt>
    <dgm:pt modelId="{FD4825C6-AEEE-254B-BBA1-C3C6D64968DE}" type="parTrans" cxnId="{112B34CC-1C28-1745-9393-D98A63FE4765}">
      <dgm:prSet/>
      <dgm:spPr/>
      <dgm:t>
        <a:bodyPr/>
        <a:lstStyle/>
        <a:p>
          <a:endParaRPr lang="en-US"/>
        </a:p>
      </dgm:t>
    </dgm:pt>
    <dgm:pt modelId="{732CC5C5-D26E-E240-A0CD-5D57F502FB15}" type="sibTrans" cxnId="{112B34CC-1C28-1745-9393-D98A63FE4765}">
      <dgm:prSet/>
      <dgm:spPr/>
      <dgm:t>
        <a:bodyPr/>
        <a:lstStyle/>
        <a:p>
          <a:endParaRPr lang="en-US"/>
        </a:p>
      </dgm:t>
    </dgm:pt>
    <dgm:pt modelId="{D0428336-CDC0-8E41-B7DA-681A06A8223D}" type="pres">
      <dgm:prSet presAssocID="{CD014986-3C07-A244-9794-E24BBF802400}" presName="cycle" presStyleCnt="0">
        <dgm:presLayoutVars>
          <dgm:dir/>
          <dgm:resizeHandles val="exact"/>
        </dgm:presLayoutVars>
      </dgm:prSet>
      <dgm:spPr/>
    </dgm:pt>
    <dgm:pt modelId="{ACB2ACDB-9E77-1F45-AFDB-F740664F9A14}" type="pres">
      <dgm:prSet presAssocID="{EA531320-EC26-5743-92DC-73A5251CE369}" presName="dummy" presStyleCnt="0"/>
      <dgm:spPr/>
    </dgm:pt>
    <dgm:pt modelId="{36857F88-25BF-A349-8168-B94ABFD760B4}" type="pres">
      <dgm:prSet presAssocID="{EA531320-EC26-5743-92DC-73A5251CE369}" presName="node" presStyleLbl="revTx" presStyleIdx="0" presStyleCnt="5">
        <dgm:presLayoutVars>
          <dgm:bulletEnabled val="1"/>
        </dgm:presLayoutVars>
      </dgm:prSet>
      <dgm:spPr/>
    </dgm:pt>
    <dgm:pt modelId="{40F30F32-4C1C-CE4B-BB96-8C0B7AA8FB34}" type="pres">
      <dgm:prSet presAssocID="{C1443631-9551-524B-9D0D-75B9FF473872}" presName="sibTrans" presStyleLbl="node1" presStyleIdx="0" presStyleCnt="5"/>
      <dgm:spPr/>
    </dgm:pt>
    <dgm:pt modelId="{7C2B3F82-6400-1544-8822-693070A6AB71}" type="pres">
      <dgm:prSet presAssocID="{76B4D273-5770-7C4F-AF06-A261990CFFA0}" presName="dummy" presStyleCnt="0"/>
      <dgm:spPr/>
    </dgm:pt>
    <dgm:pt modelId="{236DB3A0-0D9A-3144-9258-673EACE50E14}" type="pres">
      <dgm:prSet presAssocID="{76B4D273-5770-7C4F-AF06-A261990CFFA0}" presName="node" presStyleLbl="revTx" presStyleIdx="1" presStyleCnt="5">
        <dgm:presLayoutVars>
          <dgm:bulletEnabled val="1"/>
        </dgm:presLayoutVars>
      </dgm:prSet>
      <dgm:spPr/>
    </dgm:pt>
    <dgm:pt modelId="{9D168C89-7035-2A4E-AADE-D21F38D56671}" type="pres">
      <dgm:prSet presAssocID="{08E2F483-5AF6-AC4E-90CD-AAC06A9D81F6}" presName="sibTrans" presStyleLbl="node1" presStyleIdx="1" presStyleCnt="5"/>
      <dgm:spPr/>
    </dgm:pt>
    <dgm:pt modelId="{72AF85A4-619E-B245-8235-DFA24185E047}" type="pres">
      <dgm:prSet presAssocID="{3407DE0B-CCBA-5B44-A0FF-C29B76A1F869}" presName="dummy" presStyleCnt="0"/>
      <dgm:spPr/>
    </dgm:pt>
    <dgm:pt modelId="{64698297-A50D-A843-92B0-CFBB26C35CE5}" type="pres">
      <dgm:prSet presAssocID="{3407DE0B-CCBA-5B44-A0FF-C29B76A1F869}" presName="node" presStyleLbl="revTx" presStyleIdx="2" presStyleCnt="5">
        <dgm:presLayoutVars>
          <dgm:bulletEnabled val="1"/>
        </dgm:presLayoutVars>
      </dgm:prSet>
      <dgm:spPr/>
    </dgm:pt>
    <dgm:pt modelId="{CAEC4C3B-3150-EA46-B833-BE8780DD3CED}" type="pres">
      <dgm:prSet presAssocID="{9153E7EB-36E0-F544-8699-22655AD84783}" presName="sibTrans" presStyleLbl="node1" presStyleIdx="2" presStyleCnt="5"/>
      <dgm:spPr/>
    </dgm:pt>
    <dgm:pt modelId="{3FB00ED0-5106-4144-A03D-AB848E88B0AF}" type="pres">
      <dgm:prSet presAssocID="{A479E2E8-54A1-2F42-BB4B-A01F5A4C9143}" presName="dummy" presStyleCnt="0"/>
      <dgm:spPr/>
    </dgm:pt>
    <dgm:pt modelId="{FA2FC895-92CA-4546-9480-0873C5D0C8D9}" type="pres">
      <dgm:prSet presAssocID="{A479E2E8-54A1-2F42-BB4B-A01F5A4C9143}" presName="node" presStyleLbl="revTx" presStyleIdx="3" presStyleCnt="5">
        <dgm:presLayoutVars>
          <dgm:bulletEnabled val="1"/>
        </dgm:presLayoutVars>
      </dgm:prSet>
      <dgm:spPr/>
    </dgm:pt>
    <dgm:pt modelId="{42D5A68A-E75B-654A-9744-B9AA397A4C59}" type="pres">
      <dgm:prSet presAssocID="{62263430-53C7-D44C-8BD0-4B599BA66C89}" presName="sibTrans" presStyleLbl="node1" presStyleIdx="3" presStyleCnt="5"/>
      <dgm:spPr/>
    </dgm:pt>
    <dgm:pt modelId="{2E3C8CA0-6000-E949-B784-147D243C3241}" type="pres">
      <dgm:prSet presAssocID="{60459489-A3A9-8341-9947-F4818078F8D7}" presName="dummy" presStyleCnt="0"/>
      <dgm:spPr/>
    </dgm:pt>
    <dgm:pt modelId="{FF10C666-CC2D-DC4A-88BD-15923D448A22}" type="pres">
      <dgm:prSet presAssocID="{60459489-A3A9-8341-9947-F4818078F8D7}" presName="node" presStyleLbl="revTx" presStyleIdx="4" presStyleCnt="5">
        <dgm:presLayoutVars>
          <dgm:bulletEnabled val="1"/>
        </dgm:presLayoutVars>
      </dgm:prSet>
      <dgm:spPr/>
    </dgm:pt>
    <dgm:pt modelId="{51E43E35-6508-E040-8D85-E4AAA1C04D90}" type="pres">
      <dgm:prSet presAssocID="{732CC5C5-D26E-E240-A0CD-5D57F502FB15}" presName="sibTrans" presStyleLbl="node1" presStyleIdx="4" presStyleCnt="5"/>
      <dgm:spPr/>
    </dgm:pt>
  </dgm:ptLst>
  <dgm:cxnLst>
    <dgm:cxn modelId="{C78D5F2E-CA89-8F4E-8758-873A8DE2CFE0}" type="presOf" srcId="{60459489-A3A9-8341-9947-F4818078F8D7}" destId="{FF10C666-CC2D-DC4A-88BD-15923D448A22}" srcOrd="0" destOrd="0" presId="urn:microsoft.com/office/officeart/2005/8/layout/cycle1"/>
    <dgm:cxn modelId="{DDFE9D2E-480F-DC46-87AF-4818956B9C6B}" type="presOf" srcId="{08E2F483-5AF6-AC4E-90CD-AAC06A9D81F6}" destId="{9D168C89-7035-2A4E-AADE-D21F38D56671}" srcOrd="0" destOrd="0" presId="urn:microsoft.com/office/officeart/2005/8/layout/cycle1"/>
    <dgm:cxn modelId="{1D3CA950-9A6E-064E-866C-55753E9E649D}" srcId="{CD014986-3C07-A244-9794-E24BBF802400}" destId="{A479E2E8-54A1-2F42-BB4B-A01F5A4C9143}" srcOrd="3" destOrd="0" parTransId="{1B69B9C7-42B6-CA4C-A48C-CE2C30ED0A62}" sibTransId="{62263430-53C7-D44C-8BD0-4B599BA66C89}"/>
    <dgm:cxn modelId="{55011C64-1E76-DB46-BECE-33148A56A338}" type="presOf" srcId="{732CC5C5-D26E-E240-A0CD-5D57F502FB15}" destId="{51E43E35-6508-E040-8D85-E4AAA1C04D90}" srcOrd="0" destOrd="0" presId="urn:microsoft.com/office/officeart/2005/8/layout/cycle1"/>
    <dgm:cxn modelId="{6D85F364-9293-B044-9652-BAC8130437BD}" type="presOf" srcId="{A479E2E8-54A1-2F42-BB4B-A01F5A4C9143}" destId="{FA2FC895-92CA-4546-9480-0873C5D0C8D9}" srcOrd="0" destOrd="0" presId="urn:microsoft.com/office/officeart/2005/8/layout/cycle1"/>
    <dgm:cxn modelId="{5D25FB7B-D619-E34E-93BC-9DDFFB2B9440}" type="presOf" srcId="{C1443631-9551-524B-9D0D-75B9FF473872}" destId="{40F30F32-4C1C-CE4B-BB96-8C0B7AA8FB34}" srcOrd="0" destOrd="0" presId="urn:microsoft.com/office/officeart/2005/8/layout/cycle1"/>
    <dgm:cxn modelId="{5F9D6D81-2886-A249-B9A6-03D67ED1A0C3}" type="presOf" srcId="{3407DE0B-CCBA-5B44-A0FF-C29B76A1F869}" destId="{64698297-A50D-A843-92B0-CFBB26C35CE5}" srcOrd="0" destOrd="0" presId="urn:microsoft.com/office/officeart/2005/8/layout/cycle1"/>
    <dgm:cxn modelId="{112B34CC-1C28-1745-9393-D98A63FE4765}" srcId="{CD014986-3C07-A244-9794-E24BBF802400}" destId="{60459489-A3A9-8341-9947-F4818078F8D7}" srcOrd="4" destOrd="0" parTransId="{FD4825C6-AEEE-254B-BBA1-C3C6D64968DE}" sibTransId="{732CC5C5-D26E-E240-A0CD-5D57F502FB15}"/>
    <dgm:cxn modelId="{49200ACD-BEAF-844F-A263-AF56AE54040F}" type="presOf" srcId="{CD014986-3C07-A244-9794-E24BBF802400}" destId="{D0428336-CDC0-8E41-B7DA-681A06A8223D}" srcOrd="0" destOrd="0" presId="urn:microsoft.com/office/officeart/2005/8/layout/cycle1"/>
    <dgm:cxn modelId="{1DDDCBD0-3900-6149-A06B-C375AAC7D4E9}" type="presOf" srcId="{9153E7EB-36E0-F544-8699-22655AD84783}" destId="{CAEC4C3B-3150-EA46-B833-BE8780DD3CED}" srcOrd="0" destOrd="0" presId="urn:microsoft.com/office/officeart/2005/8/layout/cycle1"/>
    <dgm:cxn modelId="{64DFB5DA-2C8E-A448-ACCF-03AC8EDC1E7D}" type="presOf" srcId="{76B4D273-5770-7C4F-AF06-A261990CFFA0}" destId="{236DB3A0-0D9A-3144-9258-673EACE50E14}" srcOrd="0" destOrd="0" presId="urn:microsoft.com/office/officeart/2005/8/layout/cycle1"/>
    <dgm:cxn modelId="{EACD6BE3-E773-3042-9403-7EF903869A8E}" type="presOf" srcId="{EA531320-EC26-5743-92DC-73A5251CE369}" destId="{36857F88-25BF-A349-8168-B94ABFD760B4}" srcOrd="0" destOrd="0" presId="urn:microsoft.com/office/officeart/2005/8/layout/cycle1"/>
    <dgm:cxn modelId="{471102F3-3645-9346-941C-67FE41B10343}" srcId="{CD014986-3C07-A244-9794-E24BBF802400}" destId="{EA531320-EC26-5743-92DC-73A5251CE369}" srcOrd="0" destOrd="0" parTransId="{4F2313D7-DADE-7D4D-B605-0C3B6150CABD}" sibTransId="{C1443631-9551-524B-9D0D-75B9FF473872}"/>
    <dgm:cxn modelId="{634EAFF4-5465-9D4E-9C15-DE5E4686A969}" srcId="{CD014986-3C07-A244-9794-E24BBF802400}" destId="{76B4D273-5770-7C4F-AF06-A261990CFFA0}" srcOrd="1" destOrd="0" parTransId="{BF77EA96-36BC-E94F-BABA-16C753DA3CD2}" sibTransId="{08E2F483-5AF6-AC4E-90CD-AAC06A9D81F6}"/>
    <dgm:cxn modelId="{DB0178F5-1167-204E-98E7-14CA5B564316}" srcId="{CD014986-3C07-A244-9794-E24BBF802400}" destId="{3407DE0B-CCBA-5B44-A0FF-C29B76A1F869}" srcOrd="2" destOrd="0" parTransId="{08A79008-46A6-7648-BEB5-9113BD232F35}" sibTransId="{9153E7EB-36E0-F544-8699-22655AD84783}"/>
    <dgm:cxn modelId="{F881C6FB-A433-C940-99DE-DF88087AA541}" type="presOf" srcId="{62263430-53C7-D44C-8BD0-4B599BA66C89}" destId="{42D5A68A-E75B-654A-9744-B9AA397A4C59}" srcOrd="0" destOrd="0" presId="urn:microsoft.com/office/officeart/2005/8/layout/cycle1"/>
    <dgm:cxn modelId="{A60CD214-14D0-0E47-A0B0-69E17F75A460}" type="presParOf" srcId="{D0428336-CDC0-8E41-B7DA-681A06A8223D}" destId="{ACB2ACDB-9E77-1F45-AFDB-F740664F9A14}" srcOrd="0" destOrd="0" presId="urn:microsoft.com/office/officeart/2005/8/layout/cycle1"/>
    <dgm:cxn modelId="{D6A38147-D7CA-144C-B20C-F9E1FBC35F1F}" type="presParOf" srcId="{D0428336-CDC0-8E41-B7DA-681A06A8223D}" destId="{36857F88-25BF-A349-8168-B94ABFD760B4}" srcOrd="1" destOrd="0" presId="urn:microsoft.com/office/officeart/2005/8/layout/cycle1"/>
    <dgm:cxn modelId="{22EAE0E9-9888-9148-BFF7-91062DDF802F}" type="presParOf" srcId="{D0428336-CDC0-8E41-B7DA-681A06A8223D}" destId="{40F30F32-4C1C-CE4B-BB96-8C0B7AA8FB34}" srcOrd="2" destOrd="0" presId="urn:microsoft.com/office/officeart/2005/8/layout/cycle1"/>
    <dgm:cxn modelId="{6BE8221C-B1E1-3440-8EF9-2F00DF8B1532}" type="presParOf" srcId="{D0428336-CDC0-8E41-B7DA-681A06A8223D}" destId="{7C2B3F82-6400-1544-8822-693070A6AB71}" srcOrd="3" destOrd="0" presId="urn:microsoft.com/office/officeart/2005/8/layout/cycle1"/>
    <dgm:cxn modelId="{699234C7-46BB-DD4A-AA22-7BA5FCD8E24F}" type="presParOf" srcId="{D0428336-CDC0-8E41-B7DA-681A06A8223D}" destId="{236DB3A0-0D9A-3144-9258-673EACE50E14}" srcOrd="4" destOrd="0" presId="urn:microsoft.com/office/officeart/2005/8/layout/cycle1"/>
    <dgm:cxn modelId="{8B1F98DF-C3B0-134A-B49F-311F1E0DDEF2}" type="presParOf" srcId="{D0428336-CDC0-8E41-B7DA-681A06A8223D}" destId="{9D168C89-7035-2A4E-AADE-D21F38D56671}" srcOrd="5" destOrd="0" presId="urn:microsoft.com/office/officeart/2005/8/layout/cycle1"/>
    <dgm:cxn modelId="{02DD1E8D-1C5F-6346-9AB4-BA40E5A6CB30}" type="presParOf" srcId="{D0428336-CDC0-8E41-B7DA-681A06A8223D}" destId="{72AF85A4-619E-B245-8235-DFA24185E047}" srcOrd="6" destOrd="0" presId="urn:microsoft.com/office/officeart/2005/8/layout/cycle1"/>
    <dgm:cxn modelId="{7AFE06BC-D251-244A-8B70-9B075EE46855}" type="presParOf" srcId="{D0428336-CDC0-8E41-B7DA-681A06A8223D}" destId="{64698297-A50D-A843-92B0-CFBB26C35CE5}" srcOrd="7" destOrd="0" presId="urn:microsoft.com/office/officeart/2005/8/layout/cycle1"/>
    <dgm:cxn modelId="{176E0C54-A96D-B649-A8D1-F66DC2999622}" type="presParOf" srcId="{D0428336-CDC0-8E41-B7DA-681A06A8223D}" destId="{CAEC4C3B-3150-EA46-B833-BE8780DD3CED}" srcOrd="8" destOrd="0" presId="urn:microsoft.com/office/officeart/2005/8/layout/cycle1"/>
    <dgm:cxn modelId="{20A58F75-E4F2-254C-BC41-081E75871203}" type="presParOf" srcId="{D0428336-CDC0-8E41-B7DA-681A06A8223D}" destId="{3FB00ED0-5106-4144-A03D-AB848E88B0AF}" srcOrd="9" destOrd="0" presId="urn:microsoft.com/office/officeart/2005/8/layout/cycle1"/>
    <dgm:cxn modelId="{927E49F3-67EA-7340-AE8B-36FB7C93A199}" type="presParOf" srcId="{D0428336-CDC0-8E41-B7DA-681A06A8223D}" destId="{FA2FC895-92CA-4546-9480-0873C5D0C8D9}" srcOrd="10" destOrd="0" presId="urn:microsoft.com/office/officeart/2005/8/layout/cycle1"/>
    <dgm:cxn modelId="{C50D2F89-05AF-A248-A650-C84A5F93A580}" type="presParOf" srcId="{D0428336-CDC0-8E41-B7DA-681A06A8223D}" destId="{42D5A68A-E75B-654A-9744-B9AA397A4C59}" srcOrd="11" destOrd="0" presId="urn:microsoft.com/office/officeart/2005/8/layout/cycle1"/>
    <dgm:cxn modelId="{5A96E835-5E15-954A-B806-E8E121367196}" type="presParOf" srcId="{D0428336-CDC0-8E41-B7DA-681A06A8223D}" destId="{2E3C8CA0-6000-E949-B784-147D243C3241}" srcOrd="12" destOrd="0" presId="urn:microsoft.com/office/officeart/2005/8/layout/cycle1"/>
    <dgm:cxn modelId="{E3102EBA-3897-DC45-A33E-6EAA447A8B70}" type="presParOf" srcId="{D0428336-CDC0-8E41-B7DA-681A06A8223D}" destId="{FF10C666-CC2D-DC4A-88BD-15923D448A22}" srcOrd="13" destOrd="0" presId="urn:microsoft.com/office/officeart/2005/8/layout/cycle1"/>
    <dgm:cxn modelId="{046130C9-E425-DF42-829F-BEBB84D6E9A5}" type="presParOf" srcId="{D0428336-CDC0-8E41-B7DA-681A06A8223D}" destId="{51E43E35-6508-E040-8D85-E4AAA1C04D90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D014986-3C07-A244-9794-E24BBF802400}" type="doc">
      <dgm:prSet loTypeId="urn:microsoft.com/office/officeart/2005/8/layout/cycle1" loCatId="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EA531320-EC26-5743-92DC-73A5251CE369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Formulate Processing Graph</a:t>
          </a:r>
        </a:p>
      </dgm:t>
    </dgm:pt>
    <dgm:pt modelId="{4F2313D7-DADE-7D4D-B605-0C3B6150CABD}" type="parTrans" cxnId="{471102F3-3645-9346-941C-67FE41B10343}">
      <dgm:prSet/>
      <dgm:spPr/>
      <dgm:t>
        <a:bodyPr/>
        <a:lstStyle/>
        <a:p>
          <a:endParaRPr lang="en-US"/>
        </a:p>
      </dgm:t>
    </dgm:pt>
    <dgm:pt modelId="{C1443631-9551-524B-9D0D-75B9FF473872}" type="sibTrans" cxnId="{471102F3-3645-9346-941C-67FE41B10343}">
      <dgm:prSet/>
      <dgm:spPr/>
      <dgm:t>
        <a:bodyPr/>
        <a:lstStyle/>
        <a:p>
          <a:endParaRPr lang="en-US"/>
        </a:p>
      </dgm:t>
    </dgm:pt>
    <dgm:pt modelId="{76B4D273-5770-7C4F-AF06-A261990CFFA0}">
      <dgm:prSet phldrT="[Text]"/>
      <dgm:spPr/>
      <dgm:t>
        <a:bodyPr/>
        <a:lstStyle/>
        <a:p>
          <a:r>
            <a:rPr lang="en-US" dirty="0">
              <a:solidFill>
                <a:schemeClr val="accent2"/>
              </a:solidFill>
            </a:rPr>
            <a:t>Compose + Synthesize</a:t>
          </a:r>
        </a:p>
      </dgm:t>
    </dgm:pt>
    <dgm:pt modelId="{BF77EA96-36BC-E94F-BABA-16C753DA3CD2}" type="parTrans" cxnId="{634EAFF4-5465-9D4E-9C15-DE5E4686A969}">
      <dgm:prSet/>
      <dgm:spPr/>
      <dgm:t>
        <a:bodyPr/>
        <a:lstStyle/>
        <a:p>
          <a:endParaRPr lang="en-US"/>
        </a:p>
      </dgm:t>
    </dgm:pt>
    <dgm:pt modelId="{08E2F483-5AF6-AC4E-90CD-AAC06A9D81F6}" type="sibTrans" cxnId="{634EAFF4-5465-9D4E-9C15-DE5E4686A969}">
      <dgm:prSet/>
      <dgm:spPr/>
      <dgm:t>
        <a:bodyPr/>
        <a:lstStyle/>
        <a:p>
          <a:endParaRPr lang="en-US"/>
        </a:p>
      </dgm:t>
    </dgm:pt>
    <dgm:pt modelId="{3407DE0B-CCBA-5B44-A0FF-C29B76A1F869}">
      <dgm:prSet phldrT="[Text]"/>
      <dgm:spPr/>
      <dgm:t>
        <a:bodyPr/>
        <a:lstStyle/>
        <a:p>
          <a:r>
            <a:rPr lang="en-US" dirty="0"/>
            <a:t>Compile</a:t>
          </a:r>
        </a:p>
      </dgm:t>
    </dgm:pt>
    <dgm:pt modelId="{08A79008-46A6-7648-BEB5-9113BD232F35}" type="parTrans" cxnId="{DB0178F5-1167-204E-98E7-14CA5B564316}">
      <dgm:prSet/>
      <dgm:spPr/>
      <dgm:t>
        <a:bodyPr/>
        <a:lstStyle/>
        <a:p>
          <a:endParaRPr lang="en-US"/>
        </a:p>
      </dgm:t>
    </dgm:pt>
    <dgm:pt modelId="{9153E7EB-36E0-F544-8699-22655AD84783}" type="sibTrans" cxnId="{DB0178F5-1167-204E-98E7-14CA5B564316}">
      <dgm:prSet/>
      <dgm:spPr/>
      <dgm:t>
        <a:bodyPr/>
        <a:lstStyle/>
        <a:p>
          <a:endParaRPr lang="en-US"/>
        </a:p>
      </dgm:t>
    </dgm:pt>
    <dgm:pt modelId="{A479E2E8-54A1-2F42-BB4B-A01F5A4C9143}">
      <dgm:prSet phldrT="[Text]"/>
      <dgm:spPr/>
      <dgm:t>
        <a:bodyPr/>
        <a:lstStyle/>
        <a:p>
          <a:r>
            <a:rPr lang="en-US" dirty="0"/>
            <a:t>Deploy</a:t>
          </a:r>
        </a:p>
      </dgm:t>
    </dgm:pt>
    <dgm:pt modelId="{1B69B9C7-42B6-CA4C-A48C-CE2C30ED0A62}" type="parTrans" cxnId="{1D3CA950-9A6E-064E-866C-55753E9E649D}">
      <dgm:prSet/>
      <dgm:spPr/>
      <dgm:t>
        <a:bodyPr/>
        <a:lstStyle/>
        <a:p>
          <a:endParaRPr lang="en-US"/>
        </a:p>
      </dgm:t>
    </dgm:pt>
    <dgm:pt modelId="{62263430-53C7-D44C-8BD0-4B599BA66C89}" type="sibTrans" cxnId="{1D3CA950-9A6E-064E-866C-55753E9E649D}">
      <dgm:prSet/>
      <dgm:spPr/>
      <dgm:t>
        <a:bodyPr/>
        <a:lstStyle/>
        <a:p>
          <a:endParaRPr lang="en-US"/>
        </a:p>
      </dgm:t>
    </dgm:pt>
    <dgm:pt modelId="{60459489-A3A9-8341-9947-F4818078F8D7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Introspect</a:t>
          </a:r>
        </a:p>
      </dgm:t>
    </dgm:pt>
    <dgm:pt modelId="{FD4825C6-AEEE-254B-BBA1-C3C6D64968DE}" type="parTrans" cxnId="{112B34CC-1C28-1745-9393-D98A63FE4765}">
      <dgm:prSet/>
      <dgm:spPr/>
      <dgm:t>
        <a:bodyPr/>
        <a:lstStyle/>
        <a:p>
          <a:endParaRPr lang="en-US"/>
        </a:p>
      </dgm:t>
    </dgm:pt>
    <dgm:pt modelId="{732CC5C5-D26E-E240-A0CD-5D57F502FB15}" type="sibTrans" cxnId="{112B34CC-1C28-1745-9393-D98A63FE4765}">
      <dgm:prSet/>
      <dgm:spPr/>
      <dgm:t>
        <a:bodyPr/>
        <a:lstStyle/>
        <a:p>
          <a:endParaRPr lang="en-US"/>
        </a:p>
      </dgm:t>
    </dgm:pt>
    <dgm:pt modelId="{D0428336-CDC0-8E41-B7DA-681A06A8223D}" type="pres">
      <dgm:prSet presAssocID="{CD014986-3C07-A244-9794-E24BBF802400}" presName="cycle" presStyleCnt="0">
        <dgm:presLayoutVars>
          <dgm:dir/>
          <dgm:resizeHandles val="exact"/>
        </dgm:presLayoutVars>
      </dgm:prSet>
      <dgm:spPr/>
    </dgm:pt>
    <dgm:pt modelId="{ACB2ACDB-9E77-1F45-AFDB-F740664F9A14}" type="pres">
      <dgm:prSet presAssocID="{EA531320-EC26-5743-92DC-73A5251CE369}" presName="dummy" presStyleCnt="0"/>
      <dgm:spPr/>
    </dgm:pt>
    <dgm:pt modelId="{36857F88-25BF-A349-8168-B94ABFD760B4}" type="pres">
      <dgm:prSet presAssocID="{EA531320-EC26-5743-92DC-73A5251CE369}" presName="node" presStyleLbl="revTx" presStyleIdx="0" presStyleCnt="5">
        <dgm:presLayoutVars>
          <dgm:bulletEnabled val="1"/>
        </dgm:presLayoutVars>
      </dgm:prSet>
      <dgm:spPr/>
    </dgm:pt>
    <dgm:pt modelId="{40F30F32-4C1C-CE4B-BB96-8C0B7AA8FB34}" type="pres">
      <dgm:prSet presAssocID="{C1443631-9551-524B-9D0D-75B9FF473872}" presName="sibTrans" presStyleLbl="node1" presStyleIdx="0" presStyleCnt="5"/>
      <dgm:spPr/>
    </dgm:pt>
    <dgm:pt modelId="{7C2B3F82-6400-1544-8822-693070A6AB71}" type="pres">
      <dgm:prSet presAssocID="{76B4D273-5770-7C4F-AF06-A261990CFFA0}" presName="dummy" presStyleCnt="0"/>
      <dgm:spPr/>
    </dgm:pt>
    <dgm:pt modelId="{236DB3A0-0D9A-3144-9258-673EACE50E14}" type="pres">
      <dgm:prSet presAssocID="{76B4D273-5770-7C4F-AF06-A261990CFFA0}" presName="node" presStyleLbl="revTx" presStyleIdx="1" presStyleCnt="5">
        <dgm:presLayoutVars>
          <dgm:bulletEnabled val="1"/>
        </dgm:presLayoutVars>
      </dgm:prSet>
      <dgm:spPr/>
    </dgm:pt>
    <dgm:pt modelId="{9D168C89-7035-2A4E-AADE-D21F38D56671}" type="pres">
      <dgm:prSet presAssocID="{08E2F483-5AF6-AC4E-90CD-AAC06A9D81F6}" presName="sibTrans" presStyleLbl="node1" presStyleIdx="1" presStyleCnt="5"/>
      <dgm:spPr/>
    </dgm:pt>
    <dgm:pt modelId="{72AF85A4-619E-B245-8235-DFA24185E047}" type="pres">
      <dgm:prSet presAssocID="{3407DE0B-CCBA-5B44-A0FF-C29B76A1F869}" presName="dummy" presStyleCnt="0"/>
      <dgm:spPr/>
    </dgm:pt>
    <dgm:pt modelId="{64698297-A50D-A843-92B0-CFBB26C35CE5}" type="pres">
      <dgm:prSet presAssocID="{3407DE0B-CCBA-5B44-A0FF-C29B76A1F869}" presName="node" presStyleLbl="revTx" presStyleIdx="2" presStyleCnt="5">
        <dgm:presLayoutVars>
          <dgm:bulletEnabled val="1"/>
        </dgm:presLayoutVars>
      </dgm:prSet>
      <dgm:spPr/>
    </dgm:pt>
    <dgm:pt modelId="{CAEC4C3B-3150-EA46-B833-BE8780DD3CED}" type="pres">
      <dgm:prSet presAssocID="{9153E7EB-36E0-F544-8699-22655AD84783}" presName="sibTrans" presStyleLbl="node1" presStyleIdx="2" presStyleCnt="5"/>
      <dgm:spPr/>
    </dgm:pt>
    <dgm:pt modelId="{3FB00ED0-5106-4144-A03D-AB848E88B0AF}" type="pres">
      <dgm:prSet presAssocID="{A479E2E8-54A1-2F42-BB4B-A01F5A4C9143}" presName="dummy" presStyleCnt="0"/>
      <dgm:spPr/>
    </dgm:pt>
    <dgm:pt modelId="{FA2FC895-92CA-4546-9480-0873C5D0C8D9}" type="pres">
      <dgm:prSet presAssocID="{A479E2E8-54A1-2F42-BB4B-A01F5A4C9143}" presName="node" presStyleLbl="revTx" presStyleIdx="3" presStyleCnt="5">
        <dgm:presLayoutVars>
          <dgm:bulletEnabled val="1"/>
        </dgm:presLayoutVars>
      </dgm:prSet>
      <dgm:spPr/>
    </dgm:pt>
    <dgm:pt modelId="{42D5A68A-E75B-654A-9744-B9AA397A4C59}" type="pres">
      <dgm:prSet presAssocID="{62263430-53C7-D44C-8BD0-4B599BA66C89}" presName="sibTrans" presStyleLbl="node1" presStyleIdx="3" presStyleCnt="5"/>
      <dgm:spPr/>
    </dgm:pt>
    <dgm:pt modelId="{2E3C8CA0-6000-E949-B784-147D243C3241}" type="pres">
      <dgm:prSet presAssocID="{60459489-A3A9-8341-9947-F4818078F8D7}" presName="dummy" presStyleCnt="0"/>
      <dgm:spPr/>
    </dgm:pt>
    <dgm:pt modelId="{FF10C666-CC2D-DC4A-88BD-15923D448A22}" type="pres">
      <dgm:prSet presAssocID="{60459489-A3A9-8341-9947-F4818078F8D7}" presName="node" presStyleLbl="revTx" presStyleIdx="4" presStyleCnt="5">
        <dgm:presLayoutVars>
          <dgm:bulletEnabled val="1"/>
        </dgm:presLayoutVars>
      </dgm:prSet>
      <dgm:spPr/>
    </dgm:pt>
    <dgm:pt modelId="{51E43E35-6508-E040-8D85-E4AAA1C04D90}" type="pres">
      <dgm:prSet presAssocID="{732CC5C5-D26E-E240-A0CD-5D57F502FB15}" presName="sibTrans" presStyleLbl="node1" presStyleIdx="4" presStyleCnt="5"/>
      <dgm:spPr/>
    </dgm:pt>
  </dgm:ptLst>
  <dgm:cxnLst>
    <dgm:cxn modelId="{C78D5F2E-CA89-8F4E-8758-873A8DE2CFE0}" type="presOf" srcId="{60459489-A3A9-8341-9947-F4818078F8D7}" destId="{FF10C666-CC2D-DC4A-88BD-15923D448A22}" srcOrd="0" destOrd="0" presId="urn:microsoft.com/office/officeart/2005/8/layout/cycle1"/>
    <dgm:cxn modelId="{DDFE9D2E-480F-DC46-87AF-4818956B9C6B}" type="presOf" srcId="{08E2F483-5AF6-AC4E-90CD-AAC06A9D81F6}" destId="{9D168C89-7035-2A4E-AADE-D21F38D56671}" srcOrd="0" destOrd="0" presId="urn:microsoft.com/office/officeart/2005/8/layout/cycle1"/>
    <dgm:cxn modelId="{1D3CA950-9A6E-064E-866C-55753E9E649D}" srcId="{CD014986-3C07-A244-9794-E24BBF802400}" destId="{A479E2E8-54A1-2F42-BB4B-A01F5A4C9143}" srcOrd="3" destOrd="0" parTransId="{1B69B9C7-42B6-CA4C-A48C-CE2C30ED0A62}" sibTransId="{62263430-53C7-D44C-8BD0-4B599BA66C89}"/>
    <dgm:cxn modelId="{55011C64-1E76-DB46-BECE-33148A56A338}" type="presOf" srcId="{732CC5C5-D26E-E240-A0CD-5D57F502FB15}" destId="{51E43E35-6508-E040-8D85-E4AAA1C04D90}" srcOrd="0" destOrd="0" presId="urn:microsoft.com/office/officeart/2005/8/layout/cycle1"/>
    <dgm:cxn modelId="{6D85F364-9293-B044-9652-BAC8130437BD}" type="presOf" srcId="{A479E2E8-54A1-2F42-BB4B-A01F5A4C9143}" destId="{FA2FC895-92CA-4546-9480-0873C5D0C8D9}" srcOrd="0" destOrd="0" presId="urn:microsoft.com/office/officeart/2005/8/layout/cycle1"/>
    <dgm:cxn modelId="{5D25FB7B-D619-E34E-93BC-9DDFFB2B9440}" type="presOf" srcId="{C1443631-9551-524B-9D0D-75B9FF473872}" destId="{40F30F32-4C1C-CE4B-BB96-8C0B7AA8FB34}" srcOrd="0" destOrd="0" presId="urn:microsoft.com/office/officeart/2005/8/layout/cycle1"/>
    <dgm:cxn modelId="{5F9D6D81-2886-A249-B9A6-03D67ED1A0C3}" type="presOf" srcId="{3407DE0B-CCBA-5B44-A0FF-C29B76A1F869}" destId="{64698297-A50D-A843-92B0-CFBB26C35CE5}" srcOrd="0" destOrd="0" presId="urn:microsoft.com/office/officeart/2005/8/layout/cycle1"/>
    <dgm:cxn modelId="{112B34CC-1C28-1745-9393-D98A63FE4765}" srcId="{CD014986-3C07-A244-9794-E24BBF802400}" destId="{60459489-A3A9-8341-9947-F4818078F8D7}" srcOrd="4" destOrd="0" parTransId="{FD4825C6-AEEE-254B-BBA1-C3C6D64968DE}" sibTransId="{732CC5C5-D26E-E240-A0CD-5D57F502FB15}"/>
    <dgm:cxn modelId="{49200ACD-BEAF-844F-A263-AF56AE54040F}" type="presOf" srcId="{CD014986-3C07-A244-9794-E24BBF802400}" destId="{D0428336-CDC0-8E41-B7DA-681A06A8223D}" srcOrd="0" destOrd="0" presId="urn:microsoft.com/office/officeart/2005/8/layout/cycle1"/>
    <dgm:cxn modelId="{1DDDCBD0-3900-6149-A06B-C375AAC7D4E9}" type="presOf" srcId="{9153E7EB-36E0-F544-8699-22655AD84783}" destId="{CAEC4C3B-3150-EA46-B833-BE8780DD3CED}" srcOrd="0" destOrd="0" presId="urn:microsoft.com/office/officeart/2005/8/layout/cycle1"/>
    <dgm:cxn modelId="{64DFB5DA-2C8E-A448-ACCF-03AC8EDC1E7D}" type="presOf" srcId="{76B4D273-5770-7C4F-AF06-A261990CFFA0}" destId="{236DB3A0-0D9A-3144-9258-673EACE50E14}" srcOrd="0" destOrd="0" presId="urn:microsoft.com/office/officeart/2005/8/layout/cycle1"/>
    <dgm:cxn modelId="{EACD6BE3-E773-3042-9403-7EF903869A8E}" type="presOf" srcId="{EA531320-EC26-5743-92DC-73A5251CE369}" destId="{36857F88-25BF-A349-8168-B94ABFD760B4}" srcOrd="0" destOrd="0" presId="urn:microsoft.com/office/officeart/2005/8/layout/cycle1"/>
    <dgm:cxn modelId="{471102F3-3645-9346-941C-67FE41B10343}" srcId="{CD014986-3C07-A244-9794-E24BBF802400}" destId="{EA531320-EC26-5743-92DC-73A5251CE369}" srcOrd="0" destOrd="0" parTransId="{4F2313D7-DADE-7D4D-B605-0C3B6150CABD}" sibTransId="{C1443631-9551-524B-9D0D-75B9FF473872}"/>
    <dgm:cxn modelId="{634EAFF4-5465-9D4E-9C15-DE5E4686A969}" srcId="{CD014986-3C07-A244-9794-E24BBF802400}" destId="{76B4D273-5770-7C4F-AF06-A261990CFFA0}" srcOrd="1" destOrd="0" parTransId="{BF77EA96-36BC-E94F-BABA-16C753DA3CD2}" sibTransId="{08E2F483-5AF6-AC4E-90CD-AAC06A9D81F6}"/>
    <dgm:cxn modelId="{DB0178F5-1167-204E-98E7-14CA5B564316}" srcId="{CD014986-3C07-A244-9794-E24BBF802400}" destId="{3407DE0B-CCBA-5B44-A0FF-C29B76A1F869}" srcOrd="2" destOrd="0" parTransId="{08A79008-46A6-7648-BEB5-9113BD232F35}" sibTransId="{9153E7EB-36E0-F544-8699-22655AD84783}"/>
    <dgm:cxn modelId="{F881C6FB-A433-C940-99DE-DF88087AA541}" type="presOf" srcId="{62263430-53C7-D44C-8BD0-4B599BA66C89}" destId="{42D5A68A-E75B-654A-9744-B9AA397A4C59}" srcOrd="0" destOrd="0" presId="urn:microsoft.com/office/officeart/2005/8/layout/cycle1"/>
    <dgm:cxn modelId="{A60CD214-14D0-0E47-A0B0-69E17F75A460}" type="presParOf" srcId="{D0428336-CDC0-8E41-B7DA-681A06A8223D}" destId="{ACB2ACDB-9E77-1F45-AFDB-F740664F9A14}" srcOrd="0" destOrd="0" presId="urn:microsoft.com/office/officeart/2005/8/layout/cycle1"/>
    <dgm:cxn modelId="{D6A38147-D7CA-144C-B20C-F9E1FBC35F1F}" type="presParOf" srcId="{D0428336-CDC0-8E41-B7DA-681A06A8223D}" destId="{36857F88-25BF-A349-8168-B94ABFD760B4}" srcOrd="1" destOrd="0" presId="urn:microsoft.com/office/officeart/2005/8/layout/cycle1"/>
    <dgm:cxn modelId="{22EAE0E9-9888-9148-BFF7-91062DDF802F}" type="presParOf" srcId="{D0428336-CDC0-8E41-B7DA-681A06A8223D}" destId="{40F30F32-4C1C-CE4B-BB96-8C0B7AA8FB34}" srcOrd="2" destOrd="0" presId="urn:microsoft.com/office/officeart/2005/8/layout/cycle1"/>
    <dgm:cxn modelId="{6BE8221C-B1E1-3440-8EF9-2F00DF8B1532}" type="presParOf" srcId="{D0428336-CDC0-8E41-B7DA-681A06A8223D}" destId="{7C2B3F82-6400-1544-8822-693070A6AB71}" srcOrd="3" destOrd="0" presId="urn:microsoft.com/office/officeart/2005/8/layout/cycle1"/>
    <dgm:cxn modelId="{699234C7-46BB-DD4A-AA22-7BA5FCD8E24F}" type="presParOf" srcId="{D0428336-CDC0-8E41-B7DA-681A06A8223D}" destId="{236DB3A0-0D9A-3144-9258-673EACE50E14}" srcOrd="4" destOrd="0" presId="urn:microsoft.com/office/officeart/2005/8/layout/cycle1"/>
    <dgm:cxn modelId="{8B1F98DF-C3B0-134A-B49F-311F1E0DDEF2}" type="presParOf" srcId="{D0428336-CDC0-8E41-B7DA-681A06A8223D}" destId="{9D168C89-7035-2A4E-AADE-D21F38D56671}" srcOrd="5" destOrd="0" presId="urn:microsoft.com/office/officeart/2005/8/layout/cycle1"/>
    <dgm:cxn modelId="{02DD1E8D-1C5F-6346-9AB4-BA40E5A6CB30}" type="presParOf" srcId="{D0428336-CDC0-8E41-B7DA-681A06A8223D}" destId="{72AF85A4-619E-B245-8235-DFA24185E047}" srcOrd="6" destOrd="0" presId="urn:microsoft.com/office/officeart/2005/8/layout/cycle1"/>
    <dgm:cxn modelId="{7AFE06BC-D251-244A-8B70-9B075EE46855}" type="presParOf" srcId="{D0428336-CDC0-8E41-B7DA-681A06A8223D}" destId="{64698297-A50D-A843-92B0-CFBB26C35CE5}" srcOrd="7" destOrd="0" presId="urn:microsoft.com/office/officeart/2005/8/layout/cycle1"/>
    <dgm:cxn modelId="{176E0C54-A96D-B649-A8D1-F66DC2999622}" type="presParOf" srcId="{D0428336-CDC0-8E41-B7DA-681A06A8223D}" destId="{CAEC4C3B-3150-EA46-B833-BE8780DD3CED}" srcOrd="8" destOrd="0" presId="urn:microsoft.com/office/officeart/2005/8/layout/cycle1"/>
    <dgm:cxn modelId="{20A58F75-E4F2-254C-BC41-081E75871203}" type="presParOf" srcId="{D0428336-CDC0-8E41-B7DA-681A06A8223D}" destId="{3FB00ED0-5106-4144-A03D-AB848E88B0AF}" srcOrd="9" destOrd="0" presId="urn:microsoft.com/office/officeart/2005/8/layout/cycle1"/>
    <dgm:cxn modelId="{927E49F3-67EA-7340-AE8B-36FB7C93A199}" type="presParOf" srcId="{D0428336-CDC0-8E41-B7DA-681A06A8223D}" destId="{FA2FC895-92CA-4546-9480-0873C5D0C8D9}" srcOrd="10" destOrd="0" presId="urn:microsoft.com/office/officeart/2005/8/layout/cycle1"/>
    <dgm:cxn modelId="{C50D2F89-05AF-A248-A650-C84A5F93A580}" type="presParOf" srcId="{D0428336-CDC0-8E41-B7DA-681A06A8223D}" destId="{42D5A68A-E75B-654A-9744-B9AA397A4C59}" srcOrd="11" destOrd="0" presId="urn:microsoft.com/office/officeart/2005/8/layout/cycle1"/>
    <dgm:cxn modelId="{5A96E835-5E15-954A-B806-E8E121367196}" type="presParOf" srcId="{D0428336-CDC0-8E41-B7DA-681A06A8223D}" destId="{2E3C8CA0-6000-E949-B784-147D243C3241}" srcOrd="12" destOrd="0" presId="urn:microsoft.com/office/officeart/2005/8/layout/cycle1"/>
    <dgm:cxn modelId="{E3102EBA-3897-DC45-A33E-6EAA447A8B70}" type="presParOf" srcId="{D0428336-CDC0-8E41-B7DA-681A06A8223D}" destId="{FF10C666-CC2D-DC4A-88BD-15923D448A22}" srcOrd="13" destOrd="0" presId="urn:microsoft.com/office/officeart/2005/8/layout/cycle1"/>
    <dgm:cxn modelId="{046130C9-E425-DF42-829F-BEBB84D6E9A5}" type="presParOf" srcId="{D0428336-CDC0-8E41-B7DA-681A06A8223D}" destId="{51E43E35-6508-E040-8D85-E4AAA1C04D90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D014986-3C07-A244-9794-E24BBF802400}" type="doc">
      <dgm:prSet loTypeId="urn:microsoft.com/office/officeart/2005/8/layout/cycle1" loCatId="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EA531320-EC26-5743-92DC-73A5251CE369}">
      <dgm:prSet phldrT="[Text]"/>
      <dgm:spPr/>
      <dgm:t>
        <a:bodyPr/>
        <a:lstStyle/>
        <a:p>
          <a:r>
            <a:rPr lang="en-US" dirty="0"/>
            <a:t>Formulate Processing Graph</a:t>
          </a:r>
        </a:p>
      </dgm:t>
    </dgm:pt>
    <dgm:pt modelId="{4F2313D7-DADE-7D4D-B605-0C3B6150CABD}" type="parTrans" cxnId="{471102F3-3645-9346-941C-67FE41B10343}">
      <dgm:prSet/>
      <dgm:spPr/>
      <dgm:t>
        <a:bodyPr/>
        <a:lstStyle/>
        <a:p>
          <a:endParaRPr lang="en-US"/>
        </a:p>
      </dgm:t>
    </dgm:pt>
    <dgm:pt modelId="{C1443631-9551-524B-9D0D-75B9FF473872}" type="sibTrans" cxnId="{471102F3-3645-9346-941C-67FE41B10343}">
      <dgm:prSet/>
      <dgm:spPr/>
      <dgm:t>
        <a:bodyPr/>
        <a:lstStyle/>
        <a:p>
          <a:endParaRPr lang="en-US"/>
        </a:p>
      </dgm:t>
    </dgm:pt>
    <dgm:pt modelId="{76B4D273-5770-7C4F-AF06-A261990CFFA0}">
      <dgm:prSet phldrT="[Text]"/>
      <dgm:spPr/>
      <dgm:t>
        <a:bodyPr/>
        <a:lstStyle/>
        <a:p>
          <a:r>
            <a:rPr lang="en-US" dirty="0"/>
            <a:t>Compose + Synthesize</a:t>
          </a:r>
        </a:p>
      </dgm:t>
    </dgm:pt>
    <dgm:pt modelId="{BF77EA96-36BC-E94F-BABA-16C753DA3CD2}" type="parTrans" cxnId="{634EAFF4-5465-9D4E-9C15-DE5E4686A969}">
      <dgm:prSet/>
      <dgm:spPr/>
      <dgm:t>
        <a:bodyPr/>
        <a:lstStyle/>
        <a:p>
          <a:endParaRPr lang="en-US"/>
        </a:p>
      </dgm:t>
    </dgm:pt>
    <dgm:pt modelId="{08E2F483-5AF6-AC4E-90CD-AAC06A9D81F6}" type="sibTrans" cxnId="{634EAFF4-5465-9D4E-9C15-DE5E4686A969}">
      <dgm:prSet/>
      <dgm:spPr/>
      <dgm:t>
        <a:bodyPr/>
        <a:lstStyle/>
        <a:p>
          <a:endParaRPr lang="en-US"/>
        </a:p>
      </dgm:t>
    </dgm:pt>
    <dgm:pt modelId="{3407DE0B-CCBA-5B44-A0FF-C29B76A1F869}">
      <dgm:prSet phldrT="[Text]"/>
      <dgm:spPr/>
      <dgm:t>
        <a:bodyPr/>
        <a:lstStyle/>
        <a:p>
          <a:r>
            <a:rPr lang="en-US" dirty="0">
              <a:solidFill>
                <a:schemeClr val="accent2"/>
              </a:solidFill>
            </a:rPr>
            <a:t>Compile</a:t>
          </a:r>
        </a:p>
      </dgm:t>
    </dgm:pt>
    <dgm:pt modelId="{08A79008-46A6-7648-BEB5-9113BD232F35}" type="parTrans" cxnId="{DB0178F5-1167-204E-98E7-14CA5B564316}">
      <dgm:prSet/>
      <dgm:spPr/>
      <dgm:t>
        <a:bodyPr/>
        <a:lstStyle/>
        <a:p>
          <a:endParaRPr lang="en-US"/>
        </a:p>
      </dgm:t>
    </dgm:pt>
    <dgm:pt modelId="{9153E7EB-36E0-F544-8699-22655AD84783}" type="sibTrans" cxnId="{DB0178F5-1167-204E-98E7-14CA5B564316}">
      <dgm:prSet/>
      <dgm:spPr/>
      <dgm:t>
        <a:bodyPr/>
        <a:lstStyle/>
        <a:p>
          <a:endParaRPr lang="en-US"/>
        </a:p>
      </dgm:t>
    </dgm:pt>
    <dgm:pt modelId="{A479E2E8-54A1-2F42-BB4B-A01F5A4C9143}">
      <dgm:prSet phldrT="[Text]"/>
      <dgm:spPr/>
      <dgm:t>
        <a:bodyPr/>
        <a:lstStyle/>
        <a:p>
          <a:r>
            <a:rPr lang="en-US" dirty="0">
              <a:solidFill>
                <a:schemeClr val="accent2"/>
              </a:solidFill>
            </a:rPr>
            <a:t>Deploy</a:t>
          </a:r>
        </a:p>
      </dgm:t>
    </dgm:pt>
    <dgm:pt modelId="{1B69B9C7-42B6-CA4C-A48C-CE2C30ED0A62}" type="parTrans" cxnId="{1D3CA950-9A6E-064E-866C-55753E9E649D}">
      <dgm:prSet/>
      <dgm:spPr/>
      <dgm:t>
        <a:bodyPr/>
        <a:lstStyle/>
        <a:p>
          <a:endParaRPr lang="en-US"/>
        </a:p>
      </dgm:t>
    </dgm:pt>
    <dgm:pt modelId="{62263430-53C7-D44C-8BD0-4B599BA66C89}" type="sibTrans" cxnId="{1D3CA950-9A6E-064E-866C-55753E9E649D}">
      <dgm:prSet/>
      <dgm:spPr/>
      <dgm:t>
        <a:bodyPr/>
        <a:lstStyle/>
        <a:p>
          <a:endParaRPr lang="en-US"/>
        </a:p>
      </dgm:t>
    </dgm:pt>
    <dgm:pt modelId="{60459489-A3A9-8341-9947-F4818078F8D7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Introspect</a:t>
          </a:r>
        </a:p>
      </dgm:t>
    </dgm:pt>
    <dgm:pt modelId="{FD4825C6-AEEE-254B-BBA1-C3C6D64968DE}" type="parTrans" cxnId="{112B34CC-1C28-1745-9393-D98A63FE4765}">
      <dgm:prSet/>
      <dgm:spPr/>
      <dgm:t>
        <a:bodyPr/>
        <a:lstStyle/>
        <a:p>
          <a:endParaRPr lang="en-US"/>
        </a:p>
      </dgm:t>
    </dgm:pt>
    <dgm:pt modelId="{732CC5C5-D26E-E240-A0CD-5D57F502FB15}" type="sibTrans" cxnId="{112B34CC-1C28-1745-9393-D98A63FE4765}">
      <dgm:prSet/>
      <dgm:spPr/>
      <dgm:t>
        <a:bodyPr/>
        <a:lstStyle/>
        <a:p>
          <a:endParaRPr lang="en-US"/>
        </a:p>
      </dgm:t>
    </dgm:pt>
    <dgm:pt modelId="{D0428336-CDC0-8E41-B7DA-681A06A8223D}" type="pres">
      <dgm:prSet presAssocID="{CD014986-3C07-A244-9794-E24BBF802400}" presName="cycle" presStyleCnt="0">
        <dgm:presLayoutVars>
          <dgm:dir/>
          <dgm:resizeHandles val="exact"/>
        </dgm:presLayoutVars>
      </dgm:prSet>
      <dgm:spPr/>
    </dgm:pt>
    <dgm:pt modelId="{ACB2ACDB-9E77-1F45-AFDB-F740664F9A14}" type="pres">
      <dgm:prSet presAssocID="{EA531320-EC26-5743-92DC-73A5251CE369}" presName="dummy" presStyleCnt="0"/>
      <dgm:spPr/>
    </dgm:pt>
    <dgm:pt modelId="{36857F88-25BF-A349-8168-B94ABFD760B4}" type="pres">
      <dgm:prSet presAssocID="{EA531320-EC26-5743-92DC-73A5251CE369}" presName="node" presStyleLbl="revTx" presStyleIdx="0" presStyleCnt="5">
        <dgm:presLayoutVars>
          <dgm:bulletEnabled val="1"/>
        </dgm:presLayoutVars>
      </dgm:prSet>
      <dgm:spPr/>
    </dgm:pt>
    <dgm:pt modelId="{40F30F32-4C1C-CE4B-BB96-8C0B7AA8FB34}" type="pres">
      <dgm:prSet presAssocID="{C1443631-9551-524B-9D0D-75B9FF473872}" presName="sibTrans" presStyleLbl="node1" presStyleIdx="0" presStyleCnt="5"/>
      <dgm:spPr/>
    </dgm:pt>
    <dgm:pt modelId="{7C2B3F82-6400-1544-8822-693070A6AB71}" type="pres">
      <dgm:prSet presAssocID="{76B4D273-5770-7C4F-AF06-A261990CFFA0}" presName="dummy" presStyleCnt="0"/>
      <dgm:spPr/>
    </dgm:pt>
    <dgm:pt modelId="{236DB3A0-0D9A-3144-9258-673EACE50E14}" type="pres">
      <dgm:prSet presAssocID="{76B4D273-5770-7C4F-AF06-A261990CFFA0}" presName="node" presStyleLbl="revTx" presStyleIdx="1" presStyleCnt="5">
        <dgm:presLayoutVars>
          <dgm:bulletEnabled val="1"/>
        </dgm:presLayoutVars>
      </dgm:prSet>
      <dgm:spPr/>
    </dgm:pt>
    <dgm:pt modelId="{9D168C89-7035-2A4E-AADE-D21F38D56671}" type="pres">
      <dgm:prSet presAssocID="{08E2F483-5AF6-AC4E-90CD-AAC06A9D81F6}" presName="sibTrans" presStyleLbl="node1" presStyleIdx="1" presStyleCnt="5"/>
      <dgm:spPr/>
    </dgm:pt>
    <dgm:pt modelId="{72AF85A4-619E-B245-8235-DFA24185E047}" type="pres">
      <dgm:prSet presAssocID="{3407DE0B-CCBA-5B44-A0FF-C29B76A1F869}" presName="dummy" presStyleCnt="0"/>
      <dgm:spPr/>
    </dgm:pt>
    <dgm:pt modelId="{64698297-A50D-A843-92B0-CFBB26C35CE5}" type="pres">
      <dgm:prSet presAssocID="{3407DE0B-CCBA-5B44-A0FF-C29B76A1F869}" presName="node" presStyleLbl="revTx" presStyleIdx="2" presStyleCnt="5">
        <dgm:presLayoutVars>
          <dgm:bulletEnabled val="1"/>
        </dgm:presLayoutVars>
      </dgm:prSet>
      <dgm:spPr/>
    </dgm:pt>
    <dgm:pt modelId="{CAEC4C3B-3150-EA46-B833-BE8780DD3CED}" type="pres">
      <dgm:prSet presAssocID="{9153E7EB-36E0-F544-8699-22655AD84783}" presName="sibTrans" presStyleLbl="node1" presStyleIdx="2" presStyleCnt="5"/>
      <dgm:spPr/>
    </dgm:pt>
    <dgm:pt modelId="{3FB00ED0-5106-4144-A03D-AB848E88B0AF}" type="pres">
      <dgm:prSet presAssocID="{A479E2E8-54A1-2F42-BB4B-A01F5A4C9143}" presName="dummy" presStyleCnt="0"/>
      <dgm:spPr/>
    </dgm:pt>
    <dgm:pt modelId="{FA2FC895-92CA-4546-9480-0873C5D0C8D9}" type="pres">
      <dgm:prSet presAssocID="{A479E2E8-54A1-2F42-BB4B-A01F5A4C9143}" presName="node" presStyleLbl="revTx" presStyleIdx="3" presStyleCnt="5">
        <dgm:presLayoutVars>
          <dgm:bulletEnabled val="1"/>
        </dgm:presLayoutVars>
      </dgm:prSet>
      <dgm:spPr/>
    </dgm:pt>
    <dgm:pt modelId="{42D5A68A-E75B-654A-9744-B9AA397A4C59}" type="pres">
      <dgm:prSet presAssocID="{62263430-53C7-D44C-8BD0-4B599BA66C89}" presName="sibTrans" presStyleLbl="node1" presStyleIdx="3" presStyleCnt="5"/>
      <dgm:spPr/>
    </dgm:pt>
    <dgm:pt modelId="{2E3C8CA0-6000-E949-B784-147D243C3241}" type="pres">
      <dgm:prSet presAssocID="{60459489-A3A9-8341-9947-F4818078F8D7}" presName="dummy" presStyleCnt="0"/>
      <dgm:spPr/>
    </dgm:pt>
    <dgm:pt modelId="{FF10C666-CC2D-DC4A-88BD-15923D448A22}" type="pres">
      <dgm:prSet presAssocID="{60459489-A3A9-8341-9947-F4818078F8D7}" presName="node" presStyleLbl="revTx" presStyleIdx="4" presStyleCnt="5">
        <dgm:presLayoutVars>
          <dgm:bulletEnabled val="1"/>
        </dgm:presLayoutVars>
      </dgm:prSet>
      <dgm:spPr/>
    </dgm:pt>
    <dgm:pt modelId="{51E43E35-6508-E040-8D85-E4AAA1C04D90}" type="pres">
      <dgm:prSet presAssocID="{732CC5C5-D26E-E240-A0CD-5D57F502FB15}" presName="sibTrans" presStyleLbl="node1" presStyleIdx="4" presStyleCnt="5"/>
      <dgm:spPr/>
    </dgm:pt>
  </dgm:ptLst>
  <dgm:cxnLst>
    <dgm:cxn modelId="{C78D5F2E-CA89-8F4E-8758-873A8DE2CFE0}" type="presOf" srcId="{60459489-A3A9-8341-9947-F4818078F8D7}" destId="{FF10C666-CC2D-DC4A-88BD-15923D448A22}" srcOrd="0" destOrd="0" presId="urn:microsoft.com/office/officeart/2005/8/layout/cycle1"/>
    <dgm:cxn modelId="{DDFE9D2E-480F-DC46-87AF-4818956B9C6B}" type="presOf" srcId="{08E2F483-5AF6-AC4E-90CD-AAC06A9D81F6}" destId="{9D168C89-7035-2A4E-AADE-D21F38D56671}" srcOrd="0" destOrd="0" presId="urn:microsoft.com/office/officeart/2005/8/layout/cycle1"/>
    <dgm:cxn modelId="{1D3CA950-9A6E-064E-866C-55753E9E649D}" srcId="{CD014986-3C07-A244-9794-E24BBF802400}" destId="{A479E2E8-54A1-2F42-BB4B-A01F5A4C9143}" srcOrd="3" destOrd="0" parTransId="{1B69B9C7-42B6-CA4C-A48C-CE2C30ED0A62}" sibTransId="{62263430-53C7-D44C-8BD0-4B599BA66C89}"/>
    <dgm:cxn modelId="{55011C64-1E76-DB46-BECE-33148A56A338}" type="presOf" srcId="{732CC5C5-D26E-E240-A0CD-5D57F502FB15}" destId="{51E43E35-6508-E040-8D85-E4AAA1C04D90}" srcOrd="0" destOrd="0" presId="urn:microsoft.com/office/officeart/2005/8/layout/cycle1"/>
    <dgm:cxn modelId="{6D85F364-9293-B044-9652-BAC8130437BD}" type="presOf" srcId="{A479E2E8-54A1-2F42-BB4B-A01F5A4C9143}" destId="{FA2FC895-92CA-4546-9480-0873C5D0C8D9}" srcOrd="0" destOrd="0" presId="urn:microsoft.com/office/officeart/2005/8/layout/cycle1"/>
    <dgm:cxn modelId="{5D25FB7B-D619-E34E-93BC-9DDFFB2B9440}" type="presOf" srcId="{C1443631-9551-524B-9D0D-75B9FF473872}" destId="{40F30F32-4C1C-CE4B-BB96-8C0B7AA8FB34}" srcOrd="0" destOrd="0" presId="urn:microsoft.com/office/officeart/2005/8/layout/cycle1"/>
    <dgm:cxn modelId="{5F9D6D81-2886-A249-B9A6-03D67ED1A0C3}" type="presOf" srcId="{3407DE0B-CCBA-5B44-A0FF-C29B76A1F869}" destId="{64698297-A50D-A843-92B0-CFBB26C35CE5}" srcOrd="0" destOrd="0" presId="urn:microsoft.com/office/officeart/2005/8/layout/cycle1"/>
    <dgm:cxn modelId="{112B34CC-1C28-1745-9393-D98A63FE4765}" srcId="{CD014986-3C07-A244-9794-E24BBF802400}" destId="{60459489-A3A9-8341-9947-F4818078F8D7}" srcOrd="4" destOrd="0" parTransId="{FD4825C6-AEEE-254B-BBA1-C3C6D64968DE}" sibTransId="{732CC5C5-D26E-E240-A0CD-5D57F502FB15}"/>
    <dgm:cxn modelId="{49200ACD-BEAF-844F-A263-AF56AE54040F}" type="presOf" srcId="{CD014986-3C07-A244-9794-E24BBF802400}" destId="{D0428336-CDC0-8E41-B7DA-681A06A8223D}" srcOrd="0" destOrd="0" presId="urn:microsoft.com/office/officeart/2005/8/layout/cycle1"/>
    <dgm:cxn modelId="{1DDDCBD0-3900-6149-A06B-C375AAC7D4E9}" type="presOf" srcId="{9153E7EB-36E0-F544-8699-22655AD84783}" destId="{CAEC4C3B-3150-EA46-B833-BE8780DD3CED}" srcOrd="0" destOrd="0" presId="urn:microsoft.com/office/officeart/2005/8/layout/cycle1"/>
    <dgm:cxn modelId="{64DFB5DA-2C8E-A448-ACCF-03AC8EDC1E7D}" type="presOf" srcId="{76B4D273-5770-7C4F-AF06-A261990CFFA0}" destId="{236DB3A0-0D9A-3144-9258-673EACE50E14}" srcOrd="0" destOrd="0" presId="urn:microsoft.com/office/officeart/2005/8/layout/cycle1"/>
    <dgm:cxn modelId="{EACD6BE3-E773-3042-9403-7EF903869A8E}" type="presOf" srcId="{EA531320-EC26-5743-92DC-73A5251CE369}" destId="{36857F88-25BF-A349-8168-B94ABFD760B4}" srcOrd="0" destOrd="0" presId="urn:microsoft.com/office/officeart/2005/8/layout/cycle1"/>
    <dgm:cxn modelId="{471102F3-3645-9346-941C-67FE41B10343}" srcId="{CD014986-3C07-A244-9794-E24BBF802400}" destId="{EA531320-EC26-5743-92DC-73A5251CE369}" srcOrd="0" destOrd="0" parTransId="{4F2313D7-DADE-7D4D-B605-0C3B6150CABD}" sibTransId="{C1443631-9551-524B-9D0D-75B9FF473872}"/>
    <dgm:cxn modelId="{634EAFF4-5465-9D4E-9C15-DE5E4686A969}" srcId="{CD014986-3C07-A244-9794-E24BBF802400}" destId="{76B4D273-5770-7C4F-AF06-A261990CFFA0}" srcOrd="1" destOrd="0" parTransId="{BF77EA96-36BC-E94F-BABA-16C753DA3CD2}" sibTransId="{08E2F483-5AF6-AC4E-90CD-AAC06A9D81F6}"/>
    <dgm:cxn modelId="{DB0178F5-1167-204E-98E7-14CA5B564316}" srcId="{CD014986-3C07-A244-9794-E24BBF802400}" destId="{3407DE0B-CCBA-5B44-A0FF-C29B76A1F869}" srcOrd="2" destOrd="0" parTransId="{08A79008-46A6-7648-BEB5-9113BD232F35}" sibTransId="{9153E7EB-36E0-F544-8699-22655AD84783}"/>
    <dgm:cxn modelId="{F881C6FB-A433-C940-99DE-DF88087AA541}" type="presOf" srcId="{62263430-53C7-D44C-8BD0-4B599BA66C89}" destId="{42D5A68A-E75B-654A-9744-B9AA397A4C59}" srcOrd="0" destOrd="0" presId="urn:microsoft.com/office/officeart/2005/8/layout/cycle1"/>
    <dgm:cxn modelId="{A60CD214-14D0-0E47-A0B0-69E17F75A460}" type="presParOf" srcId="{D0428336-CDC0-8E41-B7DA-681A06A8223D}" destId="{ACB2ACDB-9E77-1F45-AFDB-F740664F9A14}" srcOrd="0" destOrd="0" presId="urn:microsoft.com/office/officeart/2005/8/layout/cycle1"/>
    <dgm:cxn modelId="{D6A38147-D7CA-144C-B20C-F9E1FBC35F1F}" type="presParOf" srcId="{D0428336-CDC0-8E41-B7DA-681A06A8223D}" destId="{36857F88-25BF-A349-8168-B94ABFD760B4}" srcOrd="1" destOrd="0" presId="urn:microsoft.com/office/officeart/2005/8/layout/cycle1"/>
    <dgm:cxn modelId="{22EAE0E9-9888-9148-BFF7-91062DDF802F}" type="presParOf" srcId="{D0428336-CDC0-8E41-B7DA-681A06A8223D}" destId="{40F30F32-4C1C-CE4B-BB96-8C0B7AA8FB34}" srcOrd="2" destOrd="0" presId="urn:microsoft.com/office/officeart/2005/8/layout/cycle1"/>
    <dgm:cxn modelId="{6BE8221C-B1E1-3440-8EF9-2F00DF8B1532}" type="presParOf" srcId="{D0428336-CDC0-8E41-B7DA-681A06A8223D}" destId="{7C2B3F82-6400-1544-8822-693070A6AB71}" srcOrd="3" destOrd="0" presId="urn:microsoft.com/office/officeart/2005/8/layout/cycle1"/>
    <dgm:cxn modelId="{699234C7-46BB-DD4A-AA22-7BA5FCD8E24F}" type="presParOf" srcId="{D0428336-CDC0-8E41-B7DA-681A06A8223D}" destId="{236DB3A0-0D9A-3144-9258-673EACE50E14}" srcOrd="4" destOrd="0" presId="urn:microsoft.com/office/officeart/2005/8/layout/cycle1"/>
    <dgm:cxn modelId="{8B1F98DF-C3B0-134A-B49F-311F1E0DDEF2}" type="presParOf" srcId="{D0428336-CDC0-8E41-B7DA-681A06A8223D}" destId="{9D168C89-7035-2A4E-AADE-D21F38D56671}" srcOrd="5" destOrd="0" presId="urn:microsoft.com/office/officeart/2005/8/layout/cycle1"/>
    <dgm:cxn modelId="{02DD1E8D-1C5F-6346-9AB4-BA40E5A6CB30}" type="presParOf" srcId="{D0428336-CDC0-8E41-B7DA-681A06A8223D}" destId="{72AF85A4-619E-B245-8235-DFA24185E047}" srcOrd="6" destOrd="0" presId="urn:microsoft.com/office/officeart/2005/8/layout/cycle1"/>
    <dgm:cxn modelId="{7AFE06BC-D251-244A-8B70-9B075EE46855}" type="presParOf" srcId="{D0428336-CDC0-8E41-B7DA-681A06A8223D}" destId="{64698297-A50D-A843-92B0-CFBB26C35CE5}" srcOrd="7" destOrd="0" presId="urn:microsoft.com/office/officeart/2005/8/layout/cycle1"/>
    <dgm:cxn modelId="{176E0C54-A96D-B649-A8D1-F66DC2999622}" type="presParOf" srcId="{D0428336-CDC0-8E41-B7DA-681A06A8223D}" destId="{CAEC4C3B-3150-EA46-B833-BE8780DD3CED}" srcOrd="8" destOrd="0" presId="urn:microsoft.com/office/officeart/2005/8/layout/cycle1"/>
    <dgm:cxn modelId="{20A58F75-E4F2-254C-BC41-081E75871203}" type="presParOf" srcId="{D0428336-CDC0-8E41-B7DA-681A06A8223D}" destId="{3FB00ED0-5106-4144-A03D-AB848E88B0AF}" srcOrd="9" destOrd="0" presId="urn:microsoft.com/office/officeart/2005/8/layout/cycle1"/>
    <dgm:cxn modelId="{927E49F3-67EA-7340-AE8B-36FB7C93A199}" type="presParOf" srcId="{D0428336-CDC0-8E41-B7DA-681A06A8223D}" destId="{FA2FC895-92CA-4546-9480-0873C5D0C8D9}" srcOrd="10" destOrd="0" presId="urn:microsoft.com/office/officeart/2005/8/layout/cycle1"/>
    <dgm:cxn modelId="{C50D2F89-05AF-A248-A650-C84A5F93A580}" type="presParOf" srcId="{D0428336-CDC0-8E41-B7DA-681A06A8223D}" destId="{42D5A68A-E75B-654A-9744-B9AA397A4C59}" srcOrd="11" destOrd="0" presId="urn:microsoft.com/office/officeart/2005/8/layout/cycle1"/>
    <dgm:cxn modelId="{5A96E835-5E15-954A-B806-E8E121367196}" type="presParOf" srcId="{D0428336-CDC0-8E41-B7DA-681A06A8223D}" destId="{2E3C8CA0-6000-E949-B784-147D243C3241}" srcOrd="12" destOrd="0" presId="urn:microsoft.com/office/officeart/2005/8/layout/cycle1"/>
    <dgm:cxn modelId="{E3102EBA-3897-DC45-A33E-6EAA447A8B70}" type="presParOf" srcId="{D0428336-CDC0-8E41-B7DA-681A06A8223D}" destId="{FF10C666-CC2D-DC4A-88BD-15923D448A22}" srcOrd="13" destOrd="0" presId="urn:microsoft.com/office/officeart/2005/8/layout/cycle1"/>
    <dgm:cxn modelId="{046130C9-E425-DF42-829F-BEBB84D6E9A5}" type="presParOf" srcId="{D0428336-CDC0-8E41-B7DA-681A06A8223D}" destId="{51E43E35-6508-E040-8D85-E4AAA1C04D90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5F06586-A8A5-45E2-A3AE-4AB14F732D46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799C173-3EF5-4E7A-85FF-6B67320E0F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Fast path: narrow, common case</a:t>
          </a:r>
        </a:p>
      </dgm:t>
    </dgm:pt>
    <dgm:pt modelId="{34160006-4248-40ED-A7DE-4DDB4DF6123B}" type="parTrans" cxnId="{31C823F1-8D45-40EB-93B0-F89AF2258B60}">
      <dgm:prSet/>
      <dgm:spPr/>
      <dgm:t>
        <a:bodyPr/>
        <a:lstStyle/>
        <a:p>
          <a:endParaRPr lang="en-US"/>
        </a:p>
      </dgm:t>
    </dgm:pt>
    <dgm:pt modelId="{D210F4BE-52BA-4822-8A1F-1E54EA808EB2}" type="sibTrans" cxnId="{31C823F1-8D45-40EB-93B0-F89AF2258B60}">
      <dgm:prSet/>
      <dgm:spPr/>
      <dgm:t>
        <a:bodyPr/>
        <a:lstStyle/>
        <a:p>
          <a:endParaRPr lang="en-US"/>
        </a:p>
      </dgm:t>
    </dgm:pt>
    <dgm:pt modelId="{22DF2010-3365-42D2-A4E5-2270E7E693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Slow path: wide, exceptional case</a:t>
          </a:r>
        </a:p>
      </dgm:t>
    </dgm:pt>
    <dgm:pt modelId="{AD1BA5F2-A796-4C57-913A-88FA94533CFB}" type="parTrans" cxnId="{5B256F63-E2FB-4F66-A149-4F541B30D30F}">
      <dgm:prSet/>
      <dgm:spPr/>
      <dgm:t>
        <a:bodyPr/>
        <a:lstStyle/>
        <a:p>
          <a:endParaRPr lang="en-US"/>
        </a:p>
      </dgm:t>
    </dgm:pt>
    <dgm:pt modelId="{664A0169-C382-4058-826D-28506D94E6E6}" type="sibTrans" cxnId="{5B256F63-E2FB-4F66-A149-4F541B30D30F}">
      <dgm:prSet/>
      <dgm:spPr/>
      <dgm:t>
        <a:bodyPr/>
        <a:lstStyle/>
        <a:p>
          <a:endParaRPr lang="en-US"/>
        </a:p>
      </dgm:t>
    </dgm:pt>
    <dgm:pt modelId="{3C615038-28CC-4F86-AF97-48A4F0DD2828}" type="pres">
      <dgm:prSet presAssocID="{D5F06586-A8A5-45E2-A3AE-4AB14F732D46}" presName="root" presStyleCnt="0">
        <dgm:presLayoutVars>
          <dgm:dir/>
          <dgm:resizeHandles val="exact"/>
        </dgm:presLayoutVars>
      </dgm:prSet>
      <dgm:spPr/>
    </dgm:pt>
    <dgm:pt modelId="{86F4979D-E34F-4EA1-90BD-7D5EFF27EF10}" type="pres">
      <dgm:prSet presAssocID="{C799C173-3EF5-4E7A-85FF-6B67320E0FB0}" presName="compNode" presStyleCnt="0"/>
      <dgm:spPr/>
    </dgm:pt>
    <dgm:pt modelId="{0FC5B912-BCB7-4C01-9011-DA240DDC14FF}" type="pres">
      <dgm:prSet presAssocID="{C799C173-3EF5-4E7A-85FF-6B67320E0FB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B2CFF609-187A-4C4B-81A4-9577F553E1EA}" type="pres">
      <dgm:prSet presAssocID="{C799C173-3EF5-4E7A-85FF-6B67320E0FB0}" presName="spaceRect" presStyleCnt="0"/>
      <dgm:spPr/>
    </dgm:pt>
    <dgm:pt modelId="{CA29D602-5744-49C2-813A-A814630CD369}" type="pres">
      <dgm:prSet presAssocID="{C799C173-3EF5-4E7A-85FF-6B67320E0FB0}" presName="textRect" presStyleLbl="revTx" presStyleIdx="0" presStyleCnt="2">
        <dgm:presLayoutVars>
          <dgm:chMax val="1"/>
          <dgm:chPref val="1"/>
        </dgm:presLayoutVars>
      </dgm:prSet>
      <dgm:spPr/>
    </dgm:pt>
    <dgm:pt modelId="{9C530C2C-8183-43E4-951A-79840FF1C243}" type="pres">
      <dgm:prSet presAssocID="{D210F4BE-52BA-4822-8A1F-1E54EA808EB2}" presName="sibTrans" presStyleCnt="0"/>
      <dgm:spPr/>
    </dgm:pt>
    <dgm:pt modelId="{80D5EF8D-E688-42FD-85F7-16ED22640C18}" type="pres">
      <dgm:prSet presAssocID="{22DF2010-3365-42D2-A4E5-2270E7E693A6}" presName="compNode" presStyleCnt="0"/>
      <dgm:spPr/>
    </dgm:pt>
    <dgm:pt modelId="{80D6A445-96AF-4160-958F-19BF9B062E72}" type="pres">
      <dgm:prSet presAssocID="{22DF2010-3365-42D2-A4E5-2270E7E693A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urtle"/>
        </a:ext>
      </dgm:extLst>
    </dgm:pt>
    <dgm:pt modelId="{6F9E3D29-AADA-4960-BFC0-C37F1D4DB034}" type="pres">
      <dgm:prSet presAssocID="{22DF2010-3365-42D2-A4E5-2270E7E693A6}" presName="spaceRect" presStyleCnt="0"/>
      <dgm:spPr/>
    </dgm:pt>
    <dgm:pt modelId="{5121F990-0643-45EE-851C-BBD603D38A41}" type="pres">
      <dgm:prSet presAssocID="{22DF2010-3365-42D2-A4E5-2270E7E693A6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7CC0215-E184-495B-AA86-5423335E3BF1}" type="presOf" srcId="{D5F06586-A8A5-45E2-A3AE-4AB14F732D46}" destId="{3C615038-28CC-4F86-AF97-48A4F0DD2828}" srcOrd="0" destOrd="0" presId="urn:microsoft.com/office/officeart/2018/2/layout/IconLabelList"/>
    <dgm:cxn modelId="{711F4830-4695-4197-B234-EAF427F1FC12}" type="presOf" srcId="{22DF2010-3365-42D2-A4E5-2270E7E693A6}" destId="{5121F990-0643-45EE-851C-BBD603D38A41}" srcOrd="0" destOrd="0" presId="urn:microsoft.com/office/officeart/2018/2/layout/IconLabelList"/>
    <dgm:cxn modelId="{5B256F63-E2FB-4F66-A149-4F541B30D30F}" srcId="{D5F06586-A8A5-45E2-A3AE-4AB14F732D46}" destId="{22DF2010-3365-42D2-A4E5-2270E7E693A6}" srcOrd="1" destOrd="0" parTransId="{AD1BA5F2-A796-4C57-913A-88FA94533CFB}" sibTransId="{664A0169-C382-4058-826D-28506D94E6E6}"/>
    <dgm:cxn modelId="{0ED478E9-31B9-45E7-8A72-5E447C29D5AB}" type="presOf" srcId="{C799C173-3EF5-4E7A-85FF-6B67320E0FB0}" destId="{CA29D602-5744-49C2-813A-A814630CD369}" srcOrd="0" destOrd="0" presId="urn:microsoft.com/office/officeart/2018/2/layout/IconLabelList"/>
    <dgm:cxn modelId="{31C823F1-8D45-40EB-93B0-F89AF2258B60}" srcId="{D5F06586-A8A5-45E2-A3AE-4AB14F732D46}" destId="{C799C173-3EF5-4E7A-85FF-6B67320E0FB0}" srcOrd="0" destOrd="0" parTransId="{34160006-4248-40ED-A7DE-4DDB4DF6123B}" sibTransId="{D210F4BE-52BA-4822-8A1F-1E54EA808EB2}"/>
    <dgm:cxn modelId="{3DE02281-0362-4C51-B75E-62DBFBD24FC1}" type="presParOf" srcId="{3C615038-28CC-4F86-AF97-48A4F0DD2828}" destId="{86F4979D-E34F-4EA1-90BD-7D5EFF27EF10}" srcOrd="0" destOrd="0" presId="urn:microsoft.com/office/officeart/2018/2/layout/IconLabelList"/>
    <dgm:cxn modelId="{3184768D-BBA5-4366-BDA2-8E3C26AA6F80}" type="presParOf" srcId="{86F4979D-E34F-4EA1-90BD-7D5EFF27EF10}" destId="{0FC5B912-BCB7-4C01-9011-DA240DDC14FF}" srcOrd="0" destOrd="0" presId="urn:microsoft.com/office/officeart/2018/2/layout/IconLabelList"/>
    <dgm:cxn modelId="{E0955DD0-5148-498C-9B9F-218C32575D25}" type="presParOf" srcId="{86F4979D-E34F-4EA1-90BD-7D5EFF27EF10}" destId="{B2CFF609-187A-4C4B-81A4-9577F553E1EA}" srcOrd="1" destOrd="0" presId="urn:microsoft.com/office/officeart/2018/2/layout/IconLabelList"/>
    <dgm:cxn modelId="{474A43EB-1258-47CC-92A2-8C4B818785C6}" type="presParOf" srcId="{86F4979D-E34F-4EA1-90BD-7D5EFF27EF10}" destId="{CA29D602-5744-49C2-813A-A814630CD369}" srcOrd="2" destOrd="0" presId="urn:microsoft.com/office/officeart/2018/2/layout/IconLabelList"/>
    <dgm:cxn modelId="{C6BE21ED-C374-42A0-8558-703EE711E0BD}" type="presParOf" srcId="{3C615038-28CC-4F86-AF97-48A4F0DD2828}" destId="{9C530C2C-8183-43E4-951A-79840FF1C243}" srcOrd="1" destOrd="0" presId="urn:microsoft.com/office/officeart/2018/2/layout/IconLabelList"/>
    <dgm:cxn modelId="{8BD14708-813C-496F-8572-D1619FEFAEB8}" type="presParOf" srcId="{3C615038-28CC-4F86-AF97-48A4F0DD2828}" destId="{80D5EF8D-E688-42FD-85F7-16ED22640C18}" srcOrd="2" destOrd="0" presId="urn:microsoft.com/office/officeart/2018/2/layout/IconLabelList"/>
    <dgm:cxn modelId="{CBC64010-B7CE-4DC3-A836-B6B771B8E172}" type="presParOf" srcId="{80D5EF8D-E688-42FD-85F7-16ED22640C18}" destId="{80D6A445-96AF-4160-958F-19BF9B062E72}" srcOrd="0" destOrd="0" presId="urn:microsoft.com/office/officeart/2018/2/layout/IconLabelList"/>
    <dgm:cxn modelId="{E5502AB5-98CB-44A6-8025-D5DCE4C73FB1}" type="presParOf" srcId="{80D5EF8D-E688-42FD-85F7-16ED22640C18}" destId="{6F9E3D29-AADA-4960-BFC0-C37F1D4DB034}" srcOrd="1" destOrd="0" presId="urn:microsoft.com/office/officeart/2018/2/layout/IconLabelList"/>
    <dgm:cxn modelId="{FE22E0FA-592B-43D3-9C9E-F4D266CC3A96}" type="presParOf" srcId="{80D5EF8D-E688-42FD-85F7-16ED22640C18}" destId="{5121F990-0643-45EE-851C-BBD603D38A4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5CC7D05-D48E-4A59-A93E-5F5C38D3D57B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FF4748C-A097-4D86-9456-2DA62E1E7349}">
      <dgm:prSet/>
      <dgm:spPr/>
      <dgm:t>
        <a:bodyPr/>
        <a:lstStyle/>
        <a:p>
          <a:r>
            <a:rPr lang="en-US" dirty="0"/>
            <a:t>Fast Path</a:t>
          </a:r>
        </a:p>
      </dgm:t>
    </dgm:pt>
    <dgm:pt modelId="{D58F3A55-9034-43F3-B796-F6A5C951225D}" type="parTrans" cxnId="{E9D2D2F3-BB82-4C01-B3C3-02CB0724DD69}">
      <dgm:prSet/>
      <dgm:spPr/>
      <dgm:t>
        <a:bodyPr/>
        <a:lstStyle/>
        <a:p>
          <a:endParaRPr lang="en-US"/>
        </a:p>
      </dgm:t>
    </dgm:pt>
    <dgm:pt modelId="{23AA0331-03E1-45CE-8C61-EED038753CA8}" type="sibTrans" cxnId="{E9D2D2F3-BB82-4C01-B3C3-02CB0724DD69}">
      <dgm:prSet/>
      <dgm:spPr/>
      <dgm:t>
        <a:bodyPr/>
        <a:lstStyle/>
        <a:p>
          <a:endParaRPr lang="en-US"/>
        </a:p>
      </dgm:t>
    </dgm:pt>
    <dgm:pt modelId="{75F80FC9-FFBC-4079-9082-527DAE46C7CD}">
      <dgm:prSet/>
      <dgm:spPr/>
      <dgm:t>
        <a:bodyPr/>
        <a:lstStyle/>
        <a:p>
          <a:r>
            <a:rPr lang="en-US"/>
            <a:t>Parsing</a:t>
          </a:r>
        </a:p>
      </dgm:t>
    </dgm:pt>
    <dgm:pt modelId="{15001875-15CD-4F34-A84E-6913BF2617DF}" type="parTrans" cxnId="{2494E0EA-727C-4CB5-8B98-1BFF76F0B682}">
      <dgm:prSet/>
      <dgm:spPr/>
      <dgm:t>
        <a:bodyPr/>
        <a:lstStyle/>
        <a:p>
          <a:endParaRPr lang="en-US"/>
        </a:p>
      </dgm:t>
    </dgm:pt>
    <dgm:pt modelId="{286113D1-C108-4A60-A3AA-C61C86272C73}" type="sibTrans" cxnId="{2494E0EA-727C-4CB5-8B98-1BFF76F0B682}">
      <dgm:prSet/>
      <dgm:spPr/>
      <dgm:t>
        <a:bodyPr/>
        <a:lstStyle/>
        <a:p>
          <a:endParaRPr lang="en-US"/>
        </a:p>
      </dgm:t>
    </dgm:pt>
    <dgm:pt modelId="{E5D76E04-59C4-42AE-B521-0EEAA48946A2}">
      <dgm:prSet/>
      <dgm:spPr/>
      <dgm:t>
        <a:bodyPr/>
        <a:lstStyle/>
        <a:p>
          <a:r>
            <a:rPr lang="en-US"/>
            <a:t>Rewriting</a:t>
          </a:r>
        </a:p>
      </dgm:t>
    </dgm:pt>
    <dgm:pt modelId="{B2D57C26-E00F-4F19-BE68-28C4DB9AF4CB}" type="parTrans" cxnId="{921DBBBB-3150-40B1-A15F-519A85FBA99C}">
      <dgm:prSet/>
      <dgm:spPr/>
      <dgm:t>
        <a:bodyPr/>
        <a:lstStyle/>
        <a:p>
          <a:endParaRPr lang="en-US"/>
        </a:p>
      </dgm:t>
    </dgm:pt>
    <dgm:pt modelId="{4C2975FD-3CDF-4011-84D9-5173D9E2794D}" type="sibTrans" cxnId="{921DBBBB-3150-40B1-A15F-519A85FBA99C}">
      <dgm:prSet/>
      <dgm:spPr/>
      <dgm:t>
        <a:bodyPr/>
        <a:lstStyle/>
        <a:p>
          <a:endParaRPr lang="en-US"/>
        </a:p>
      </dgm:t>
    </dgm:pt>
    <dgm:pt modelId="{CB4B9707-30CA-477C-88BF-E3288A69F822}">
      <dgm:prSet/>
      <dgm:spPr/>
      <dgm:t>
        <a:bodyPr/>
        <a:lstStyle/>
        <a:p>
          <a:r>
            <a:rPr lang="en-US" dirty="0"/>
            <a:t>Forwarding information base (FIB) lookup</a:t>
          </a:r>
        </a:p>
      </dgm:t>
    </dgm:pt>
    <dgm:pt modelId="{DB0B7DA9-32BE-4625-B246-E4032237868B}" type="parTrans" cxnId="{42B3482D-1740-430B-9C15-44585FFD141E}">
      <dgm:prSet/>
      <dgm:spPr/>
      <dgm:t>
        <a:bodyPr/>
        <a:lstStyle/>
        <a:p>
          <a:endParaRPr lang="en-US"/>
        </a:p>
      </dgm:t>
    </dgm:pt>
    <dgm:pt modelId="{CF4C464F-7C0D-4961-8FD2-0503FD2A953E}" type="sibTrans" cxnId="{42B3482D-1740-430B-9C15-44585FFD141E}">
      <dgm:prSet/>
      <dgm:spPr/>
      <dgm:t>
        <a:bodyPr/>
        <a:lstStyle/>
        <a:p>
          <a:endParaRPr lang="en-US"/>
        </a:p>
      </dgm:t>
    </dgm:pt>
    <dgm:pt modelId="{FE290FC8-CDD8-4336-9766-8D8E3E5D09A5}">
      <dgm:prSet/>
      <dgm:spPr/>
      <dgm:t>
        <a:bodyPr/>
        <a:lstStyle/>
        <a:p>
          <a:r>
            <a:rPr lang="en-US"/>
            <a:t>Forwarding</a:t>
          </a:r>
        </a:p>
      </dgm:t>
    </dgm:pt>
    <dgm:pt modelId="{0549A117-3325-4563-B33E-01B4D23DDA79}" type="parTrans" cxnId="{9EBAEA03-7890-4890-96B9-A0CC87F558E2}">
      <dgm:prSet/>
      <dgm:spPr/>
      <dgm:t>
        <a:bodyPr/>
        <a:lstStyle/>
        <a:p>
          <a:endParaRPr lang="en-US"/>
        </a:p>
      </dgm:t>
    </dgm:pt>
    <dgm:pt modelId="{740CEC2B-5816-4E94-B553-63DC3AC87A29}" type="sibTrans" cxnId="{9EBAEA03-7890-4890-96B9-A0CC87F558E2}">
      <dgm:prSet/>
      <dgm:spPr/>
      <dgm:t>
        <a:bodyPr/>
        <a:lstStyle/>
        <a:p>
          <a:endParaRPr lang="en-US"/>
        </a:p>
      </dgm:t>
    </dgm:pt>
    <dgm:pt modelId="{377EC517-A0E4-4F0E-8BD3-B1E07C4FF305}">
      <dgm:prSet/>
      <dgm:spPr/>
      <dgm:t>
        <a:bodyPr/>
        <a:lstStyle/>
        <a:p>
          <a:r>
            <a:rPr lang="en-US"/>
            <a:t>Slow Path</a:t>
          </a:r>
        </a:p>
      </dgm:t>
    </dgm:pt>
    <dgm:pt modelId="{552D16DF-1105-4F23-8D20-9691CAE99AAA}" type="parTrans" cxnId="{54FDFA5A-E236-4D98-83FE-F6DD86F91746}">
      <dgm:prSet/>
      <dgm:spPr/>
      <dgm:t>
        <a:bodyPr/>
        <a:lstStyle/>
        <a:p>
          <a:endParaRPr lang="en-US"/>
        </a:p>
      </dgm:t>
    </dgm:pt>
    <dgm:pt modelId="{7E4C4F35-9EA5-4766-AD97-4972C74B16C4}" type="sibTrans" cxnId="{54FDFA5A-E236-4D98-83FE-F6DD86F91746}">
      <dgm:prSet/>
      <dgm:spPr/>
      <dgm:t>
        <a:bodyPr/>
        <a:lstStyle/>
        <a:p>
          <a:endParaRPr lang="en-US"/>
        </a:p>
      </dgm:t>
    </dgm:pt>
    <dgm:pt modelId="{CA821B60-E4C7-4949-939B-35747AB10F26}">
      <dgm:prSet/>
      <dgm:spPr/>
      <dgm:t>
        <a:bodyPr/>
        <a:lstStyle/>
        <a:p>
          <a:r>
            <a:rPr lang="en-US" dirty="0"/>
            <a:t>ARP handling</a:t>
          </a:r>
        </a:p>
      </dgm:t>
    </dgm:pt>
    <dgm:pt modelId="{C582B4B2-6E5F-4B38-8537-DA0588841D36}" type="parTrans" cxnId="{2B03B810-2127-4FDC-9EC8-3E0416208508}">
      <dgm:prSet/>
      <dgm:spPr/>
      <dgm:t>
        <a:bodyPr/>
        <a:lstStyle/>
        <a:p>
          <a:endParaRPr lang="en-US"/>
        </a:p>
      </dgm:t>
    </dgm:pt>
    <dgm:pt modelId="{2363A65F-DF3E-4459-AA7C-60DF70FBE70F}" type="sibTrans" cxnId="{2B03B810-2127-4FDC-9EC8-3E0416208508}">
      <dgm:prSet/>
      <dgm:spPr/>
      <dgm:t>
        <a:bodyPr/>
        <a:lstStyle/>
        <a:p>
          <a:endParaRPr lang="en-US"/>
        </a:p>
      </dgm:t>
    </dgm:pt>
    <dgm:pt modelId="{61E74653-FC51-C74C-8B94-14D1A87E8B3B}">
      <dgm:prSet/>
      <dgm:spPr/>
      <dgm:t>
        <a:bodyPr/>
        <a:lstStyle/>
        <a:p>
          <a:r>
            <a:rPr lang="en-US" dirty="0"/>
            <a:t>IP (de)fragmentation </a:t>
          </a:r>
        </a:p>
      </dgm:t>
    </dgm:pt>
    <dgm:pt modelId="{12ECD5CD-614E-9649-B61E-32143D259448}" type="parTrans" cxnId="{3AD5B712-1CF7-0D4F-8D23-A79564ECE569}">
      <dgm:prSet/>
      <dgm:spPr/>
      <dgm:t>
        <a:bodyPr/>
        <a:lstStyle/>
        <a:p>
          <a:endParaRPr lang="en-US"/>
        </a:p>
      </dgm:t>
    </dgm:pt>
    <dgm:pt modelId="{AF261C02-F23C-1444-A02B-B755E96EF6C3}" type="sibTrans" cxnId="{3AD5B712-1CF7-0D4F-8D23-A79564ECE569}">
      <dgm:prSet/>
      <dgm:spPr/>
      <dgm:t>
        <a:bodyPr/>
        <a:lstStyle/>
        <a:p>
          <a:endParaRPr lang="en-US"/>
        </a:p>
      </dgm:t>
    </dgm:pt>
    <dgm:pt modelId="{6A989E06-4687-1246-9C8D-E1B471E1F9B1}" type="pres">
      <dgm:prSet presAssocID="{F5CC7D05-D48E-4A59-A93E-5F5C38D3D57B}" presName="linear" presStyleCnt="0">
        <dgm:presLayoutVars>
          <dgm:dir/>
          <dgm:animLvl val="lvl"/>
          <dgm:resizeHandles val="exact"/>
        </dgm:presLayoutVars>
      </dgm:prSet>
      <dgm:spPr/>
    </dgm:pt>
    <dgm:pt modelId="{04BD9C4F-DC7B-8745-A11F-87601F871A85}" type="pres">
      <dgm:prSet presAssocID="{0FF4748C-A097-4D86-9456-2DA62E1E7349}" presName="parentLin" presStyleCnt="0"/>
      <dgm:spPr/>
    </dgm:pt>
    <dgm:pt modelId="{6B288426-3C8E-B246-A9DA-C79C7C5AF0C2}" type="pres">
      <dgm:prSet presAssocID="{0FF4748C-A097-4D86-9456-2DA62E1E7349}" presName="parentLeftMargin" presStyleLbl="node1" presStyleIdx="0" presStyleCnt="2"/>
      <dgm:spPr/>
    </dgm:pt>
    <dgm:pt modelId="{F14B836B-82F7-7341-87F2-84424F0A1593}" type="pres">
      <dgm:prSet presAssocID="{0FF4748C-A097-4D86-9456-2DA62E1E734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CA6B2C3-2269-5D41-8165-2CDFBB19D601}" type="pres">
      <dgm:prSet presAssocID="{0FF4748C-A097-4D86-9456-2DA62E1E7349}" presName="negativeSpace" presStyleCnt="0"/>
      <dgm:spPr/>
    </dgm:pt>
    <dgm:pt modelId="{5F474AD5-2C87-5C4D-8C6D-4C2004F9B773}" type="pres">
      <dgm:prSet presAssocID="{0FF4748C-A097-4D86-9456-2DA62E1E7349}" presName="childText" presStyleLbl="conFgAcc1" presStyleIdx="0" presStyleCnt="2">
        <dgm:presLayoutVars>
          <dgm:bulletEnabled val="1"/>
        </dgm:presLayoutVars>
      </dgm:prSet>
      <dgm:spPr/>
    </dgm:pt>
    <dgm:pt modelId="{B2EBE688-495D-F540-90BF-D36481C1A1CF}" type="pres">
      <dgm:prSet presAssocID="{23AA0331-03E1-45CE-8C61-EED038753CA8}" presName="spaceBetweenRectangles" presStyleCnt="0"/>
      <dgm:spPr/>
    </dgm:pt>
    <dgm:pt modelId="{4F6E733B-1666-D041-9285-993D068A01FA}" type="pres">
      <dgm:prSet presAssocID="{377EC517-A0E4-4F0E-8BD3-B1E07C4FF305}" presName="parentLin" presStyleCnt="0"/>
      <dgm:spPr/>
    </dgm:pt>
    <dgm:pt modelId="{3D202BFF-40E9-A641-BB37-2D65C4D8831C}" type="pres">
      <dgm:prSet presAssocID="{377EC517-A0E4-4F0E-8BD3-B1E07C4FF305}" presName="parentLeftMargin" presStyleLbl="node1" presStyleIdx="0" presStyleCnt="2"/>
      <dgm:spPr/>
    </dgm:pt>
    <dgm:pt modelId="{3F3D02A0-EC0F-6E4F-B9DB-15633DC32D11}" type="pres">
      <dgm:prSet presAssocID="{377EC517-A0E4-4F0E-8BD3-B1E07C4FF30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5303FB4-2AE9-4A40-8D87-322FA83089B6}" type="pres">
      <dgm:prSet presAssocID="{377EC517-A0E4-4F0E-8BD3-B1E07C4FF305}" presName="negativeSpace" presStyleCnt="0"/>
      <dgm:spPr/>
    </dgm:pt>
    <dgm:pt modelId="{D28A7102-92E0-A141-A415-FAAE6B58B2C4}" type="pres">
      <dgm:prSet presAssocID="{377EC517-A0E4-4F0E-8BD3-B1E07C4FF305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9EBAEA03-7890-4890-96B9-A0CC87F558E2}" srcId="{0FF4748C-A097-4D86-9456-2DA62E1E7349}" destId="{FE290FC8-CDD8-4336-9766-8D8E3E5D09A5}" srcOrd="3" destOrd="0" parTransId="{0549A117-3325-4563-B33E-01B4D23DDA79}" sibTransId="{740CEC2B-5816-4E94-B553-63DC3AC87A29}"/>
    <dgm:cxn modelId="{6427F404-CC0F-6E4F-9575-3C222022DA2E}" type="presOf" srcId="{FE290FC8-CDD8-4336-9766-8D8E3E5D09A5}" destId="{5F474AD5-2C87-5C4D-8C6D-4C2004F9B773}" srcOrd="0" destOrd="3" presId="urn:microsoft.com/office/officeart/2005/8/layout/list1"/>
    <dgm:cxn modelId="{2B03B810-2127-4FDC-9EC8-3E0416208508}" srcId="{377EC517-A0E4-4F0E-8BD3-B1E07C4FF305}" destId="{CA821B60-E4C7-4949-939B-35747AB10F26}" srcOrd="0" destOrd="0" parTransId="{C582B4B2-6E5F-4B38-8537-DA0588841D36}" sibTransId="{2363A65F-DF3E-4459-AA7C-60DF70FBE70F}"/>
    <dgm:cxn modelId="{3AD5B712-1CF7-0D4F-8D23-A79564ECE569}" srcId="{377EC517-A0E4-4F0E-8BD3-B1E07C4FF305}" destId="{61E74653-FC51-C74C-8B94-14D1A87E8B3B}" srcOrd="1" destOrd="0" parTransId="{12ECD5CD-614E-9649-B61E-32143D259448}" sibTransId="{AF261C02-F23C-1444-A02B-B755E96EF6C3}"/>
    <dgm:cxn modelId="{3485331C-2A01-CD40-9A11-DF609E2DB0D2}" type="presOf" srcId="{377EC517-A0E4-4F0E-8BD3-B1E07C4FF305}" destId="{3D202BFF-40E9-A641-BB37-2D65C4D8831C}" srcOrd="0" destOrd="0" presId="urn:microsoft.com/office/officeart/2005/8/layout/list1"/>
    <dgm:cxn modelId="{42B3482D-1740-430B-9C15-44585FFD141E}" srcId="{0FF4748C-A097-4D86-9456-2DA62E1E7349}" destId="{CB4B9707-30CA-477C-88BF-E3288A69F822}" srcOrd="2" destOrd="0" parTransId="{DB0B7DA9-32BE-4625-B246-E4032237868B}" sibTransId="{CF4C464F-7C0D-4961-8FD2-0503FD2A953E}"/>
    <dgm:cxn modelId="{4B7D5D4F-17A9-9244-970E-7A456C889011}" type="presOf" srcId="{CA821B60-E4C7-4949-939B-35747AB10F26}" destId="{D28A7102-92E0-A141-A415-FAAE6B58B2C4}" srcOrd="0" destOrd="0" presId="urn:microsoft.com/office/officeart/2005/8/layout/list1"/>
    <dgm:cxn modelId="{54FDFA5A-E236-4D98-83FE-F6DD86F91746}" srcId="{F5CC7D05-D48E-4A59-A93E-5F5C38D3D57B}" destId="{377EC517-A0E4-4F0E-8BD3-B1E07C4FF305}" srcOrd="1" destOrd="0" parTransId="{552D16DF-1105-4F23-8D20-9691CAE99AAA}" sibTransId="{7E4C4F35-9EA5-4766-AD97-4972C74B16C4}"/>
    <dgm:cxn modelId="{4CFFC174-BAB4-A64F-984E-3FB44FC6D5A9}" type="presOf" srcId="{0FF4748C-A097-4D86-9456-2DA62E1E7349}" destId="{6B288426-3C8E-B246-A9DA-C79C7C5AF0C2}" srcOrd="0" destOrd="0" presId="urn:microsoft.com/office/officeart/2005/8/layout/list1"/>
    <dgm:cxn modelId="{0F5E1B9F-E664-8840-BF39-2F772219122E}" type="presOf" srcId="{61E74653-FC51-C74C-8B94-14D1A87E8B3B}" destId="{D28A7102-92E0-A141-A415-FAAE6B58B2C4}" srcOrd="0" destOrd="1" presId="urn:microsoft.com/office/officeart/2005/8/layout/list1"/>
    <dgm:cxn modelId="{070BE6A5-6560-D247-A291-0D98894D539D}" type="presOf" srcId="{75F80FC9-FFBC-4079-9082-527DAE46C7CD}" destId="{5F474AD5-2C87-5C4D-8C6D-4C2004F9B773}" srcOrd="0" destOrd="0" presId="urn:microsoft.com/office/officeart/2005/8/layout/list1"/>
    <dgm:cxn modelId="{211667AC-A7BB-8844-A5E2-5C943214BF08}" type="presOf" srcId="{0FF4748C-A097-4D86-9456-2DA62E1E7349}" destId="{F14B836B-82F7-7341-87F2-84424F0A1593}" srcOrd="1" destOrd="0" presId="urn:microsoft.com/office/officeart/2005/8/layout/list1"/>
    <dgm:cxn modelId="{CDF00BB7-1AEA-1A40-94F3-896FA79CF510}" type="presOf" srcId="{E5D76E04-59C4-42AE-B521-0EEAA48946A2}" destId="{5F474AD5-2C87-5C4D-8C6D-4C2004F9B773}" srcOrd="0" destOrd="1" presId="urn:microsoft.com/office/officeart/2005/8/layout/list1"/>
    <dgm:cxn modelId="{921DBBBB-3150-40B1-A15F-519A85FBA99C}" srcId="{0FF4748C-A097-4D86-9456-2DA62E1E7349}" destId="{E5D76E04-59C4-42AE-B521-0EEAA48946A2}" srcOrd="1" destOrd="0" parTransId="{B2D57C26-E00F-4F19-BE68-28C4DB9AF4CB}" sibTransId="{4C2975FD-3CDF-4011-84D9-5173D9E2794D}"/>
    <dgm:cxn modelId="{9D69C8EA-38F2-2443-B894-C74CA949C034}" type="presOf" srcId="{F5CC7D05-D48E-4A59-A93E-5F5C38D3D57B}" destId="{6A989E06-4687-1246-9C8D-E1B471E1F9B1}" srcOrd="0" destOrd="0" presId="urn:microsoft.com/office/officeart/2005/8/layout/list1"/>
    <dgm:cxn modelId="{2494E0EA-727C-4CB5-8B98-1BFF76F0B682}" srcId="{0FF4748C-A097-4D86-9456-2DA62E1E7349}" destId="{75F80FC9-FFBC-4079-9082-527DAE46C7CD}" srcOrd="0" destOrd="0" parTransId="{15001875-15CD-4F34-A84E-6913BF2617DF}" sibTransId="{286113D1-C108-4A60-A3AA-C61C86272C73}"/>
    <dgm:cxn modelId="{5E5246EB-4633-7D45-99F0-2B0154BDC665}" type="presOf" srcId="{377EC517-A0E4-4F0E-8BD3-B1E07C4FF305}" destId="{3F3D02A0-EC0F-6E4F-B9DB-15633DC32D11}" srcOrd="1" destOrd="0" presId="urn:microsoft.com/office/officeart/2005/8/layout/list1"/>
    <dgm:cxn modelId="{E9D2D2F3-BB82-4C01-B3C3-02CB0724DD69}" srcId="{F5CC7D05-D48E-4A59-A93E-5F5C38D3D57B}" destId="{0FF4748C-A097-4D86-9456-2DA62E1E7349}" srcOrd="0" destOrd="0" parTransId="{D58F3A55-9034-43F3-B796-F6A5C951225D}" sibTransId="{23AA0331-03E1-45CE-8C61-EED038753CA8}"/>
    <dgm:cxn modelId="{55D19BF9-E69E-6E46-B97B-7F5227C729B4}" type="presOf" srcId="{CB4B9707-30CA-477C-88BF-E3288A69F822}" destId="{5F474AD5-2C87-5C4D-8C6D-4C2004F9B773}" srcOrd="0" destOrd="2" presId="urn:microsoft.com/office/officeart/2005/8/layout/list1"/>
    <dgm:cxn modelId="{05843D6C-1696-9849-9F82-5F15440EDB11}" type="presParOf" srcId="{6A989E06-4687-1246-9C8D-E1B471E1F9B1}" destId="{04BD9C4F-DC7B-8745-A11F-87601F871A85}" srcOrd="0" destOrd="0" presId="urn:microsoft.com/office/officeart/2005/8/layout/list1"/>
    <dgm:cxn modelId="{6E5DB6E9-CDDE-1848-8A5D-EB35FD784AC5}" type="presParOf" srcId="{04BD9C4F-DC7B-8745-A11F-87601F871A85}" destId="{6B288426-3C8E-B246-A9DA-C79C7C5AF0C2}" srcOrd="0" destOrd="0" presId="urn:microsoft.com/office/officeart/2005/8/layout/list1"/>
    <dgm:cxn modelId="{10B49B39-217B-1242-A5BF-3B9BEDC6A717}" type="presParOf" srcId="{04BD9C4F-DC7B-8745-A11F-87601F871A85}" destId="{F14B836B-82F7-7341-87F2-84424F0A1593}" srcOrd="1" destOrd="0" presId="urn:microsoft.com/office/officeart/2005/8/layout/list1"/>
    <dgm:cxn modelId="{5DDDAA3A-6CDE-7946-9732-D7D81D0AE3BF}" type="presParOf" srcId="{6A989E06-4687-1246-9C8D-E1B471E1F9B1}" destId="{5CA6B2C3-2269-5D41-8165-2CDFBB19D601}" srcOrd="1" destOrd="0" presId="urn:microsoft.com/office/officeart/2005/8/layout/list1"/>
    <dgm:cxn modelId="{4F4C75C5-FAEF-7F41-B40B-B62828D20910}" type="presParOf" srcId="{6A989E06-4687-1246-9C8D-E1B471E1F9B1}" destId="{5F474AD5-2C87-5C4D-8C6D-4C2004F9B773}" srcOrd="2" destOrd="0" presId="urn:microsoft.com/office/officeart/2005/8/layout/list1"/>
    <dgm:cxn modelId="{91433C8E-D7D0-AF48-862E-1F21456A751C}" type="presParOf" srcId="{6A989E06-4687-1246-9C8D-E1B471E1F9B1}" destId="{B2EBE688-495D-F540-90BF-D36481C1A1CF}" srcOrd="3" destOrd="0" presId="urn:microsoft.com/office/officeart/2005/8/layout/list1"/>
    <dgm:cxn modelId="{36F1F581-6D79-9A4A-B042-C7ED9BC27F45}" type="presParOf" srcId="{6A989E06-4687-1246-9C8D-E1B471E1F9B1}" destId="{4F6E733B-1666-D041-9285-993D068A01FA}" srcOrd="4" destOrd="0" presId="urn:microsoft.com/office/officeart/2005/8/layout/list1"/>
    <dgm:cxn modelId="{6428F483-52F9-FD4B-8731-0CD1EB8CAC59}" type="presParOf" srcId="{4F6E733B-1666-D041-9285-993D068A01FA}" destId="{3D202BFF-40E9-A641-BB37-2D65C4D8831C}" srcOrd="0" destOrd="0" presId="urn:microsoft.com/office/officeart/2005/8/layout/list1"/>
    <dgm:cxn modelId="{7534686E-63C0-A840-8491-84F56EF16686}" type="presParOf" srcId="{4F6E733B-1666-D041-9285-993D068A01FA}" destId="{3F3D02A0-EC0F-6E4F-B9DB-15633DC32D11}" srcOrd="1" destOrd="0" presId="urn:microsoft.com/office/officeart/2005/8/layout/list1"/>
    <dgm:cxn modelId="{233ABEDD-DCA1-0C4F-9E71-64AB474A6172}" type="presParOf" srcId="{6A989E06-4687-1246-9C8D-E1B471E1F9B1}" destId="{B5303FB4-2AE9-4A40-8D87-322FA83089B6}" srcOrd="5" destOrd="0" presId="urn:microsoft.com/office/officeart/2005/8/layout/list1"/>
    <dgm:cxn modelId="{65CB7EF7-0CA1-654E-9363-39F242D811E5}" type="presParOf" srcId="{6A989E06-4687-1246-9C8D-E1B471E1F9B1}" destId="{D28A7102-92E0-A141-A415-FAAE6B58B2C4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28AB425-C18E-4ED2-94FF-EB66A55A7776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06EF95A-BF2A-4F4C-9006-1D89D1CBB37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Enable fast packet processing</a:t>
          </a:r>
        </a:p>
      </dgm:t>
    </dgm:pt>
    <dgm:pt modelId="{62D20210-B11B-41D3-A5AD-D6A48E164D76}" type="parTrans" cxnId="{A0D0D581-3183-49DA-A262-D217E83B5C4E}">
      <dgm:prSet/>
      <dgm:spPr/>
      <dgm:t>
        <a:bodyPr/>
        <a:lstStyle/>
        <a:p>
          <a:endParaRPr lang="en-US"/>
        </a:p>
      </dgm:t>
    </dgm:pt>
    <dgm:pt modelId="{41086E3E-9253-4B35-B5F1-D99B310C075A}" type="sibTrans" cxnId="{A0D0D581-3183-49DA-A262-D217E83B5C4E}">
      <dgm:prSet/>
      <dgm:spPr/>
      <dgm:t>
        <a:bodyPr/>
        <a:lstStyle/>
        <a:p>
          <a:endParaRPr lang="en-US"/>
        </a:p>
      </dgm:t>
    </dgm:pt>
    <dgm:pt modelId="{38170322-7394-4315-9480-3EE7AA2D40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Virtual Network Functions: Virtual Router </a:t>
          </a:r>
        </a:p>
      </dgm:t>
    </dgm:pt>
    <dgm:pt modelId="{23E1C6AF-9FF0-41D7-95B5-B7E63F4504A9}" type="parTrans" cxnId="{FAF912F7-1293-42D6-9B9E-9EE88EB1A768}">
      <dgm:prSet/>
      <dgm:spPr/>
      <dgm:t>
        <a:bodyPr/>
        <a:lstStyle/>
        <a:p>
          <a:endParaRPr lang="en-US"/>
        </a:p>
      </dgm:t>
    </dgm:pt>
    <dgm:pt modelId="{ECA84978-EAC1-4D27-B415-B18D1AB6FC5F}" type="sibTrans" cxnId="{FAF912F7-1293-42D6-9B9E-9EE88EB1A768}">
      <dgm:prSet/>
      <dgm:spPr/>
      <dgm:t>
        <a:bodyPr/>
        <a:lstStyle/>
        <a:p>
          <a:endParaRPr lang="en-US"/>
        </a:p>
      </dgm:t>
    </dgm:pt>
    <dgm:pt modelId="{5440C3D9-D351-42E8-A228-3FD60B4BC1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Virtual Network Functions: Virtual Gateway</a:t>
          </a:r>
        </a:p>
      </dgm:t>
    </dgm:pt>
    <dgm:pt modelId="{36E2AEE6-F425-4BD0-AA1E-566BF981D279}" type="parTrans" cxnId="{6DFAEF26-B2D0-451E-BB76-B189191BCFDA}">
      <dgm:prSet/>
      <dgm:spPr/>
      <dgm:t>
        <a:bodyPr/>
        <a:lstStyle/>
        <a:p>
          <a:endParaRPr lang="en-US"/>
        </a:p>
      </dgm:t>
    </dgm:pt>
    <dgm:pt modelId="{FA48336E-40E8-4FC7-BE3B-BEA889209AD5}" type="sibTrans" cxnId="{6DFAEF26-B2D0-451E-BB76-B189191BCFDA}">
      <dgm:prSet/>
      <dgm:spPr/>
      <dgm:t>
        <a:bodyPr/>
        <a:lstStyle/>
        <a:p>
          <a:endParaRPr lang="en-US"/>
        </a:p>
      </dgm:t>
    </dgm:pt>
    <dgm:pt modelId="{B80BCCB8-F659-4029-AED2-3F9F03DAE01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Maintain compatibility with the Linux networking API</a:t>
          </a:r>
        </a:p>
      </dgm:t>
    </dgm:pt>
    <dgm:pt modelId="{7B1A8813-BBFE-4B4B-A88C-93034656A6A7}" type="parTrans" cxnId="{E4D623CD-E696-47FB-9523-5BBDCF4CF16F}">
      <dgm:prSet/>
      <dgm:spPr/>
      <dgm:t>
        <a:bodyPr/>
        <a:lstStyle/>
        <a:p>
          <a:endParaRPr lang="en-US"/>
        </a:p>
      </dgm:t>
    </dgm:pt>
    <dgm:pt modelId="{53F6B398-56F6-461D-8D8F-2C6A738E885B}" type="sibTrans" cxnId="{E4D623CD-E696-47FB-9523-5BBDCF4CF16F}">
      <dgm:prSet/>
      <dgm:spPr/>
      <dgm:t>
        <a:bodyPr/>
        <a:lstStyle/>
        <a:p>
          <a:endParaRPr lang="en-US"/>
        </a:p>
      </dgm:t>
    </dgm:pt>
    <dgm:pt modelId="{EF9A0B2E-01F5-47A0-9E9D-F4101CA68C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Pod-to-Pod Networking with Kubernetes and Flannel</a:t>
          </a:r>
        </a:p>
      </dgm:t>
    </dgm:pt>
    <dgm:pt modelId="{7E014FD3-A6E1-45E8-B1F4-13717939404D}" type="parTrans" cxnId="{64C7B1FB-4FD6-4B29-B307-FB8D71FFB02A}">
      <dgm:prSet/>
      <dgm:spPr/>
      <dgm:t>
        <a:bodyPr/>
        <a:lstStyle/>
        <a:p>
          <a:endParaRPr lang="en-US"/>
        </a:p>
      </dgm:t>
    </dgm:pt>
    <dgm:pt modelId="{AA3F4586-F591-42DA-A888-D5E1D9BBC3C3}" type="sibTrans" cxnId="{64C7B1FB-4FD6-4B29-B307-FB8D71FFB02A}">
      <dgm:prSet/>
      <dgm:spPr/>
      <dgm:t>
        <a:bodyPr/>
        <a:lstStyle/>
        <a:p>
          <a:endParaRPr lang="en-US"/>
        </a:p>
      </dgm:t>
    </dgm:pt>
    <dgm:pt modelId="{1E068575-FAA7-47DE-8BAE-171AD6786496}" type="pres">
      <dgm:prSet presAssocID="{428AB425-C18E-4ED2-94FF-EB66A55A7776}" presName="root" presStyleCnt="0">
        <dgm:presLayoutVars>
          <dgm:dir/>
          <dgm:resizeHandles val="exact"/>
        </dgm:presLayoutVars>
      </dgm:prSet>
      <dgm:spPr/>
    </dgm:pt>
    <dgm:pt modelId="{78C49DE3-ABB8-4AB0-A5ED-597BE6C37991}" type="pres">
      <dgm:prSet presAssocID="{506EF95A-BF2A-4F4C-9006-1D89D1CBB37A}" presName="compNode" presStyleCnt="0"/>
      <dgm:spPr/>
    </dgm:pt>
    <dgm:pt modelId="{AA55B15B-A4C9-4E82-9DE3-339F4ED541C9}" type="pres">
      <dgm:prSet presAssocID="{506EF95A-BF2A-4F4C-9006-1D89D1CBB37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215C5A8C-0FC6-461D-A196-D98B7785BD17}" type="pres">
      <dgm:prSet presAssocID="{506EF95A-BF2A-4F4C-9006-1D89D1CBB37A}" presName="iconSpace" presStyleCnt="0"/>
      <dgm:spPr/>
    </dgm:pt>
    <dgm:pt modelId="{79055096-EBBD-4E24-A6AF-ADB98B383167}" type="pres">
      <dgm:prSet presAssocID="{506EF95A-BF2A-4F4C-9006-1D89D1CBB37A}" presName="parTx" presStyleLbl="revTx" presStyleIdx="0" presStyleCnt="4">
        <dgm:presLayoutVars>
          <dgm:chMax val="0"/>
          <dgm:chPref val="0"/>
        </dgm:presLayoutVars>
      </dgm:prSet>
      <dgm:spPr/>
    </dgm:pt>
    <dgm:pt modelId="{29407E3B-84DA-4637-822A-9B6825739895}" type="pres">
      <dgm:prSet presAssocID="{506EF95A-BF2A-4F4C-9006-1D89D1CBB37A}" presName="txSpace" presStyleCnt="0"/>
      <dgm:spPr/>
    </dgm:pt>
    <dgm:pt modelId="{D52EA6BD-C399-4F92-AEE1-CA6EEE774105}" type="pres">
      <dgm:prSet presAssocID="{506EF95A-BF2A-4F4C-9006-1D89D1CBB37A}" presName="desTx" presStyleLbl="revTx" presStyleIdx="1" presStyleCnt="4">
        <dgm:presLayoutVars/>
      </dgm:prSet>
      <dgm:spPr/>
    </dgm:pt>
    <dgm:pt modelId="{7CE40299-6DDF-4CE8-BB41-F34E1F544835}" type="pres">
      <dgm:prSet presAssocID="{41086E3E-9253-4B35-B5F1-D99B310C075A}" presName="sibTrans" presStyleCnt="0"/>
      <dgm:spPr/>
    </dgm:pt>
    <dgm:pt modelId="{83A6C5E4-5023-414C-BEF8-434AFB4EE59D}" type="pres">
      <dgm:prSet presAssocID="{B80BCCB8-F659-4029-AED2-3F9F03DAE01B}" presName="compNode" presStyleCnt="0"/>
      <dgm:spPr/>
    </dgm:pt>
    <dgm:pt modelId="{210CA72E-4660-4075-82E8-3EE9F02DA863}" type="pres">
      <dgm:prSet presAssocID="{B80BCCB8-F659-4029-AED2-3F9F03DAE01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81013D39-BC06-4B0F-B33E-29BF8D686EFE}" type="pres">
      <dgm:prSet presAssocID="{B80BCCB8-F659-4029-AED2-3F9F03DAE01B}" presName="iconSpace" presStyleCnt="0"/>
      <dgm:spPr/>
    </dgm:pt>
    <dgm:pt modelId="{F7368F1C-CC4B-4748-AD9C-306ECA923625}" type="pres">
      <dgm:prSet presAssocID="{B80BCCB8-F659-4029-AED2-3F9F03DAE01B}" presName="parTx" presStyleLbl="revTx" presStyleIdx="2" presStyleCnt="4">
        <dgm:presLayoutVars>
          <dgm:chMax val="0"/>
          <dgm:chPref val="0"/>
        </dgm:presLayoutVars>
      </dgm:prSet>
      <dgm:spPr/>
    </dgm:pt>
    <dgm:pt modelId="{5FE47A01-6260-4727-958A-9F1C031ED18A}" type="pres">
      <dgm:prSet presAssocID="{B80BCCB8-F659-4029-AED2-3F9F03DAE01B}" presName="txSpace" presStyleCnt="0"/>
      <dgm:spPr/>
    </dgm:pt>
    <dgm:pt modelId="{FCC1E78D-3F26-4FC3-BCA0-17EF3308396F}" type="pres">
      <dgm:prSet presAssocID="{B80BCCB8-F659-4029-AED2-3F9F03DAE01B}" presName="desTx" presStyleLbl="revTx" presStyleIdx="3" presStyleCnt="4">
        <dgm:presLayoutVars/>
      </dgm:prSet>
      <dgm:spPr/>
    </dgm:pt>
  </dgm:ptLst>
  <dgm:cxnLst>
    <dgm:cxn modelId="{2D101613-6608-4492-9D02-1D48E2A32760}" type="presOf" srcId="{B80BCCB8-F659-4029-AED2-3F9F03DAE01B}" destId="{F7368F1C-CC4B-4748-AD9C-306ECA923625}" srcOrd="0" destOrd="0" presId="urn:microsoft.com/office/officeart/2018/5/layout/CenteredIconLabelDescriptionList"/>
    <dgm:cxn modelId="{7340A926-826B-42DF-95C3-2683244F630D}" type="presOf" srcId="{5440C3D9-D351-42E8-A228-3FD60B4BC1B9}" destId="{D52EA6BD-C399-4F92-AEE1-CA6EEE774105}" srcOrd="0" destOrd="1" presId="urn:microsoft.com/office/officeart/2018/5/layout/CenteredIconLabelDescriptionList"/>
    <dgm:cxn modelId="{6DFAEF26-B2D0-451E-BB76-B189191BCFDA}" srcId="{506EF95A-BF2A-4F4C-9006-1D89D1CBB37A}" destId="{5440C3D9-D351-42E8-A228-3FD60B4BC1B9}" srcOrd="1" destOrd="0" parTransId="{36E2AEE6-F425-4BD0-AA1E-566BF981D279}" sibTransId="{FA48336E-40E8-4FC7-BE3B-BEA889209AD5}"/>
    <dgm:cxn modelId="{C83A2680-386C-435A-A16C-6F842EE80A87}" type="presOf" srcId="{428AB425-C18E-4ED2-94FF-EB66A55A7776}" destId="{1E068575-FAA7-47DE-8BAE-171AD6786496}" srcOrd="0" destOrd="0" presId="urn:microsoft.com/office/officeart/2018/5/layout/CenteredIconLabelDescriptionList"/>
    <dgm:cxn modelId="{A0D0D581-3183-49DA-A262-D217E83B5C4E}" srcId="{428AB425-C18E-4ED2-94FF-EB66A55A7776}" destId="{506EF95A-BF2A-4F4C-9006-1D89D1CBB37A}" srcOrd="0" destOrd="0" parTransId="{62D20210-B11B-41D3-A5AD-D6A48E164D76}" sibTransId="{41086E3E-9253-4B35-B5F1-D99B310C075A}"/>
    <dgm:cxn modelId="{0AC3AA88-9AE1-4F57-B316-BC04079A9E52}" type="presOf" srcId="{506EF95A-BF2A-4F4C-9006-1D89D1CBB37A}" destId="{79055096-EBBD-4E24-A6AF-ADB98B383167}" srcOrd="0" destOrd="0" presId="urn:microsoft.com/office/officeart/2018/5/layout/CenteredIconLabelDescriptionList"/>
    <dgm:cxn modelId="{E4D623CD-E696-47FB-9523-5BBDCF4CF16F}" srcId="{428AB425-C18E-4ED2-94FF-EB66A55A7776}" destId="{B80BCCB8-F659-4029-AED2-3F9F03DAE01B}" srcOrd="1" destOrd="0" parTransId="{7B1A8813-BBFE-4B4B-A88C-93034656A6A7}" sibTransId="{53F6B398-56F6-461D-8D8F-2C6A738E885B}"/>
    <dgm:cxn modelId="{FE6CDADE-76CD-4086-9DDA-914DB54D7CD3}" type="presOf" srcId="{EF9A0B2E-01F5-47A0-9E9D-F4101CA68C30}" destId="{FCC1E78D-3F26-4FC3-BCA0-17EF3308396F}" srcOrd="0" destOrd="0" presId="urn:microsoft.com/office/officeart/2018/5/layout/CenteredIconLabelDescriptionList"/>
    <dgm:cxn modelId="{6CFF8FEA-3351-4E59-8019-F36215A9F2E6}" type="presOf" srcId="{38170322-7394-4315-9480-3EE7AA2D40D8}" destId="{D52EA6BD-C399-4F92-AEE1-CA6EEE774105}" srcOrd="0" destOrd="0" presId="urn:microsoft.com/office/officeart/2018/5/layout/CenteredIconLabelDescriptionList"/>
    <dgm:cxn modelId="{FAF912F7-1293-42D6-9B9E-9EE88EB1A768}" srcId="{506EF95A-BF2A-4F4C-9006-1D89D1CBB37A}" destId="{38170322-7394-4315-9480-3EE7AA2D40D8}" srcOrd="0" destOrd="0" parTransId="{23E1C6AF-9FF0-41D7-95B5-B7E63F4504A9}" sibTransId="{ECA84978-EAC1-4D27-B415-B18D1AB6FC5F}"/>
    <dgm:cxn modelId="{64C7B1FB-4FD6-4B29-B307-FB8D71FFB02A}" srcId="{B80BCCB8-F659-4029-AED2-3F9F03DAE01B}" destId="{EF9A0B2E-01F5-47A0-9E9D-F4101CA68C30}" srcOrd="0" destOrd="0" parTransId="{7E014FD3-A6E1-45E8-B1F4-13717939404D}" sibTransId="{AA3F4586-F591-42DA-A888-D5E1D9BBC3C3}"/>
    <dgm:cxn modelId="{CC6A94FA-E540-4887-8F4A-AA38A796FA09}" type="presParOf" srcId="{1E068575-FAA7-47DE-8BAE-171AD6786496}" destId="{78C49DE3-ABB8-4AB0-A5ED-597BE6C37991}" srcOrd="0" destOrd="0" presId="urn:microsoft.com/office/officeart/2018/5/layout/CenteredIconLabelDescriptionList"/>
    <dgm:cxn modelId="{41C4F2F2-A315-41BE-A2E1-334491F46CE7}" type="presParOf" srcId="{78C49DE3-ABB8-4AB0-A5ED-597BE6C37991}" destId="{AA55B15B-A4C9-4E82-9DE3-339F4ED541C9}" srcOrd="0" destOrd="0" presId="urn:microsoft.com/office/officeart/2018/5/layout/CenteredIconLabelDescriptionList"/>
    <dgm:cxn modelId="{4B29A20B-3AA6-4534-98AF-818D0C06C8F9}" type="presParOf" srcId="{78C49DE3-ABB8-4AB0-A5ED-597BE6C37991}" destId="{215C5A8C-0FC6-461D-A196-D98B7785BD17}" srcOrd="1" destOrd="0" presId="urn:microsoft.com/office/officeart/2018/5/layout/CenteredIconLabelDescriptionList"/>
    <dgm:cxn modelId="{51C7B779-08AA-4935-8078-B8CF370C2354}" type="presParOf" srcId="{78C49DE3-ABB8-4AB0-A5ED-597BE6C37991}" destId="{79055096-EBBD-4E24-A6AF-ADB98B383167}" srcOrd="2" destOrd="0" presId="urn:microsoft.com/office/officeart/2018/5/layout/CenteredIconLabelDescriptionList"/>
    <dgm:cxn modelId="{6DF1087E-661A-48F5-8297-C70D2AD5070F}" type="presParOf" srcId="{78C49DE3-ABB8-4AB0-A5ED-597BE6C37991}" destId="{29407E3B-84DA-4637-822A-9B6825739895}" srcOrd="3" destOrd="0" presId="urn:microsoft.com/office/officeart/2018/5/layout/CenteredIconLabelDescriptionList"/>
    <dgm:cxn modelId="{FC64C0CE-93D4-4614-9446-AA3627FF9D73}" type="presParOf" srcId="{78C49DE3-ABB8-4AB0-A5ED-597BE6C37991}" destId="{D52EA6BD-C399-4F92-AEE1-CA6EEE774105}" srcOrd="4" destOrd="0" presId="urn:microsoft.com/office/officeart/2018/5/layout/CenteredIconLabelDescriptionList"/>
    <dgm:cxn modelId="{E9AC5D53-8E26-47A3-84DA-C369CA9D96BE}" type="presParOf" srcId="{1E068575-FAA7-47DE-8BAE-171AD6786496}" destId="{7CE40299-6DDF-4CE8-BB41-F34E1F544835}" srcOrd="1" destOrd="0" presId="urn:microsoft.com/office/officeart/2018/5/layout/CenteredIconLabelDescriptionList"/>
    <dgm:cxn modelId="{E562CA4D-D93B-4133-96C3-086FC055F116}" type="presParOf" srcId="{1E068575-FAA7-47DE-8BAE-171AD6786496}" destId="{83A6C5E4-5023-414C-BEF8-434AFB4EE59D}" srcOrd="2" destOrd="0" presId="urn:microsoft.com/office/officeart/2018/5/layout/CenteredIconLabelDescriptionList"/>
    <dgm:cxn modelId="{90212D7F-5156-40CD-B291-CAD123DD92EC}" type="presParOf" srcId="{83A6C5E4-5023-414C-BEF8-434AFB4EE59D}" destId="{210CA72E-4660-4075-82E8-3EE9F02DA863}" srcOrd="0" destOrd="0" presId="urn:microsoft.com/office/officeart/2018/5/layout/CenteredIconLabelDescriptionList"/>
    <dgm:cxn modelId="{E3115C3F-0A3A-4D32-A52C-3DC785246A3A}" type="presParOf" srcId="{83A6C5E4-5023-414C-BEF8-434AFB4EE59D}" destId="{81013D39-BC06-4B0F-B33E-29BF8D686EFE}" srcOrd="1" destOrd="0" presId="urn:microsoft.com/office/officeart/2018/5/layout/CenteredIconLabelDescriptionList"/>
    <dgm:cxn modelId="{15677364-E131-474F-93C1-215607FC05A3}" type="presParOf" srcId="{83A6C5E4-5023-414C-BEF8-434AFB4EE59D}" destId="{F7368F1C-CC4B-4748-AD9C-306ECA923625}" srcOrd="2" destOrd="0" presId="urn:microsoft.com/office/officeart/2018/5/layout/CenteredIconLabelDescriptionList"/>
    <dgm:cxn modelId="{22ED717D-D26F-4FF4-BF45-F6B605655FA0}" type="presParOf" srcId="{83A6C5E4-5023-414C-BEF8-434AFB4EE59D}" destId="{5FE47A01-6260-4727-958A-9F1C031ED18A}" srcOrd="3" destOrd="0" presId="urn:microsoft.com/office/officeart/2018/5/layout/CenteredIconLabelDescriptionList"/>
    <dgm:cxn modelId="{D8BB2147-25F4-4410-BCCA-5515483EB50A}" type="presParOf" srcId="{83A6C5E4-5023-414C-BEF8-434AFB4EE59D}" destId="{FCC1E78D-3F26-4FC3-BCA0-17EF3308396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28AB425-C18E-4ED2-94FF-EB66A55A7776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06EF95A-BF2A-4F4C-9006-1D89D1CBB37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Enable fast packet processing</a:t>
          </a:r>
        </a:p>
      </dgm:t>
    </dgm:pt>
    <dgm:pt modelId="{62D20210-B11B-41D3-A5AD-D6A48E164D76}" type="parTrans" cxnId="{A0D0D581-3183-49DA-A262-D217E83B5C4E}">
      <dgm:prSet/>
      <dgm:spPr/>
      <dgm:t>
        <a:bodyPr/>
        <a:lstStyle/>
        <a:p>
          <a:endParaRPr lang="en-US"/>
        </a:p>
      </dgm:t>
    </dgm:pt>
    <dgm:pt modelId="{41086E3E-9253-4B35-B5F1-D99B310C075A}" type="sibTrans" cxnId="{A0D0D581-3183-49DA-A262-D217E83B5C4E}">
      <dgm:prSet/>
      <dgm:spPr/>
      <dgm:t>
        <a:bodyPr/>
        <a:lstStyle/>
        <a:p>
          <a:endParaRPr lang="en-US"/>
        </a:p>
      </dgm:t>
    </dgm:pt>
    <dgm:pt modelId="{38170322-7394-4315-9480-3EE7AA2D40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accent2"/>
              </a:solidFill>
            </a:rPr>
            <a:t>Virtual Network Function: Router</a:t>
          </a:r>
        </a:p>
      </dgm:t>
    </dgm:pt>
    <dgm:pt modelId="{23E1C6AF-9FF0-41D7-95B5-B7E63F4504A9}" type="parTrans" cxnId="{FAF912F7-1293-42D6-9B9E-9EE88EB1A768}">
      <dgm:prSet/>
      <dgm:spPr/>
      <dgm:t>
        <a:bodyPr/>
        <a:lstStyle/>
        <a:p>
          <a:endParaRPr lang="en-US"/>
        </a:p>
      </dgm:t>
    </dgm:pt>
    <dgm:pt modelId="{ECA84978-EAC1-4D27-B415-B18D1AB6FC5F}" type="sibTrans" cxnId="{FAF912F7-1293-42D6-9B9E-9EE88EB1A768}">
      <dgm:prSet/>
      <dgm:spPr/>
      <dgm:t>
        <a:bodyPr/>
        <a:lstStyle/>
        <a:p>
          <a:endParaRPr lang="en-US"/>
        </a:p>
      </dgm:t>
    </dgm:pt>
    <dgm:pt modelId="{B80BCCB8-F659-4029-AED2-3F9F03DAE01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Maintain compatibility with the Linux networking API</a:t>
          </a:r>
        </a:p>
      </dgm:t>
    </dgm:pt>
    <dgm:pt modelId="{7B1A8813-BBFE-4B4B-A88C-93034656A6A7}" type="parTrans" cxnId="{E4D623CD-E696-47FB-9523-5BBDCF4CF16F}">
      <dgm:prSet/>
      <dgm:spPr/>
      <dgm:t>
        <a:bodyPr/>
        <a:lstStyle/>
        <a:p>
          <a:endParaRPr lang="en-US"/>
        </a:p>
      </dgm:t>
    </dgm:pt>
    <dgm:pt modelId="{53F6B398-56F6-461D-8D8F-2C6A738E885B}" type="sibTrans" cxnId="{E4D623CD-E696-47FB-9523-5BBDCF4CF16F}">
      <dgm:prSet/>
      <dgm:spPr/>
      <dgm:t>
        <a:bodyPr/>
        <a:lstStyle/>
        <a:p>
          <a:endParaRPr lang="en-US"/>
        </a:p>
      </dgm:t>
    </dgm:pt>
    <dgm:pt modelId="{EF9A0B2E-01F5-47A0-9E9D-F4101CA68C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Pod-to-Pod Networking with Kubernetes and Flannel</a:t>
          </a:r>
        </a:p>
      </dgm:t>
    </dgm:pt>
    <dgm:pt modelId="{7E014FD3-A6E1-45E8-B1F4-13717939404D}" type="parTrans" cxnId="{64C7B1FB-4FD6-4B29-B307-FB8D71FFB02A}">
      <dgm:prSet/>
      <dgm:spPr/>
      <dgm:t>
        <a:bodyPr/>
        <a:lstStyle/>
        <a:p>
          <a:endParaRPr lang="en-US"/>
        </a:p>
      </dgm:t>
    </dgm:pt>
    <dgm:pt modelId="{AA3F4586-F591-42DA-A888-D5E1D9BBC3C3}" type="sibTrans" cxnId="{64C7B1FB-4FD6-4B29-B307-FB8D71FFB02A}">
      <dgm:prSet/>
      <dgm:spPr/>
      <dgm:t>
        <a:bodyPr/>
        <a:lstStyle/>
        <a:p>
          <a:endParaRPr lang="en-US"/>
        </a:p>
      </dgm:t>
    </dgm:pt>
    <dgm:pt modelId="{1E068575-FAA7-47DE-8BAE-171AD6786496}" type="pres">
      <dgm:prSet presAssocID="{428AB425-C18E-4ED2-94FF-EB66A55A7776}" presName="root" presStyleCnt="0">
        <dgm:presLayoutVars>
          <dgm:dir/>
          <dgm:resizeHandles val="exact"/>
        </dgm:presLayoutVars>
      </dgm:prSet>
      <dgm:spPr/>
    </dgm:pt>
    <dgm:pt modelId="{78C49DE3-ABB8-4AB0-A5ED-597BE6C37991}" type="pres">
      <dgm:prSet presAssocID="{506EF95A-BF2A-4F4C-9006-1D89D1CBB37A}" presName="compNode" presStyleCnt="0"/>
      <dgm:spPr/>
    </dgm:pt>
    <dgm:pt modelId="{AA55B15B-A4C9-4E82-9DE3-339F4ED541C9}" type="pres">
      <dgm:prSet presAssocID="{506EF95A-BF2A-4F4C-9006-1D89D1CBB37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215C5A8C-0FC6-461D-A196-D98B7785BD17}" type="pres">
      <dgm:prSet presAssocID="{506EF95A-BF2A-4F4C-9006-1D89D1CBB37A}" presName="iconSpace" presStyleCnt="0"/>
      <dgm:spPr/>
    </dgm:pt>
    <dgm:pt modelId="{79055096-EBBD-4E24-A6AF-ADB98B383167}" type="pres">
      <dgm:prSet presAssocID="{506EF95A-BF2A-4F4C-9006-1D89D1CBB37A}" presName="parTx" presStyleLbl="revTx" presStyleIdx="0" presStyleCnt="4">
        <dgm:presLayoutVars>
          <dgm:chMax val="0"/>
          <dgm:chPref val="0"/>
        </dgm:presLayoutVars>
      </dgm:prSet>
      <dgm:spPr/>
    </dgm:pt>
    <dgm:pt modelId="{29407E3B-84DA-4637-822A-9B6825739895}" type="pres">
      <dgm:prSet presAssocID="{506EF95A-BF2A-4F4C-9006-1D89D1CBB37A}" presName="txSpace" presStyleCnt="0"/>
      <dgm:spPr/>
    </dgm:pt>
    <dgm:pt modelId="{D52EA6BD-C399-4F92-AEE1-CA6EEE774105}" type="pres">
      <dgm:prSet presAssocID="{506EF95A-BF2A-4F4C-9006-1D89D1CBB37A}" presName="desTx" presStyleLbl="revTx" presStyleIdx="1" presStyleCnt="4">
        <dgm:presLayoutVars/>
      </dgm:prSet>
      <dgm:spPr/>
    </dgm:pt>
    <dgm:pt modelId="{7CE40299-6DDF-4CE8-BB41-F34E1F544835}" type="pres">
      <dgm:prSet presAssocID="{41086E3E-9253-4B35-B5F1-D99B310C075A}" presName="sibTrans" presStyleCnt="0"/>
      <dgm:spPr/>
    </dgm:pt>
    <dgm:pt modelId="{83A6C5E4-5023-414C-BEF8-434AFB4EE59D}" type="pres">
      <dgm:prSet presAssocID="{B80BCCB8-F659-4029-AED2-3F9F03DAE01B}" presName="compNode" presStyleCnt="0"/>
      <dgm:spPr/>
    </dgm:pt>
    <dgm:pt modelId="{210CA72E-4660-4075-82E8-3EE9F02DA863}" type="pres">
      <dgm:prSet presAssocID="{B80BCCB8-F659-4029-AED2-3F9F03DAE01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81013D39-BC06-4B0F-B33E-29BF8D686EFE}" type="pres">
      <dgm:prSet presAssocID="{B80BCCB8-F659-4029-AED2-3F9F03DAE01B}" presName="iconSpace" presStyleCnt="0"/>
      <dgm:spPr/>
    </dgm:pt>
    <dgm:pt modelId="{F7368F1C-CC4B-4748-AD9C-306ECA923625}" type="pres">
      <dgm:prSet presAssocID="{B80BCCB8-F659-4029-AED2-3F9F03DAE01B}" presName="parTx" presStyleLbl="revTx" presStyleIdx="2" presStyleCnt="4">
        <dgm:presLayoutVars>
          <dgm:chMax val="0"/>
          <dgm:chPref val="0"/>
        </dgm:presLayoutVars>
      </dgm:prSet>
      <dgm:spPr/>
    </dgm:pt>
    <dgm:pt modelId="{5FE47A01-6260-4727-958A-9F1C031ED18A}" type="pres">
      <dgm:prSet presAssocID="{B80BCCB8-F659-4029-AED2-3F9F03DAE01B}" presName="txSpace" presStyleCnt="0"/>
      <dgm:spPr/>
    </dgm:pt>
    <dgm:pt modelId="{FCC1E78D-3F26-4FC3-BCA0-17EF3308396F}" type="pres">
      <dgm:prSet presAssocID="{B80BCCB8-F659-4029-AED2-3F9F03DAE01B}" presName="desTx" presStyleLbl="revTx" presStyleIdx="3" presStyleCnt="4">
        <dgm:presLayoutVars/>
      </dgm:prSet>
      <dgm:spPr/>
    </dgm:pt>
  </dgm:ptLst>
  <dgm:cxnLst>
    <dgm:cxn modelId="{2D101613-6608-4492-9D02-1D48E2A32760}" type="presOf" srcId="{B80BCCB8-F659-4029-AED2-3F9F03DAE01B}" destId="{F7368F1C-CC4B-4748-AD9C-306ECA923625}" srcOrd="0" destOrd="0" presId="urn:microsoft.com/office/officeart/2018/5/layout/CenteredIconLabelDescriptionList"/>
    <dgm:cxn modelId="{C83A2680-386C-435A-A16C-6F842EE80A87}" type="presOf" srcId="{428AB425-C18E-4ED2-94FF-EB66A55A7776}" destId="{1E068575-FAA7-47DE-8BAE-171AD6786496}" srcOrd="0" destOrd="0" presId="urn:microsoft.com/office/officeart/2018/5/layout/CenteredIconLabelDescriptionList"/>
    <dgm:cxn modelId="{A0D0D581-3183-49DA-A262-D217E83B5C4E}" srcId="{428AB425-C18E-4ED2-94FF-EB66A55A7776}" destId="{506EF95A-BF2A-4F4C-9006-1D89D1CBB37A}" srcOrd="0" destOrd="0" parTransId="{62D20210-B11B-41D3-A5AD-D6A48E164D76}" sibTransId="{41086E3E-9253-4B35-B5F1-D99B310C075A}"/>
    <dgm:cxn modelId="{0AC3AA88-9AE1-4F57-B316-BC04079A9E52}" type="presOf" srcId="{506EF95A-BF2A-4F4C-9006-1D89D1CBB37A}" destId="{79055096-EBBD-4E24-A6AF-ADB98B383167}" srcOrd="0" destOrd="0" presId="urn:microsoft.com/office/officeart/2018/5/layout/CenteredIconLabelDescriptionList"/>
    <dgm:cxn modelId="{E4D623CD-E696-47FB-9523-5BBDCF4CF16F}" srcId="{428AB425-C18E-4ED2-94FF-EB66A55A7776}" destId="{B80BCCB8-F659-4029-AED2-3F9F03DAE01B}" srcOrd="1" destOrd="0" parTransId="{7B1A8813-BBFE-4B4B-A88C-93034656A6A7}" sibTransId="{53F6B398-56F6-461D-8D8F-2C6A738E885B}"/>
    <dgm:cxn modelId="{FE6CDADE-76CD-4086-9DDA-914DB54D7CD3}" type="presOf" srcId="{EF9A0B2E-01F5-47A0-9E9D-F4101CA68C30}" destId="{FCC1E78D-3F26-4FC3-BCA0-17EF3308396F}" srcOrd="0" destOrd="0" presId="urn:microsoft.com/office/officeart/2018/5/layout/CenteredIconLabelDescriptionList"/>
    <dgm:cxn modelId="{6CFF8FEA-3351-4E59-8019-F36215A9F2E6}" type="presOf" srcId="{38170322-7394-4315-9480-3EE7AA2D40D8}" destId="{D52EA6BD-C399-4F92-AEE1-CA6EEE774105}" srcOrd="0" destOrd="0" presId="urn:microsoft.com/office/officeart/2018/5/layout/CenteredIconLabelDescriptionList"/>
    <dgm:cxn modelId="{FAF912F7-1293-42D6-9B9E-9EE88EB1A768}" srcId="{506EF95A-BF2A-4F4C-9006-1D89D1CBB37A}" destId="{38170322-7394-4315-9480-3EE7AA2D40D8}" srcOrd="0" destOrd="0" parTransId="{23E1C6AF-9FF0-41D7-95B5-B7E63F4504A9}" sibTransId="{ECA84978-EAC1-4D27-B415-B18D1AB6FC5F}"/>
    <dgm:cxn modelId="{64C7B1FB-4FD6-4B29-B307-FB8D71FFB02A}" srcId="{B80BCCB8-F659-4029-AED2-3F9F03DAE01B}" destId="{EF9A0B2E-01F5-47A0-9E9D-F4101CA68C30}" srcOrd="0" destOrd="0" parTransId="{7E014FD3-A6E1-45E8-B1F4-13717939404D}" sibTransId="{AA3F4586-F591-42DA-A888-D5E1D9BBC3C3}"/>
    <dgm:cxn modelId="{CC6A94FA-E540-4887-8F4A-AA38A796FA09}" type="presParOf" srcId="{1E068575-FAA7-47DE-8BAE-171AD6786496}" destId="{78C49DE3-ABB8-4AB0-A5ED-597BE6C37991}" srcOrd="0" destOrd="0" presId="urn:microsoft.com/office/officeart/2018/5/layout/CenteredIconLabelDescriptionList"/>
    <dgm:cxn modelId="{41C4F2F2-A315-41BE-A2E1-334491F46CE7}" type="presParOf" srcId="{78C49DE3-ABB8-4AB0-A5ED-597BE6C37991}" destId="{AA55B15B-A4C9-4E82-9DE3-339F4ED541C9}" srcOrd="0" destOrd="0" presId="urn:microsoft.com/office/officeart/2018/5/layout/CenteredIconLabelDescriptionList"/>
    <dgm:cxn modelId="{4B29A20B-3AA6-4534-98AF-818D0C06C8F9}" type="presParOf" srcId="{78C49DE3-ABB8-4AB0-A5ED-597BE6C37991}" destId="{215C5A8C-0FC6-461D-A196-D98B7785BD17}" srcOrd="1" destOrd="0" presId="urn:microsoft.com/office/officeart/2018/5/layout/CenteredIconLabelDescriptionList"/>
    <dgm:cxn modelId="{51C7B779-08AA-4935-8078-B8CF370C2354}" type="presParOf" srcId="{78C49DE3-ABB8-4AB0-A5ED-597BE6C37991}" destId="{79055096-EBBD-4E24-A6AF-ADB98B383167}" srcOrd="2" destOrd="0" presId="urn:microsoft.com/office/officeart/2018/5/layout/CenteredIconLabelDescriptionList"/>
    <dgm:cxn modelId="{6DF1087E-661A-48F5-8297-C70D2AD5070F}" type="presParOf" srcId="{78C49DE3-ABB8-4AB0-A5ED-597BE6C37991}" destId="{29407E3B-84DA-4637-822A-9B6825739895}" srcOrd="3" destOrd="0" presId="urn:microsoft.com/office/officeart/2018/5/layout/CenteredIconLabelDescriptionList"/>
    <dgm:cxn modelId="{FC64C0CE-93D4-4614-9446-AA3627FF9D73}" type="presParOf" srcId="{78C49DE3-ABB8-4AB0-A5ED-597BE6C37991}" destId="{D52EA6BD-C399-4F92-AEE1-CA6EEE774105}" srcOrd="4" destOrd="0" presId="urn:microsoft.com/office/officeart/2018/5/layout/CenteredIconLabelDescriptionList"/>
    <dgm:cxn modelId="{E9AC5D53-8E26-47A3-84DA-C369CA9D96BE}" type="presParOf" srcId="{1E068575-FAA7-47DE-8BAE-171AD6786496}" destId="{7CE40299-6DDF-4CE8-BB41-F34E1F544835}" srcOrd="1" destOrd="0" presId="urn:microsoft.com/office/officeart/2018/5/layout/CenteredIconLabelDescriptionList"/>
    <dgm:cxn modelId="{E562CA4D-D93B-4133-96C3-086FC055F116}" type="presParOf" srcId="{1E068575-FAA7-47DE-8BAE-171AD6786496}" destId="{83A6C5E4-5023-414C-BEF8-434AFB4EE59D}" srcOrd="2" destOrd="0" presId="urn:microsoft.com/office/officeart/2018/5/layout/CenteredIconLabelDescriptionList"/>
    <dgm:cxn modelId="{90212D7F-5156-40CD-B291-CAD123DD92EC}" type="presParOf" srcId="{83A6C5E4-5023-414C-BEF8-434AFB4EE59D}" destId="{210CA72E-4660-4075-82E8-3EE9F02DA863}" srcOrd="0" destOrd="0" presId="urn:microsoft.com/office/officeart/2018/5/layout/CenteredIconLabelDescriptionList"/>
    <dgm:cxn modelId="{E3115C3F-0A3A-4D32-A52C-3DC785246A3A}" type="presParOf" srcId="{83A6C5E4-5023-414C-BEF8-434AFB4EE59D}" destId="{81013D39-BC06-4B0F-B33E-29BF8D686EFE}" srcOrd="1" destOrd="0" presId="urn:microsoft.com/office/officeart/2018/5/layout/CenteredIconLabelDescriptionList"/>
    <dgm:cxn modelId="{15677364-E131-474F-93C1-215607FC05A3}" type="presParOf" srcId="{83A6C5E4-5023-414C-BEF8-434AFB4EE59D}" destId="{F7368F1C-CC4B-4748-AD9C-306ECA923625}" srcOrd="2" destOrd="0" presId="urn:microsoft.com/office/officeart/2018/5/layout/CenteredIconLabelDescriptionList"/>
    <dgm:cxn modelId="{22ED717D-D26F-4FF4-BF45-F6B605655FA0}" type="presParOf" srcId="{83A6C5E4-5023-414C-BEF8-434AFB4EE59D}" destId="{5FE47A01-6260-4727-958A-9F1C031ED18A}" srcOrd="3" destOrd="0" presId="urn:microsoft.com/office/officeart/2018/5/layout/CenteredIconLabelDescriptionList"/>
    <dgm:cxn modelId="{D8BB2147-25F4-4410-BCCA-5515483EB50A}" type="presParOf" srcId="{83A6C5E4-5023-414C-BEF8-434AFB4EE59D}" destId="{FCC1E78D-3F26-4FC3-BCA0-17EF3308396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28AB425-C18E-4ED2-94FF-EB66A55A7776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06EF95A-BF2A-4F4C-9006-1D89D1CBB37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Enable fast packet processing</a:t>
          </a:r>
        </a:p>
      </dgm:t>
    </dgm:pt>
    <dgm:pt modelId="{62D20210-B11B-41D3-A5AD-D6A48E164D76}" type="parTrans" cxnId="{A0D0D581-3183-49DA-A262-D217E83B5C4E}">
      <dgm:prSet/>
      <dgm:spPr/>
      <dgm:t>
        <a:bodyPr/>
        <a:lstStyle/>
        <a:p>
          <a:endParaRPr lang="en-US"/>
        </a:p>
      </dgm:t>
    </dgm:pt>
    <dgm:pt modelId="{41086E3E-9253-4B35-B5F1-D99B310C075A}" type="sibTrans" cxnId="{A0D0D581-3183-49DA-A262-D217E83B5C4E}">
      <dgm:prSet/>
      <dgm:spPr/>
      <dgm:t>
        <a:bodyPr/>
        <a:lstStyle/>
        <a:p>
          <a:endParaRPr lang="en-US"/>
        </a:p>
      </dgm:t>
    </dgm:pt>
    <dgm:pt modelId="{38170322-7394-4315-9480-3EE7AA2D40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accent2"/>
              </a:solidFill>
            </a:rPr>
            <a:t>Virtual Network Functions: Router</a:t>
          </a:r>
        </a:p>
      </dgm:t>
    </dgm:pt>
    <dgm:pt modelId="{23E1C6AF-9FF0-41D7-95B5-B7E63F4504A9}" type="parTrans" cxnId="{FAF912F7-1293-42D6-9B9E-9EE88EB1A768}">
      <dgm:prSet/>
      <dgm:spPr/>
      <dgm:t>
        <a:bodyPr/>
        <a:lstStyle/>
        <a:p>
          <a:endParaRPr lang="en-US"/>
        </a:p>
      </dgm:t>
    </dgm:pt>
    <dgm:pt modelId="{ECA84978-EAC1-4D27-B415-B18D1AB6FC5F}" type="sibTrans" cxnId="{FAF912F7-1293-42D6-9B9E-9EE88EB1A768}">
      <dgm:prSet/>
      <dgm:spPr/>
      <dgm:t>
        <a:bodyPr/>
        <a:lstStyle/>
        <a:p>
          <a:endParaRPr lang="en-US"/>
        </a:p>
      </dgm:t>
    </dgm:pt>
    <dgm:pt modelId="{B80BCCB8-F659-4029-AED2-3F9F03DAE01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Maintain compatibility with the Linux networking API</a:t>
          </a:r>
        </a:p>
      </dgm:t>
    </dgm:pt>
    <dgm:pt modelId="{7B1A8813-BBFE-4B4B-A88C-93034656A6A7}" type="parTrans" cxnId="{E4D623CD-E696-47FB-9523-5BBDCF4CF16F}">
      <dgm:prSet/>
      <dgm:spPr/>
      <dgm:t>
        <a:bodyPr/>
        <a:lstStyle/>
        <a:p>
          <a:endParaRPr lang="en-US"/>
        </a:p>
      </dgm:t>
    </dgm:pt>
    <dgm:pt modelId="{53F6B398-56F6-461D-8D8F-2C6A738E885B}" type="sibTrans" cxnId="{E4D623CD-E696-47FB-9523-5BBDCF4CF16F}">
      <dgm:prSet/>
      <dgm:spPr/>
      <dgm:t>
        <a:bodyPr/>
        <a:lstStyle/>
        <a:p>
          <a:endParaRPr lang="en-US"/>
        </a:p>
      </dgm:t>
    </dgm:pt>
    <dgm:pt modelId="{EF9A0B2E-01F5-47A0-9E9D-F4101CA68C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Pod-to-Pod Networking with Kubernetes and Flannel</a:t>
          </a:r>
        </a:p>
      </dgm:t>
    </dgm:pt>
    <dgm:pt modelId="{7E014FD3-A6E1-45E8-B1F4-13717939404D}" type="parTrans" cxnId="{64C7B1FB-4FD6-4B29-B307-FB8D71FFB02A}">
      <dgm:prSet/>
      <dgm:spPr/>
      <dgm:t>
        <a:bodyPr/>
        <a:lstStyle/>
        <a:p>
          <a:endParaRPr lang="en-US"/>
        </a:p>
      </dgm:t>
    </dgm:pt>
    <dgm:pt modelId="{AA3F4586-F591-42DA-A888-D5E1D9BBC3C3}" type="sibTrans" cxnId="{64C7B1FB-4FD6-4B29-B307-FB8D71FFB02A}">
      <dgm:prSet/>
      <dgm:spPr/>
      <dgm:t>
        <a:bodyPr/>
        <a:lstStyle/>
        <a:p>
          <a:endParaRPr lang="en-US"/>
        </a:p>
      </dgm:t>
    </dgm:pt>
    <dgm:pt modelId="{1E068575-FAA7-47DE-8BAE-171AD6786496}" type="pres">
      <dgm:prSet presAssocID="{428AB425-C18E-4ED2-94FF-EB66A55A7776}" presName="root" presStyleCnt="0">
        <dgm:presLayoutVars>
          <dgm:dir/>
          <dgm:resizeHandles val="exact"/>
        </dgm:presLayoutVars>
      </dgm:prSet>
      <dgm:spPr/>
    </dgm:pt>
    <dgm:pt modelId="{78C49DE3-ABB8-4AB0-A5ED-597BE6C37991}" type="pres">
      <dgm:prSet presAssocID="{506EF95A-BF2A-4F4C-9006-1D89D1CBB37A}" presName="compNode" presStyleCnt="0"/>
      <dgm:spPr/>
    </dgm:pt>
    <dgm:pt modelId="{AA55B15B-A4C9-4E82-9DE3-339F4ED541C9}" type="pres">
      <dgm:prSet presAssocID="{506EF95A-BF2A-4F4C-9006-1D89D1CBB37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215C5A8C-0FC6-461D-A196-D98B7785BD17}" type="pres">
      <dgm:prSet presAssocID="{506EF95A-BF2A-4F4C-9006-1D89D1CBB37A}" presName="iconSpace" presStyleCnt="0"/>
      <dgm:spPr/>
    </dgm:pt>
    <dgm:pt modelId="{79055096-EBBD-4E24-A6AF-ADB98B383167}" type="pres">
      <dgm:prSet presAssocID="{506EF95A-BF2A-4F4C-9006-1D89D1CBB37A}" presName="parTx" presStyleLbl="revTx" presStyleIdx="0" presStyleCnt="4">
        <dgm:presLayoutVars>
          <dgm:chMax val="0"/>
          <dgm:chPref val="0"/>
        </dgm:presLayoutVars>
      </dgm:prSet>
      <dgm:spPr/>
    </dgm:pt>
    <dgm:pt modelId="{29407E3B-84DA-4637-822A-9B6825739895}" type="pres">
      <dgm:prSet presAssocID="{506EF95A-BF2A-4F4C-9006-1D89D1CBB37A}" presName="txSpace" presStyleCnt="0"/>
      <dgm:spPr/>
    </dgm:pt>
    <dgm:pt modelId="{D52EA6BD-C399-4F92-AEE1-CA6EEE774105}" type="pres">
      <dgm:prSet presAssocID="{506EF95A-BF2A-4F4C-9006-1D89D1CBB37A}" presName="desTx" presStyleLbl="revTx" presStyleIdx="1" presStyleCnt="4">
        <dgm:presLayoutVars/>
      </dgm:prSet>
      <dgm:spPr/>
    </dgm:pt>
    <dgm:pt modelId="{7CE40299-6DDF-4CE8-BB41-F34E1F544835}" type="pres">
      <dgm:prSet presAssocID="{41086E3E-9253-4B35-B5F1-D99B310C075A}" presName="sibTrans" presStyleCnt="0"/>
      <dgm:spPr/>
    </dgm:pt>
    <dgm:pt modelId="{83A6C5E4-5023-414C-BEF8-434AFB4EE59D}" type="pres">
      <dgm:prSet presAssocID="{B80BCCB8-F659-4029-AED2-3F9F03DAE01B}" presName="compNode" presStyleCnt="0"/>
      <dgm:spPr/>
    </dgm:pt>
    <dgm:pt modelId="{210CA72E-4660-4075-82E8-3EE9F02DA863}" type="pres">
      <dgm:prSet presAssocID="{B80BCCB8-F659-4029-AED2-3F9F03DAE01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81013D39-BC06-4B0F-B33E-29BF8D686EFE}" type="pres">
      <dgm:prSet presAssocID="{B80BCCB8-F659-4029-AED2-3F9F03DAE01B}" presName="iconSpace" presStyleCnt="0"/>
      <dgm:spPr/>
    </dgm:pt>
    <dgm:pt modelId="{F7368F1C-CC4B-4748-AD9C-306ECA923625}" type="pres">
      <dgm:prSet presAssocID="{B80BCCB8-F659-4029-AED2-3F9F03DAE01B}" presName="parTx" presStyleLbl="revTx" presStyleIdx="2" presStyleCnt="4">
        <dgm:presLayoutVars>
          <dgm:chMax val="0"/>
          <dgm:chPref val="0"/>
        </dgm:presLayoutVars>
      </dgm:prSet>
      <dgm:spPr/>
    </dgm:pt>
    <dgm:pt modelId="{5FE47A01-6260-4727-958A-9F1C031ED18A}" type="pres">
      <dgm:prSet presAssocID="{B80BCCB8-F659-4029-AED2-3F9F03DAE01B}" presName="txSpace" presStyleCnt="0"/>
      <dgm:spPr/>
    </dgm:pt>
    <dgm:pt modelId="{FCC1E78D-3F26-4FC3-BCA0-17EF3308396F}" type="pres">
      <dgm:prSet presAssocID="{B80BCCB8-F659-4029-AED2-3F9F03DAE01B}" presName="desTx" presStyleLbl="revTx" presStyleIdx="3" presStyleCnt="4">
        <dgm:presLayoutVars/>
      </dgm:prSet>
      <dgm:spPr/>
    </dgm:pt>
  </dgm:ptLst>
  <dgm:cxnLst>
    <dgm:cxn modelId="{2D101613-6608-4492-9D02-1D48E2A32760}" type="presOf" srcId="{B80BCCB8-F659-4029-AED2-3F9F03DAE01B}" destId="{F7368F1C-CC4B-4748-AD9C-306ECA923625}" srcOrd="0" destOrd="0" presId="urn:microsoft.com/office/officeart/2018/5/layout/CenteredIconLabelDescriptionList"/>
    <dgm:cxn modelId="{C83A2680-386C-435A-A16C-6F842EE80A87}" type="presOf" srcId="{428AB425-C18E-4ED2-94FF-EB66A55A7776}" destId="{1E068575-FAA7-47DE-8BAE-171AD6786496}" srcOrd="0" destOrd="0" presId="urn:microsoft.com/office/officeart/2018/5/layout/CenteredIconLabelDescriptionList"/>
    <dgm:cxn modelId="{A0D0D581-3183-49DA-A262-D217E83B5C4E}" srcId="{428AB425-C18E-4ED2-94FF-EB66A55A7776}" destId="{506EF95A-BF2A-4F4C-9006-1D89D1CBB37A}" srcOrd="0" destOrd="0" parTransId="{62D20210-B11B-41D3-A5AD-D6A48E164D76}" sibTransId="{41086E3E-9253-4B35-B5F1-D99B310C075A}"/>
    <dgm:cxn modelId="{0AC3AA88-9AE1-4F57-B316-BC04079A9E52}" type="presOf" srcId="{506EF95A-BF2A-4F4C-9006-1D89D1CBB37A}" destId="{79055096-EBBD-4E24-A6AF-ADB98B383167}" srcOrd="0" destOrd="0" presId="urn:microsoft.com/office/officeart/2018/5/layout/CenteredIconLabelDescriptionList"/>
    <dgm:cxn modelId="{E4D623CD-E696-47FB-9523-5BBDCF4CF16F}" srcId="{428AB425-C18E-4ED2-94FF-EB66A55A7776}" destId="{B80BCCB8-F659-4029-AED2-3F9F03DAE01B}" srcOrd="1" destOrd="0" parTransId="{7B1A8813-BBFE-4B4B-A88C-93034656A6A7}" sibTransId="{53F6B398-56F6-461D-8D8F-2C6A738E885B}"/>
    <dgm:cxn modelId="{FE6CDADE-76CD-4086-9DDA-914DB54D7CD3}" type="presOf" srcId="{EF9A0B2E-01F5-47A0-9E9D-F4101CA68C30}" destId="{FCC1E78D-3F26-4FC3-BCA0-17EF3308396F}" srcOrd="0" destOrd="0" presId="urn:microsoft.com/office/officeart/2018/5/layout/CenteredIconLabelDescriptionList"/>
    <dgm:cxn modelId="{6CFF8FEA-3351-4E59-8019-F36215A9F2E6}" type="presOf" srcId="{38170322-7394-4315-9480-3EE7AA2D40D8}" destId="{D52EA6BD-C399-4F92-AEE1-CA6EEE774105}" srcOrd="0" destOrd="0" presId="urn:microsoft.com/office/officeart/2018/5/layout/CenteredIconLabelDescriptionList"/>
    <dgm:cxn modelId="{FAF912F7-1293-42D6-9B9E-9EE88EB1A768}" srcId="{506EF95A-BF2A-4F4C-9006-1D89D1CBB37A}" destId="{38170322-7394-4315-9480-3EE7AA2D40D8}" srcOrd="0" destOrd="0" parTransId="{23E1C6AF-9FF0-41D7-95B5-B7E63F4504A9}" sibTransId="{ECA84978-EAC1-4D27-B415-B18D1AB6FC5F}"/>
    <dgm:cxn modelId="{64C7B1FB-4FD6-4B29-B307-FB8D71FFB02A}" srcId="{B80BCCB8-F659-4029-AED2-3F9F03DAE01B}" destId="{EF9A0B2E-01F5-47A0-9E9D-F4101CA68C30}" srcOrd="0" destOrd="0" parTransId="{7E014FD3-A6E1-45E8-B1F4-13717939404D}" sibTransId="{AA3F4586-F591-42DA-A888-D5E1D9BBC3C3}"/>
    <dgm:cxn modelId="{CC6A94FA-E540-4887-8F4A-AA38A796FA09}" type="presParOf" srcId="{1E068575-FAA7-47DE-8BAE-171AD6786496}" destId="{78C49DE3-ABB8-4AB0-A5ED-597BE6C37991}" srcOrd="0" destOrd="0" presId="urn:microsoft.com/office/officeart/2018/5/layout/CenteredIconLabelDescriptionList"/>
    <dgm:cxn modelId="{41C4F2F2-A315-41BE-A2E1-334491F46CE7}" type="presParOf" srcId="{78C49DE3-ABB8-4AB0-A5ED-597BE6C37991}" destId="{AA55B15B-A4C9-4E82-9DE3-339F4ED541C9}" srcOrd="0" destOrd="0" presId="urn:microsoft.com/office/officeart/2018/5/layout/CenteredIconLabelDescriptionList"/>
    <dgm:cxn modelId="{4B29A20B-3AA6-4534-98AF-818D0C06C8F9}" type="presParOf" srcId="{78C49DE3-ABB8-4AB0-A5ED-597BE6C37991}" destId="{215C5A8C-0FC6-461D-A196-D98B7785BD17}" srcOrd="1" destOrd="0" presId="urn:microsoft.com/office/officeart/2018/5/layout/CenteredIconLabelDescriptionList"/>
    <dgm:cxn modelId="{51C7B779-08AA-4935-8078-B8CF370C2354}" type="presParOf" srcId="{78C49DE3-ABB8-4AB0-A5ED-597BE6C37991}" destId="{79055096-EBBD-4E24-A6AF-ADB98B383167}" srcOrd="2" destOrd="0" presId="urn:microsoft.com/office/officeart/2018/5/layout/CenteredIconLabelDescriptionList"/>
    <dgm:cxn modelId="{6DF1087E-661A-48F5-8297-C70D2AD5070F}" type="presParOf" srcId="{78C49DE3-ABB8-4AB0-A5ED-597BE6C37991}" destId="{29407E3B-84DA-4637-822A-9B6825739895}" srcOrd="3" destOrd="0" presId="urn:microsoft.com/office/officeart/2018/5/layout/CenteredIconLabelDescriptionList"/>
    <dgm:cxn modelId="{FC64C0CE-93D4-4614-9446-AA3627FF9D73}" type="presParOf" srcId="{78C49DE3-ABB8-4AB0-A5ED-597BE6C37991}" destId="{D52EA6BD-C399-4F92-AEE1-CA6EEE774105}" srcOrd="4" destOrd="0" presId="urn:microsoft.com/office/officeart/2018/5/layout/CenteredIconLabelDescriptionList"/>
    <dgm:cxn modelId="{E9AC5D53-8E26-47A3-84DA-C369CA9D96BE}" type="presParOf" srcId="{1E068575-FAA7-47DE-8BAE-171AD6786496}" destId="{7CE40299-6DDF-4CE8-BB41-F34E1F544835}" srcOrd="1" destOrd="0" presId="urn:microsoft.com/office/officeart/2018/5/layout/CenteredIconLabelDescriptionList"/>
    <dgm:cxn modelId="{E562CA4D-D93B-4133-96C3-086FC055F116}" type="presParOf" srcId="{1E068575-FAA7-47DE-8BAE-171AD6786496}" destId="{83A6C5E4-5023-414C-BEF8-434AFB4EE59D}" srcOrd="2" destOrd="0" presId="urn:microsoft.com/office/officeart/2018/5/layout/CenteredIconLabelDescriptionList"/>
    <dgm:cxn modelId="{90212D7F-5156-40CD-B291-CAD123DD92EC}" type="presParOf" srcId="{83A6C5E4-5023-414C-BEF8-434AFB4EE59D}" destId="{210CA72E-4660-4075-82E8-3EE9F02DA863}" srcOrd="0" destOrd="0" presId="urn:microsoft.com/office/officeart/2018/5/layout/CenteredIconLabelDescriptionList"/>
    <dgm:cxn modelId="{E3115C3F-0A3A-4D32-A52C-3DC785246A3A}" type="presParOf" srcId="{83A6C5E4-5023-414C-BEF8-434AFB4EE59D}" destId="{81013D39-BC06-4B0F-B33E-29BF8D686EFE}" srcOrd="1" destOrd="0" presId="urn:microsoft.com/office/officeart/2018/5/layout/CenteredIconLabelDescriptionList"/>
    <dgm:cxn modelId="{15677364-E131-474F-93C1-215607FC05A3}" type="presParOf" srcId="{83A6C5E4-5023-414C-BEF8-434AFB4EE59D}" destId="{F7368F1C-CC4B-4748-AD9C-306ECA923625}" srcOrd="2" destOrd="0" presId="urn:microsoft.com/office/officeart/2018/5/layout/CenteredIconLabelDescriptionList"/>
    <dgm:cxn modelId="{22ED717D-D26F-4FF4-BF45-F6B605655FA0}" type="presParOf" srcId="{83A6C5E4-5023-414C-BEF8-434AFB4EE59D}" destId="{5FE47A01-6260-4727-958A-9F1C031ED18A}" srcOrd="3" destOrd="0" presId="urn:microsoft.com/office/officeart/2018/5/layout/CenteredIconLabelDescriptionList"/>
    <dgm:cxn modelId="{D8BB2147-25F4-4410-BCCA-5515483EB50A}" type="presParOf" srcId="{83A6C5E4-5023-414C-BEF8-434AFB4EE59D}" destId="{FCC1E78D-3F26-4FC3-BCA0-17EF3308396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428AB425-C18E-4ED2-94FF-EB66A55A7776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06EF95A-BF2A-4F4C-9006-1D89D1CBB37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Enable fast packet processing</a:t>
          </a:r>
        </a:p>
      </dgm:t>
    </dgm:pt>
    <dgm:pt modelId="{62D20210-B11B-41D3-A5AD-D6A48E164D76}" type="parTrans" cxnId="{A0D0D581-3183-49DA-A262-D217E83B5C4E}">
      <dgm:prSet/>
      <dgm:spPr/>
      <dgm:t>
        <a:bodyPr/>
        <a:lstStyle/>
        <a:p>
          <a:endParaRPr lang="en-US"/>
        </a:p>
      </dgm:t>
    </dgm:pt>
    <dgm:pt modelId="{41086E3E-9253-4B35-B5F1-D99B310C075A}" type="sibTrans" cxnId="{A0D0D581-3183-49DA-A262-D217E83B5C4E}">
      <dgm:prSet/>
      <dgm:spPr/>
      <dgm:t>
        <a:bodyPr/>
        <a:lstStyle/>
        <a:p>
          <a:endParaRPr lang="en-US"/>
        </a:p>
      </dgm:t>
    </dgm:pt>
    <dgm:pt modelId="{38170322-7394-4315-9480-3EE7AA2D40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accent2"/>
              </a:solidFill>
            </a:rPr>
            <a:t>Virtual Network Functions: Router and Gateway</a:t>
          </a:r>
        </a:p>
      </dgm:t>
    </dgm:pt>
    <dgm:pt modelId="{23E1C6AF-9FF0-41D7-95B5-B7E63F4504A9}" type="parTrans" cxnId="{FAF912F7-1293-42D6-9B9E-9EE88EB1A768}">
      <dgm:prSet/>
      <dgm:spPr/>
      <dgm:t>
        <a:bodyPr/>
        <a:lstStyle/>
        <a:p>
          <a:endParaRPr lang="en-US"/>
        </a:p>
      </dgm:t>
    </dgm:pt>
    <dgm:pt modelId="{ECA84978-EAC1-4D27-B415-B18D1AB6FC5F}" type="sibTrans" cxnId="{FAF912F7-1293-42D6-9B9E-9EE88EB1A768}">
      <dgm:prSet/>
      <dgm:spPr/>
      <dgm:t>
        <a:bodyPr/>
        <a:lstStyle/>
        <a:p>
          <a:endParaRPr lang="en-US"/>
        </a:p>
      </dgm:t>
    </dgm:pt>
    <dgm:pt modelId="{B80BCCB8-F659-4029-AED2-3F9F03DAE01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Maintain compatibility with the Linux networking API</a:t>
          </a:r>
        </a:p>
      </dgm:t>
    </dgm:pt>
    <dgm:pt modelId="{7B1A8813-BBFE-4B4B-A88C-93034656A6A7}" type="parTrans" cxnId="{E4D623CD-E696-47FB-9523-5BBDCF4CF16F}">
      <dgm:prSet/>
      <dgm:spPr/>
      <dgm:t>
        <a:bodyPr/>
        <a:lstStyle/>
        <a:p>
          <a:endParaRPr lang="en-US"/>
        </a:p>
      </dgm:t>
    </dgm:pt>
    <dgm:pt modelId="{53F6B398-56F6-461D-8D8F-2C6A738E885B}" type="sibTrans" cxnId="{E4D623CD-E696-47FB-9523-5BBDCF4CF16F}">
      <dgm:prSet/>
      <dgm:spPr/>
      <dgm:t>
        <a:bodyPr/>
        <a:lstStyle/>
        <a:p>
          <a:endParaRPr lang="en-US"/>
        </a:p>
      </dgm:t>
    </dgm:pt>
    <dgm:pt modelId="{EF9A0B2E-01F5-47A0-9E9D-F4101CA68C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accent2"/>
              </a:solidFill>
            </a:rPr>
            <a:t>Pod-to-Pod Networking with Kubernetes and Flannel</a:t>
          </a:r>
        </a:p>
      </dgm:t>
    </dgm:pt>
    <dgm:pt modelId="{7E014FD3-A6E1-45E8-B1F4-13717939404D}" type="parTrans" cxnId="{64C7B1FB-4FD6-4B29-B307-FB8D71FFB02A}">
      <dgm:prSet/>
      <dgm:spPr/>
      <dgm:t>
        <a:bodyPr/>
        <a:lstStyle/>
        <a:p>
          <a:endParaRPr lang="en-US"/>
        </a:p>
      </dgm:t>
    </dgm:pt>
    <dgm:pt modelId="{AA3F4586-F591-42DA-A888-D5E1D9BBC3C3}" type="sibTrans" cxnId="{64C7B1FB-4FD6-4B29-B307-FB8D71FFB02A}">
      <dgm:prSet/>
      <dgm:spPr/>
      <dgm:t>
        <a:bodyPr/>
        <a:lstStyle/>
        <a:p>
          <a:endParaRPr lang="en-US"/>
        </a:p>
      </dgm:t>
    </dgm:pt>
    <dgm:pt modelId="{1E068575-FAA7-47DE-8BAE-171AD6786496}" type="pres">
      <dgm:prSet presAssocID="{428AB425-C18E-4ED2-94FF-EB66A55A7776}" presName="root" presStyleCnt="0">
        <dgm:presLayoutVars>
          <dgm:dir/>
          <dgm:resizeHandles val="exact"/>
        </dgm:presLayoutVars>
      </dgm:prSet>
      <dgm:spPr/>
    </dgm:pt>
    <dgm:pt modelId="{78C49DE3-ABB8-4AB0-A5ED-597BE6C37991}" type="pres">
      <dgm:prSet presAssocID="{506EF95A-BF2A-4F4C-9006-1D89D1CBB37A}" presName="compNode" presStyleCnt="0"/>
      <dgm:spPr/>
    </dgm:pt>
    <dgm:pt modelId="{AA55B15B-A4C9-4E82-9DE3-339F4ED541C9}" type="pres">
      <dgm:prSet presAssocID="{506EF95A-BF2A-4F4C-9006-1D89D1CBB37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215C5A8C-0FC6-461D-A196-D98B7785BD17}" type="pres">
      <dgm:prSet presAssocID="{506EF95A-BF2A-4F4C-9006-1D89D1CBB37A}" presName="iconSpace" presStyleCnt="0"/>
      <dgm:spPr/>
    </dgm:pt>
    <dgm:pt modelId="{79055096-EBBD-4E24-A6AF-ADB98B383167}" type="pres">
      <dgm:prSet presAssocID="{506EF95A-BF2A-4F4C-9006-1D89D1CBB37A}" presName="parTx" presStyleLbl="revTx" presStyleIdx="0" presStyleCnt="4">
        <dgm:presLayoutVars>
          <dgm:chMax val="0"/>
          <dgm:chPref val="0"/>
        </dgm:presLayoutVars>
      </dgm:prSet>
      <dgm:spPr/>
    </dgm:pt>
    <dgm:pt modelId="{29407E3B-84DA-4637-822A-9B6825739895}" type="pres">
      <dgm:prSet presAssocID="{506EF95A-BF2A-4F4C-9006-1D89D1CBB37A}" presName="txSpace" presStyleCnt="0"/>
      <dgm:spPr/>
    </dgm:pt>
    <dgm:pt modelId="{D52EA6BD-C399-4F92-AEE1-CA6EEE774105}" type="pres">
      <dgm:prSet presAssocID="{506EF95A-BF2A-4F4C-9006-1D89D1CBB37A}" presName="desTx" presStyleLbl="revTx" presStyleIdx="1" presStyleCnt="4">
        <dgm:presLayoutVars/>
      </dgm:prSet>
      <dgm:spPr/>
    </dgm:pt>
    <dgm:pt modelId="{7CE40299-6DDF-4CE8-BB41-F34E1F544835}" type="pres">
      <dgm:prSet presAssocID="{41086E3E-9253-4B35-B5F1-D99B310C075A}" presName="sibTrans" presStyleCnt="0"/>
      <dgm:spPr/>
    </dgm:pt>
    <dgm:pt modelId="{83A6C5E4-5023-414C-BEF8-434AFB4EE59D}" type="pres">
      <dgm:prSet presAssocID="{B80BCCB8-F659-4029-AED2-3F9F03DAE01B}" presName="compNode" presStyleCnt="0"/>
      <dgm:spPr/>
    </dgm:pt>
    <dgm:pt modelId="{210CA72E-4660-4075-82E8-3EE9F02DA863}" type="pres">
      <dgm:prSet presAssocID="{B80BCCB8-F659-4029-AED2-3F9F03DAE01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81013D39-BC06-4B0F-B33E-29BF8D686EFE}" type="pres">
      <dgm:prSet presAssocID="{B80BCCB8-F659-4029-AED2-3F9F03DAE01B}" presName="iconSpace" presStyleCnt="0"/>
      <dgm:spPr/>
    </dgm:pt>
    <dgm:pt modelId="{F7368F1C-CC4B-4748-AD9C-306ECA923625}" type="pres">
      <dgm:prSet presAssocID="{B80BCCB8-F659-4029-AED2-3F9F03DAE01B}" presName="parTx" presStyleLbl="revTx" presStyleIdx="2" presStyleCnt="4">
        <dgm:presLayoutVars>
          <dgm:chMax val="0"/>
          <dgm:chPref val="0"/>
        </dgm:presLayoutVars>
      </dgm:prSet>
      <dgm:spPr/>
    </dgm:pt>
    <dgm:pt modelId="{5FE47A01-6260-4727-958A-9F1C031ED18A}" type="pres">
      <dgm:prSet presAssocID="{B80BCCB8-F659-4029-AED2-3F9F03DAE01B}" presName="txSpace" presStyleCnt="0"/>
      <dgm:spPr/>
    </dgm:pt>
    <dgm:pt modelId="{FCC1E78D-3F26-4FC3-BCA0-17EF3308396F}" type="pres">
      <dgm:prSet presAssocID="{B80BCCB8-F659-4029-AED2-3F9F03DAE01B}" presName="desTx" presStyleLbl="revTx" presStyleIdx="3" presStyleCnt="4">
        <dgm:presLayoutVars/>
      </dgm:prSet>
      <dgm:spPr/>
    </dgm:pt>
  </dgm:ptLst>
  <dgm:cxnLst>
    <dgm:cxn modelId="{2D101613-6608-4492-9D02-1D48E2A32760}" type="presOf" srcId="{B80BCCB8-F659-4029-AED2-3F9F03DAE01B}" destId="{F7368F1C-CC4B-4748-AD9C-306ECA923625}" srcOrd="0" destOrd="0" presId="urn:microsoft.com/office/officeart/2018/5/layout/CenteredIconLabelDescriptionList"/>
    <dgm:cxn modelId="{C83A2680-386C-435A-A16C-6F842EE80A87}" type="presOf" srcId="{428AB425-C18E-4ED2-94FF-EB66A55A7776}" destId="{1E068575-FAA7-47DE-8BAE-171AD6786496}" srcOrd="0" destOrd="0" presId="urn:microsoft.com/office/officeart/2018/5/layout/CenteredIconLabelDescriptionList"/>
    <dgm:cxn modelId="{A0D0D581-3183-49DA-A262-D217E83B5C4E}" srcId="{428AB425-C18E-4ED2-94FF-EB66A55A7776}" destId="{506EF95A-BF2A-4F4C-9006-1D89D1CBB37A}" srcOrd="0" destOrd="0" parTransId="{62D20210-B11B-41D3-A5AD-D6A48E164D76}" sibTransId="{41086E3E-9253-4B35-B5F1-D99B310C075A}"/>
    <dgm:cxn modelId="{0AC3AA88-9AE1-4F57-B316-BC04079A9E52}" type="presOf" srcId="{506EF95A-BF2A-4F4C-9006-1D89D1CBB37A}" destId="{79055096-EBBD-4E24-A6AF-ADB98B383167}" srcOrd="0" destOrd="0" presId="urn:microsoft.com/office/officeart/2018/5/layout/CenteredIconLabelDescriptionList"/>
    <dgm:cxn modelId="{E4D623CD-E696-47FB-9523-5BBDCF4CF16F}" srcId="{428AB425-C18E-4ED2-94FF-EB66A55A7776}" destId="{B80BCCB8-F659-4029-AED2-3F9F03DAE01B}" srcOrd="1" destOrd="0" parTransId="{7B1A8813-BBFE-4B4B-A88C-93034656A6A7}" sibTransId="{53F6B398-56F6-461D-8D8F-2C6A738E885B}"/>
    <dgm:cxn modelId="{FE6CDADE-76CD-4086-9DDA-914DB54D7CD3}" type="presOf" srcId="{EF9A0B2E-01F5-47A0-9E9D-F4101CA68C30}" destId="{FCC1E78D-3F26-4FC3-BCA0-17EF3308396F}" srcOrd="0" destOrd="0" presId="urn:microsoft.com/office/officeart/2018/5/layout/CenteredIconLabelDescriptionList"/>
    <dgm:cxn modelId="{6CFF8FEA-3351-4E59-8019-F36215A9F2E6}" type="presOf" srcId="{38170322-7394-4315-9480-3EE7AA2D40D8}" destId="{D52EA6BD-C399-4F92-AEE1-CA6EEE774105}" srcOrd="0" destOrd="0" presId="urn:microsoft.com/office/officeart/2018/5/layout/CenteredIconLabelDescriptionList"/>
    <dgm:cxn modelId="{FAF912F7-1293-42D6-9B9E-9EE88EB1A768}" srcId="{506EF95A-BF2A-4F4C-9006-1D89D1CBB37A}" destId="{38170322-7394-4315-9480-3EE7AA2D40D8}" srcOrd="0" destOrd="0" parTransId="{23E1C6AF-9FF0-41D7-95B5-B7E63F4504A9}" sibTransId="{ECA84978-EAC1-4D27-B415-B18D1AB6FC5F}"/>
    <dgm:cxn modelId="{64C7B1FB-4FD6-4B29-B307-FB8D71FFB02A}" srcId="{B80BCCB8-F659-4029-AED2-3F9F03DAE01B}" destId="{EF9A0B2E-01F5-47A0-9E9D-F4101CA68C30}" srcOrd="0" destOrd="0" parTransId="{7E014FD3-A6E1-45E8-B1F4-13717939404D}" sibTransId="{AA3F4586-F591-42DA-A888-D5E1D9BBC3C3}"/>
    <dgm:cxn modelId="{CC6A94FA-E540-4887-8F4A-AA38A796FA09}" type="presParOf" srcId="{1E068575-FAA7-47DE-8BAE-171AD6786496}" destId="{78C49DE3-ABB8-4AB0-A5ED-597BE6C37991}" srcOrd="0" destOrd="0" presId="urn:microsoft.com/office/officeart/2018/5/layout/CenteredIconLabelDescriptionList"/>
    <dgm:cxn modelId="{41C4F2F2-A315-41BE-A2E1-334491F46CE7}" type="presParOf" srcId="{78C49DE3-ABB8-4AB0-A5ED-597BE6C37991}" destId="{AA55B15B-A4C9-4E82-9DE3-339F4ED541C9}" srcOrd="0" destOrd="0" presId="urn:microsoft.com/office/officeart/2018/5/layout/CenteredIconLabelDescriptionList"/>
    <dgm:cxn modelId="{4B29A20B-3AA6-4534-98AF-818D0C06C8F9}" type="presParOf" srcId="{78C49DE3-ABB8-4AB0-A5ED-597BE6C37991}" destId="{215C5A8C-0FC6-461D-A196-D98B7785BD17}" srcOrd="1" destOrd="0" presId="urn:microsoft.com/office/officeart/2018/5/layout/CenteredIconLabelDescriptionList"/>
    <dgm:cxn modelId="{51C7B779-08AA-4935-8078-B8CF370C2354}" type="presParOf" srcId="{78C49DE3-ABB8-4AB0-A5ED-597BE6C37991}" destId="{79055096-EBBD-4E24-A6AF-ADB98B383167}" srcOrd="2" destOrd="0" presId="urn:microsoft.com/office/officeart/2018/5/layout/CenteredIconLabelDescriptionList"/>
    <dgm:cxn modelId="{6DF1087E-661A-48F5-8297-C70D2AD5070F}" type="presParOf" srcId="{78C49DE3-ABB8-4AB0-A5ED-597BE6C37991}" destId="{29407E3B-84DA-4637-822A-9B6825739895}" srcOrd="3" destOrd="0" presId="urn:microsoft.com/office/officeart/2018/5/layout/CenteredIconLabelDescriptionList"/>
    <dgm:cxn modelId="{FC64C0CE-93D4-4614-9446-AA3627FF9D73}" type="presParOf" srcId="{78C49DE3-ABB8-4AB0-A5ED-597BE6C37991}" destId="{D52EA6BD-C399-4F92-AEE1-CA6EEE774105}" srcOrd="4" destOrd="0" presId="urn:microsoft.com/office/officeart/2018/5/layout/CenteredIconLabelDescriptionList"/>
    <dgm:cxn modelId="{E9AC5D53-8E26-47A3-84DA-C369CA9D96BE}" type="presParOf" srcId="{1E068575-FAA7-47DE-8BAE-171AD6786496}" destId="{7CE40299-6DDF-4CE8-BB41-F34E1F544835}" srcOrd="1" destOrd="0" presId="urn:microsoft.com/office/officeart/2018/5/layout/CenteredIconLabelDescriptionList"/>
    <dgm:cxn modelId="{E562CA4D-D93B-4133-96C3-086FC055F116}" type="presParOf" srcId="{1E068575-FAA7-47DE-8BAE-171AD6786496}" destId="{83A6C5E4-5023-414C-BEF8-434AFB4EE59D}" srcOrd="2" destOrd="0" presId="urn:microsoft.com/office/officeart/2018/5/layout/CenteredIconLabelDescriptionList"/>
    <dgm:cxn modelId="{90212D7F-5156-40CD-B291-CAD123DD92EC}" type="presParOf" srcId="{83A6C5E4-5023-414C-BEF8-434AFB4EE59D}" destId="{210CA72E-4660-4075-82E8-3EE9F02DA863}" srcOrd="0" destOrd="0" presId="urn:microsoft.com/office/officeart/2018/5/layout/CenteredIconLabelDescriptionList"/>
    <dgm:cxn modelId="{E3115C3F-0A3A-4D32-A52C-3DC785246A3A}" type="presParOf" srcId="{83A6C5E4-5023-414C-BEF8-434AFB4EE59D}" destId="{81013D39-BC06-4B0F-B33E-29BF8D686EFE}" srcOrd="1" destOrd="0" presId="urn:microsoft.com/office/officeart/2018/5/layout/CenteredIconLabelDescriptionList"/>
    <dgm:cxn modelId="{15677364-E131-474F-93C1-215607FC05A3}" type="presParOf" srcId="{83A6C5E4-5023-414C-BEF8-434AFB4EE59D}" destId="{F7368F1C-CC4B-4748-AD9C-306ECA923625}" srcOrd="2" destOrd="0" presId="urn:microsoft.com/office/officeart/2018/5/layout/CenteredIconLabelDescriptionList"/>
    <dgm:cxn modelId="{22ED717D-D26F-4FF4-BF45-F6B605655FA0}" type="presParOf" srcId="{83A6C5E4-5023-414C-BEF8-434AFB4EE59D}" destId="{5FE47A01-6260-4727-958A-9F1C031ED18A}" srcOrd="3" destOrd="0" presId="urn:microsoft.com/office/officeart/2018/5/layout/CenteredIconLabelDescriptionList"/>
    <dgm:cxn modelId="{D8BB2147-25F4-4410-BCCA-5515483EB50A}" type="presParOf" srcId="{83A6C5E4-5023-414C-BEF8-434AFB4EE59D}" destId="{FCC1E78D-3F26-4FC3-BCA0-17EF3308396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7C20A8-2A8D-9E47-A12C-235C1D3D9B07}">
      <dsp:nvSpPr>
        <dsp:cNvPr id="0" name=""/>
        <dsp:cNvSpPr/>
      </dsp:nvSpPr>
      <dsp:spPr>
        <a:xfrm>
          <a:off x="1013478" y="2483675"/>
          <a:ext cx="1177708" cy="1011268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5240" rIns="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FRR</a:t>
          </a:r>
        </a:p>
      </dsp:txBody>
      <dsp:txXfrm>
        <a:off x="1195893" y="2640310"/>
        <a:ext cx="812878" cy="697998"/>
      </dsp:txXfrm>
    </dsp:sp>
    <dsp:sp modelId="{B6C2DABB-B342-CF4A-BE09-2297C2CD0710}">
      <dsp:nvSpPr>
        <dsp:cNvPr id="0" name=""/>
        <dsp:cNvSpPr/>
      </dsp:nvSpPr>
      <dsp:spPr>
        <a:xfrm>
          <a:off x="1041578" y="2935753"/>
          <a:ext cx="137378" cy="118546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F4B0F9-2EB6-314B-9A21-0F99E86B9A5D}">
      <dsp:nvSpPr>
        <dsp:cNvPr id="0" name=""/>
        <dsp:cNvSpPr/>
      </dsp:nvSpPr>
      <dsp:spPr>
        <a:xfrm>
          <a:off x="0" y="1924485"/>
          <a:ext cx="1177708" cy="1011268"/>
        </a:xfrm>
        <a:prstGeom prst="hexagon">
          <a:avLst>
            <a:gd name="adj" fmla="val 25000"/>
            <a:gd name="vf" fmla="val 11547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C57CBA-1B6B-D94E-A4A2-AB221FED547A}">
      <dsp:nvSpPr>
        <dsp:cNvPr id="0" name=""/>
        <dsp:cNvSpPr/>
      </dsp:nvSpPr>
      <dsp:spPr>
        <a:xfrm>
          <a:off x="806786" y="2801578"/>
          <a:ext cx="137378" cy="118546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A4350B-85C1-F844-B917-77E464CB823B}">
      <dsp:nvSpPr>
        <dsp:cNvPr id="0" name=""/>
        <dsp:cNvSpPr/>
      </dsp:nvSpPr>
      <dsp:spPr>
        <a:xfrm>
          <a:off x="2026956" y="1921436"/>
          <a:ext cx="1177708" cy="1011268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5240" rIns="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iproute2</a:t>
          </a:r>
        </a:p>
      </dsp:txBody>
      <dsp:txXfrm>
        <a:off x="2209371" y="2078071"/>
        <a:ext cx="812878" cy="697998"/>
      </dsp:txXfrm>
    </dsp:sp>
    <dsp:sp modelId="{45BCEE99-84C0-9C41-B1B6-F3291DDF7FFA}">
      <dsp:nvSpPr>
        <dsp:cNvPr id="0" name=""/>
        <dsp:cNvSpPr/>
      </dsp:nvSpPr>
      <dsp:spPr>
        <a:xfrm>
          <a:off x="2837489" y="2796242"/>
          <a:ext cx="137378" cy="118546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1DE4E3-DD3E-194D-9656-FDDA42761AFC}">
      <dsp:nvSpPr>
        <dsp:cNvPr id="0" name=""/>
        <dsp:cNvSpPr/>
      </dsp:nvSpPr>
      <dsp:spPr>
        <a:xfrm>
          <a:off x="3039810" y="2481388"/>
          <a:ext cx="1177708" cy="1011268"/>
        </a:xfrm>
        <a:prstGeom prst="hexagon">
          <a:avLst>
            <a:gd name="adj" fmla="val 25000"/>
            <a:gd name="vf" fmla="val 11547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AC4671-DA16-4E48-B341-CAE05203BAA3}">
      <dsp:nvSpPr>
        <dsp:cNvPr id="0" name=""/>
        <dsp:cNvSpPr/>
      </dsp:nvSpPr>
      <dsp:spPr>
        <a:xfrm>
          <a:off x="3068535" y="2931560"/>
          <a:ext cx="137378" cy="118546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AB9352-D858-294F-8300-84091205AA6B}">
      <dsp:nvSpPr>
        <dsp:cNvPr id="0" name=""/>
        <dsp:cNvSpPr/>
      </dsp:nvSpPr>
      <dsp:spPr>
        <a:xfrm>
          <a:off x="1013478" y="1365677"/>
          <a:ext cx="1177708" cy="1011268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5240" rIns="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Kubernetes CNI Plugins</a:t>
          </a:r>
        </a:p>
      </dsp:txBody>
      <dsp:txXfrm>
        <a:off x="1195893" y="1522312"/>
        <a:ext cx="812878" cy="697998"/>
      </dsp:txXfrm>
    </dsp:sp>
    <dsp:sp modelId="{243CAE5D-D4D7-794A-9DB0-DD83FA1CACD5}">
      <dsp:nvSpPr>
        <dsp:cNvPr id="0" name=""/>
        <dsp:cNvSpPr/>
      </dsp:nvSpPr>
      <dsp:spPr>
        <a:xfrm>
          <a:off x="1815269" y="1379399"/>
          <a:ext cx="137378" cy="118546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83FD9B-1046-9B4E-AB05-23F3D3C7EF1E}">
      <dsp:nvSpPr>
        <dsp:cNvPr id="0" name=""/>
        <dsp:cNvSpPr/>
      </dsp:nvSpPr>
      <dsp:spPr>
        <a:xfrm>
          <a:off x="2026956" y="803438"/>
          <a:ext cx="1177708" cy="1011268"/>
        </a:xfrm>
        <a:prstGeom prst="hexagon">
          <a:avLst>
            <a:gd name="adj" fmla="val 25000"/>
            <a:gd name="vf" fmla="val 11547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47AF0A-C0BF-E247-B5D1-A0A4F098BC0D}">
      <dsp:nvSpPr>
        <dsp:cNvPr id="0" name=""/>
        <dsp:cNvSpPr/>
      </dsp:nvSpPr>
      <dsp:spPr>
        <a:xfrm>
          <a:off x="2060052" y="1251323"/>
          <a:ext cx="137378" cy="118546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0DC304-4770-884F-9D3B-5107B7049880}">
      <dsp:nvSpPr>
        <dsp:cNvPr id="0" name=""/>
        <dsp:cNvSpPr/>
      </dsp:nvSpPr>
      <dsp:spPr>
        <a:xfrm>
          <a:off x="3039810" y="1363390"/>
          <a:ext cx="1177708" cy="1011268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5240" rIns="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Ansible</a:t>
          </a:r>
        </a:p>
      </dsp:txBody>
      <dsp:txXfrm>
        <a:off x="3222225" y="1520025"/>
        <a:ext cx="812878" cy="697998"/>
      </dsp:txXfrm>
    </dsp:sp>
    <dsp:sp modelId="{F4D0F921-66F2-714B-A62A-13C5E1A05DD1}">
      <dsp:nvSpPr>
        <dsp:cNvPr id="0" name=""/>
        <dsp:cNvSpPr/>
      </dsp:nvSpPr>
      <dsp:spPr>
        <a:xfrm>
          <a:off x="4058909" y="1811656"/>
          <a:ext cx="137378" cy="118546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EC277D-6A00-9A4C-9C13-7AA72153F5D3}">
      <dsp:nvSpPr>
        <dsp:cNvPr id="0" name=""/>
        <dsp:cNvSpPr/>
      </dsp:nvSpPr>
      <dsp:spPr>
        <a:xfrm>
          <a:off x="4053289" y="1932109"/>
          <a:ext cx="1177708" cy="1011268"/>
        </a:xfrm>
        <a:prstGeom prst="hexagon">
          <a:avLst>
            <a:gd name="adj" fmla="val 25000"/>
            <a:gd name="vf" fmla="val 11547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9385F8-2636-5F4E-85EA-95E8C47A77A0}">
      <dsp:nvSpPr>
        <dsp:cNvPr id="0" name=""/>
        <dsp:cNvSpPr/>
      </dsp:nvSpPr>
      <dsp:spPr>
        <a:xfrm>
          <a:off x="4283086" y="1950024"/>
          <a:ext cx="137378" cy="118546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CFFCD2-9A76-5D47-BB25-65385016D68F}">
      <dsp:nvSpPr>
        <dsp:cNvPr id="0" name=""/>
        <dsp:cNvSpPr/>
      </dsp:nvSpPr>
      <dsp:spPr>
        <a:xfrm>
          <a:off x="4053289" y="814111"/>
          <a:ext cx="1177708" cy="1011268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5240" rIns="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Docker</a:t>
          </a:r>
        </a:p>
      </dsp:txBody>
      <dsp:txXfrm>
        <a:off x="4235704" y="970746"/>
        <a:ext cx="812878" cy="697998"/>
      </dsp:txXfrm>
    </dsp:sp>
    <dsp:sp modelId="{CF2107D1-7104-424D-97E1-175F35AC3546}">
      <dsp:nvSpPr>
        <dsp:cNvPr id="0" name=""/>
        <dsp:cNvSpPr/>
      </dsp:nvSpPr>
      <dsp:spPr>
        <a:xfrm>
          <a:off x="5072387" y="1267332"/>
          <a:ext cx="137378" cy="118546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D2C051-668D-0942-A4D4-6E82C755AB1E}">
      <dsp:nvSpPr>
        <dsp:cNvPr id="0" name=""/>
        <dsp:cNvSpPr/>
      </dsp:nvSpPr>
      <dsp:spPr>
        <a:xfrm>
          <a:off x="5066767" y="1378256"/>
          <a:ext cx="1177708" cy="1011268"/>
        </a:xfrm>
        <a:prstGeom prst="hexagon">
          <a:avLst>
            <a:gd name="adj" fmla="val 25000"/>
            <a:gd name="vf" fmla="val 11547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64A5C2-A08A-4745-B210-3500052F230A}">
      <dsp:nvSpPr>
        <dsp:cNvPr id="0" name=""/>
        <dsp:cNvSpPr/>
      </dsp:nvSpPr>
      <dsp:spPr>
        <a:xfrm>
          <a:off x="5301560" y="1400745"/>
          <a:ext cx="137378" cy="118546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72450D-51FE-C741-A8EC-C1F5F08A7B46}">
      <dsp:nvSpPr>
        <dsp:cNvPr id="0" name=""/>
        <dsp:cNvSpPr/>
      </dsp:nvSpPr>
      <dsp:spPr>
        <a:xfrm>
          <a:off x="5066767" y="2494348"/>
          <a:ext cx="1177708" cy="1011268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5240" rIns="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brctl</a:t>
          </a:r>
          <a:endParaRPr lang="en-US" sz="1200" kern="1200" dirty="0"/>
        </a:p>
      </dsp:txBody>
      <dsp:txXfrm>
        <a:off x="5249182" y="2650983"/>
        <a:ext cx="812878" cy="697998"/>
      </dsp:txXfrm>
    </dsp:sp>
    <dsp:sp modelId="{93B88927-4A6E-594E-AB2E-DF71D2ED8304}">
      <dsp:nvSpPr>
        <dsp:cNvPr id="0" name=""/>
        <dsp:cNvSpPr/>
      </dsp:nvSpPr>
      <dsp:spPr>
        <a:xfrm>
          <a:off x="5300311" y="3380208"/>
          <a:ext cx="137378" cy="118546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D80B98-DD62-EF49-9ECE-4940444EC45A}">
      <dsp:nvSpPr>
        <dsp:cNvPr id="0" name=""/>
        <dsp:cNvSpPr/>
      </dsp:nvSpPr>
      <dsp:spPr>
        <a:xfrm>
          <a:off x="4053289" y="3048201"/>
          <a:ext cx="1177708" cy="1011268"/>
        </a:xfrm>
        <a:prstGeom prst="hexagon">
          <a:avLst>
            <a:gd name="adj" fmla="val 25000"/>
            <a:gd name="vf" fmla="val 11547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20BA98-58CA-EC42-B909-EFFB81787354}">
      <dsp:nvSpPr>
        <dsp:cNvPr id="0" name=""/>
        <dsp:cNvSpPr/>
      </dsp:nvSpPr>
      <dsp:spPr>
        <a:xfrm>
          <a:off x="5081754" y="3491894"/>
          <a:ext cx="137378" cy="118546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98FAE3-D6B5-1E4C-8277-3EDDBF1DF9CD}">
      <dsp:nvSpPr>
        <dsp:cNvPr id="0" name=""/>
        <dsp:cNvSpPr/>
      </dsp:nvSpPr>
      <dsp:spPr>
        <a:xfrm>
          <a:off x="2025708" y="3041721"/>
          <a:ext cx="1177708" cy="1011268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5240" rIns="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netlink</a:t>
          </a:r>
          <a:endParaRPr lang="en-US" sz="1200" kern="1200" dirty="0"/>
        </a:p>
      </dsp:txBody>
      <dsp:txXfrm>
        <a:off x="2208123" y="3198356"/>
        <a:ext cx="812878" cy="697998"/>
      </dsp:txXfrm>
    </dsp:sp>
    <dsp:sp modelId="{D09B9287-89BD-034A-8F99-C1842CD6DA13}">
      <dsp:nvSpPr>
        <dsp:cNvPr id="0" name=""/>
        <dsp:cNvSpPr/>
      </dsp:nvSpPr>
      <dsp:spPr>
        <a:xfrm>
          <a:off x="2059428" y="3489988"/>
          <a:ext cx="137378" cy="118546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BAE80B-9CCB-8C42-B114-2D08724388D7}">
      <dsp:nvSpPr>
        <dsp:cNvPr id="0" name=""/>
        <dsp:cNvSpPr/>
      </dsp:nvSpPr>
      <dsp:spPr>
        <a:xfrm>
          <a:off x="1012854" y="3603960"/>
          <a:ext cx="1177708" cy="1011268"/>
        </a:xfrm>
        <a:prstGeom prst="hexagon">
          <a:avLst>
            <a:gd name="adj" fmla="val 25000"/>
            <a:gd name="vf" fmla="val 11547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15FE71-CCE9-A34E-A510-1CFE5C9BF44E}">
      <dsp:nvSpPr>
        <dsp:cNvPr id="0" name=""/>
        <dsp:cNvSpPr/>
      </dsp:nvSpPr>
      <dsp:spPr>
        <a:xfrm>
          <a:off x="1814020" y="3618064"/>
          <a:ext cx="137378" cy="118546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857F88-25BF-A349-8168-B94ABFD760B4}">
      <dsp:nvSpPr>
        <dsp:cNvPr id="0" name=""/>
        <dsp:cNvSpPr/>
      </dsp:nvSpPr>
      <dsp:spPr>
        <a:xfrm>
          <a:off x="4704665" y="39140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Formulate Processing Graph</a:t>
          </a:r>
        </a:p>
      </dsp:txBody>
      <dsp:txXfrm>
        <a:off x="4704665" y="39140"/>
        <a:ext cx="1341437" cy="1341437"/>
      </dsp:txXfrm>
    </dsp:sp>
    <dsp:sp modelId="{40F30F32-4C1C-CE4B-BB96-8C0B7AA8FB34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21292825"/>
            <a:gd name="adj4" fmla="val 19766604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6DB3A0-0D9A-3144-9258-673EACE50E14}">
      <dsp:nvSpPr>
        <dsp:cNvPr id="0" name=""/>
        <dsp:cNvSpPr/>
      </dsp:nvSpPr>
      <dsp:spPr>
        <a:xfrm>
          <a:off x="5515145" y="2533541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Compose + Synthesize</a:t>
          </a:r>
        </a:p>
      </dsp:txBody>
      <dsp:txXfrm>
        <a:off x="5515145" y="2533541"/>
        <a:ext cx="1341437" cy="1341437"/>
      </dsp:txXfrm>
    </dsp:sp>
    <dsp:sp modelId="{9D168C89-7035-2A4E-AADE-D21F38D56671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4014266"/>
            <a:gd name="adj4" fmla="val 2253829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698297-A50D-A843-92B0-CFBB26C35CE5}">
      <dsp:nvSpPr>
        <dsp:cNvPr id="0" name=""/>
        <dsp:cNvSpPr/>
      </dsp:nvSpPr>
      <dsp:spPr>
        <a:xfrm>
          <a:off x="3393281" y="4075166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Compile</a:t>
          </a:r>
        </a:p>
      </dsp:txBody>
      <dsp:txXfrm>
        <a:off x="3393281" y="4075166"/>
        <a:ext cx="1341437" cy="1341437"/>
      </dsp:txXfrm>
    </dsp:sp>
    <dsp:sp modelId="{CAEC4C3B-3150-EA46-B833-BE8780DD3CED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8210155"/>
            <a:gd name="adj4" fmla="val 6449719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2FC895-92CA-4546-9480-0873C5D0C8D9}">
      <dsp:nvSpPr>
        <dsp:cNvPr id="0" name=""/>
        <dsp:cNvSpPr/>
      </dsp:nvSpPr>
      <dsp:spPr>
        <a:xfrm>
          <a:off x="1271416" y="2533541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Deploy</a:t>
          </a:r>
        </a:p>
      </dsp:txBody>
      <dsp:txXfrm>
        <a:off x="1271416" y="2533541"/>
        <a:ext cx="1341437" cy="1341437"/>
      </dsp:txXfrm>
    </dsp:sp>
    <dsp:sp modelId="{42D5A68A-E75B-654A-9744-B9AA397A4C59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12297380"/>
            <a:gd name="adj4" fmla="val 10771160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10C666-CC2D-DC4A-88BD-15923D448A22}">
      <dsp:nvSpPr>
        <dsp:cNvPr id="0" name=""/>
        <dsp:cNvSpPr/>
      </dsp:nvSpPr>
      <dsp:spPr>
        <a:xfrm>
          <a:off x="2081896" y="39140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tx1"/>
              </a:solidFill>
            </a:rPr>
            <a:t>Introspect</a:t>
          </a:r>
        </a:p>
      </dsp:txBody>
      <dsp:txXfrm>
        <a:off x="2081896" y="39140"/>
        <a:ext cx="1341437" cy="1341437"/>
      </dsp:txXfrm>
    </dsp:sp>
    <dsp:sp modelId="{51E43E35-6508-E040-8D85-E4AAA1C04D90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16865256"/>
            <a:gd name="adj4" fmla="val 15198729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857F88-25BF-A349-8168-B94ABFD760B4}">
      <dsp:nvSpPr>
        <dsp:cNvPr id="0" name=""/>
        <dsp:cNvSpPr/>
      </dsp:nvSpPr>
      <dsp:spPr>
        <a:xfrm>
          <a:off x="4704665" y="39140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Formulate Processing Graph</a:t>
          </a:r>
        </a:p>
      </dsp:txBody>
      <dsp:txXfrm>
        <a:off x="4704665" y="39140"/>
        <a:ext cx="1341437" cy="1341437"/>
      </dsp:txXfrm>
    </dsp:sp>
    <dsp:sp modelId="{40F30F32-4C1C-CE4B-BB96-8C0B7AA8FB34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21292825"/>
            <a:gd name="adj4" fmla="val 19766604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6DB3A0-0D9A-3144-9258-673EACE50E14}">
      <dsp:nvSpPr>
        <dsp:cNvPr id="0" name=""/>
        <dsp:cNvSpPr/>
      </dsp:nvSpPr>
      <dsp:spPr>
        <a:xfrm>
          <a:off x="5515145" y="2533541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Compose + Synthesize</a:t>
          </a:r>
        </a:p>
      </dsp:txBody>
      <dsp:txXfrm>
        <a:off x="5515145" y="2533541"/>
        <a:ext cx="1341437" cy="1341437"/>
      </dsp:txXfrm>
    </dsp:sp>
    <dsp:sp modelId="{9D168C89-7035-2A4E-AADE-D21F38D56671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4014266"/>
            <a:gd name="adj4" fmla="val 2253829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698297-A50D-A843-92B0-CFBB26C35CE5}">
      <dsp:nvSpPr>
        <dsp:cNvPr id="0" name=""/>
        <dsp:cNvSpPr/>
      </dsp:nvSpPr>
      <dsp:spPr>
        <a:xfrm>
          <a:off x="3393281" y="4075166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Compile</a:t>
          </a:r>
        </a:p>
      </dsp:txBody>
      <dsp:txXfrm>
        <a:off x="3393281" y="4075166"/>
        <a:ext cx="1341437" cy="1341437"/>
      </dsp:txXfrm>
    </dsp:sp>
    <dsp:sp modelId="{CAEC4C3B-3150-EA46-B833-BE8780DD3CED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8210155"/>
            <a:gd name="adj4" fmla="val 6449719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2FC895-92CA-4546-9480-0873C5D0C8D9}">
      <dsp:nvSpPr>
        <dsp:cNvPr id="0" name=""/>
        <dsp:cNvSpPr/>
      </dsp:nvSpPr>
      <dsp:spPr>
        <a:xfrm>
          <a:off x="1271416" y="2533541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Deploy</a:t>
          </a:r>
        </a:p>
      </dsp:txBody>
      <dsp:txXfrm>
        <a:off x="1271416" y="2533541"/>
        <a:ext cx="1341437" cy="1341437"/>
      </dsp:txXfrm>
    </dsp:sp>
    <dsp:sp modelId="{42D5A68A-E75B-654A-9744-B9AA397A4C59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12297380"/>
            <a:gd name="adj4" fmla="val 10771160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10C666-CC2D-DC4A-88BD-15923D448A22}">
      <dsp:nvSpPr>
        <dsp:cNvPr id="0" name=""/>
        <dsp:cNvSpPr/>
      </dsp:nvSpPr>
      <dsp:spPr>
        <a:xfrm>
          <a:off x="2081896" y="39140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accent2"/>
              </a:solidFill>
            </a:rPr>
            <a:t>Introspect</a:t>
          </a:r>
        </a:p>
      </dsp:txBody>
      <dsp:txXfrm>
        <a:off x="2081896" y="39140"/>
        <a:ext cx="1341437" cy="1341437"/>
      </dsp:txXfrm>
    </dsp:sp>
    <dsp:sp modelId="{51E43E35-6508-E040-8D85-E4AAA1C04D90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16865256"/>
            <a:gd name="adj4" fmla="val 15198729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857F88-25BF-A349-8168-B94ABFD760B4}">
      <dsp:nvSpPr>
        <dsp:cNvPr id="0" name=""/>
        <dsp:cNvSpPr/>
      </dsp:nvSpPr>
      <dsp:spPr>
        <a:xfrm>
          <a:off x="4704665" y="39140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accent2"/>
              </a:solidFill>
            </a:rPr>
            <a:t>Formulate Processing Graph</a:t>
          </a:r>
        </a:p>
      </dsp:txBody>
      <dsp:txXfrm>
        <a:off x="4704665" y="39140"/>
        <a:ext cx="1341437" cy="1341437"/>
      </dsp:txXfrm>
    </dsp:sp>
    <dsp:sp modelId="{40F30F32-4C1C-CE4B-BB96-8C0B7AA8FB34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21292825"/>
            <a:gd name="adj4" fmla="val 19766604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6DB3A0-0D9A-3144-9258-673EACE50E14}">
      <dsp:nvSpPr>
        <dsp:cNvPr id="0" name=""/>
        <dsp:cNvSpPr/>
      </dsp:nvSpPr>
      <dsp:spPr>
        <a:xfrm>
          <a:off x="5515145" y="2533541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Compose + Synthesize</a:t>
          </a:r>
        </a:p>
      </dsp:txBody>
      <dsp:txXfrm>
        <a:off x="5515145" y="2533541"/>
        <a:ext cx="1341437" cy="1341437"/>
      </dsp:txXfrm>
    </dsp:sp>
    <dsp:sp modelId="{9D168C89-7035-2A4E-AADE-D21F38D56671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4014266"/>
            <a:gd name="adj4" fmla="val 2253829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698297-A50D-A843-92B0-CFBB26C35CE5}">
      <dsp:nvSpPr>
        <dsp:cNvPr id="0" name=""/>
        <dsp:cNvSpPr/>
      </dsp:nvSpPr>
      <dsp:spPr>
        <a:xfrm>
          <a:off x="3393281" y="4075166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Compile</a:t>
          </a:r>
        </a:p>
      </dsp:txBody>
      <dsp:txXfrm>
        <a:off x="3393281" y="4075166"/>
        <a:ext cx="1341437" cy="1341437"/>
      </dsp:txXfrm>
    </dsp:sp>
    <dsp:sp modelId="{CAEC4C3B-3150-EA46-B833-BE8780DD3CED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8210155"/>
            <a:gd name="adj4" fmla="val 6449719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2FC895-92CA-4546-9480-0873C5D0C8D9}">
      <dsp:nvSpPr>
        <dsp:cNvPr id="0" name=""/>
        <dsp:cNvSpPr/>
      </dsp:nvSpPr>
      <dsp:spPr>
        <a:xfrm>
          <a:off x="1271416" y="2533541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Deploy</a:t>
          </a:r>
        </a:p>
      </dsp:txBody>
      <dsp:txXfrm>
        <a:off x="1271416" y="2533541"/>
        <a:ext cx="1341437" cy="1341437"/>
      </dsp:txXfrm>
    </dsp:sp>
    <dsp:sp modelId="{42D5A68A-E75B-654A-9744-B9AA397A4C59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12297380"/>
            <a:gd name="adj4" fmla="val 10771160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10C666-CC2D-DC4A-88BD-15923D448A22}">
      <dsp:nvSpPr>
        <dsp:cNvPr id="0" name=""/>
        <dsp:cNvSpPr/>
      </dsp:nvSpPr>
      <dsp:spPr>
        <a:xfrm>
          <a:off x="2081896" y="39140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tx1"/>
              </a:solidFill>
            </a:rPr>
            <a:t>Introspect</a:t>
          </a:r>
        </a:p>
      </dsp:txBody>
      <dsp:txXfrm>
        <a:off x="2081896" y="39140"/>
        <a:ext cx="1341437" cy="1341437"/>
      </dsp:txXfrm>
    </dsp:sp>
    <dsp:sp modelId="{51E43E35-6508-E040-8D85-E4AAA1C04D90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16865256"/>
            <a:gd name="adj4" fmla="val 15198729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857F88-25BF-A349-8168-B94ABFD760B4}">
      <dsp:nvSpPr>
        <dsp:cNvPr id="0" name=""/>
        <dsp:cNvSpPr/>
      </dsp:nvSpPr>
      <dsp:spPr>
        <a:xfrm>
          <a:off x="4704665" y="39140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tx1"/>
              </a:solidFill>
            </a:rPr>
            <a:t>Formulate Processing Graph</a:t>
          </a:r>
        </a:p>
      </dsp:txBody>
      <dsp:txXfrm>
        <a:off x="4704665" y="39140"/>
        <a:ext cx="1341437" cy="1341437"/>
      </dsp:txXfrm>
    </dsp:sp>
    <dsp:sp modelId="{40F30F32-4C1C-CE4B-BB96-8C0B7AA8FB34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21292825"/>
            <a:gd name="adj4" fmla="val 19766604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6DB3A0-0D9A-3144-9258-673EACE50E14}">
      <dsp:nvSpPr>
        <dsp:cNvPr id="0" name=""/>
        <dsp:cNvSpPr/>
      </dsp:nvSpPr>
      <dsp:spPr>
        <a:xfrm>
          <a:off x="5515145" y="2533541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accent2"/>
              </a:solidFill>
            </a:rPr>
            <a:t>Compose + Synthesize</a:t>
          </a:r>
        </a:p>
      </dsp:txBody>
      <dsp:txXfrm>
        <a:off x="5515145" y="2533541"/>
        <a:ext cx="1341437" cy="1341437"/>
      </dsp:txXfrm>
    </dsp:sp>
    <dsp:sp modelId="{9D168C89-7035-2A4E-AADE-D21F38D56671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4014266"/>
            <a:gd name="adj4" fmla="val 2253829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698297-A50D-A843-92B0-CFBB26C35CE5}">
      <dsp:nvSpPr>
        <dsp:cNvPr id="0" name=""/>
        <dsp:cNvSpPr/>
      </dsp:nvSpPr>
      <dsp:spPr>
        <a:xfrm>
          <a:off x="3393281" y="4075166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Compile</a:t>
          </a:r>
        </a:p>
      </dsp:txBody>
      <dsp:txXfrm>
        <a:off x="3393281" y="4075166"/>
        <a:ext cx="1341437" cy="1341437"/>
      </dsp:txXfrm>
    </dsp:sp>
    <dsp:sp modelId="{CAEC4C3B-3150-EA46-B833-BE8780DD3CED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8210155"/>
            <a:gd name="adj4" fmla="val 6449719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2FC895-92CA-4546-9480-0873C5D0C8D9}">
      <dsp:nvSpPr>
        <dsp:cNvPr id="0" name=""/>
        <dsp:cNvSpPr/>
      </dsp:nvSpPr>
      <dsp:spPr>
        <a:xfrm>
          <a:off x="1271416" y="2533541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Deploy</a:t>
          </a:r>
        </a:p>
      </dsp:txBody>
      <dsp:txXfrm>
        <a:off x="1271416" y="2533541"/>
        <a:ext cx="1341437" cy="1341437"/>
      </dsp:txXfrm>
    </dsp:sp>
    <dsp:sp modelId="{42D5A68A-E75B-654A-9744-B9AA397A4C59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12297380"/>
            <a:gd name="adj4" fmla="val 10771160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10C666-CC2D-DC4A-88BD-15923D448A22}">
      <dsp:nvSpPr>
        <dsp:cNvPr id="0" name=""/>
        <dsp:cNvSpPr/>
      </dsp:nvSpPr>
      <dsp:spPr>
        <a:xfrm>
          <a:off x="2081896" y="39140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tx1"/>
              </a:solidFill>
            </a:rPr>
            <a:t>Introspect</a:t>
          </a:r>
        </a:p>
      </dsp:txBody>
      <dsp:txXfrm>
        <a:off x="2081896" y="39140"/>
        <a:ext cx="1341437" cy="1341437"/>
      </dsp:txXfrm>
    </dsp:sp>
    <dsp:sp modelId="{51E43E35-6508-E040-8D85-E4AAA1C04D90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16865256"/>
            <a:gd name="adj4" fmla="val 15198729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857F88-25BF-A349-8168-B94ABFD760B4}">
      <dsp:nvSpPr>
        <dsp:cNvPr id="0" name=""/>
        <dsp:cNvSpPr/>
      </dsp:nvSpPr>
      <dsp:spPr>
        <a:xfrm>
          <a:off x="4704665" y="39140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Formulate Processing Graph</a:t>
          </a:r>
        </a:p>
      </dsp:txBody>
      <dsp:txXfrm>
        <a:off x="4704665" y="39140"/>
        <a:ext cx="1341437" cy="1341437"/>
      </dsp:txXfrm>
    </dsp:sp>
    <dsp:sp modelId="{40F30F32-4C1C-CE4B-BB96-8C0B7AA8FB34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21292825"/>
            <a:gd name="adj4" fmla="val 19766604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6DB3A0-0D9A-3144-9258-673EACE50E14}">
      <dsp:nvSpPr>
        <dsp:cNvPr id="0" name=""/>
        <dsp:cNvSpPr/>
      </dsp:nvSpPr>
      <dsp:spPr>
        <a:xfrm>
          <a:off x="5515145" y="2533541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Compose + Synthesize</a:t>
          </a:r>
        </a:p>
      </dsp:txBody>
      <dsp:txXfrm>
        <a:off x="5515145" y="2533541"/>
        <a:ext cx="1341437" cy="1341437"/>
      </dsp:txXfrm>
    </dsp:sp>
    <dsp:sp modelId="{9D168C89-7035-2A4E-AADE-D21F38D56671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4014266"/>
            <a:gd name="adj4" fmla="val 2253829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698297-A50D-A843-92B0-CFBB26C35CE5}">
      <dsp:nvSpPr>
        <dsp:cNvPr id="0" name=""/>
        <dsp:cNvSpPr/>
      </dsp:nvSpPr>
      <dsp:spPr>
        <a:xfrm>
          <a:off x="3393281" y="4075166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accent2"/>
              </a:solidFill>
            </a:rPr>
            <a:t>Compile</a:t>
          </a:r>
        </a:p>
      </dsp:txBody>
      <dsp:txXfrm>
        <a:off x="3393281" y="4075166"/>
        <a:ext cx="1341437" cy="1341437"/>
      </dsp:txXfrm>
    </dsp:sp>
    <dsp:sp modelId="{CAEC4C3B-3150-EA46-B833-BE8780DD3CED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8210155"/>
            <a:gd name="adj4" fmla="val 6449719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2FC895-92CA-4546-9480-0873C5D0C8D9}">
      <dsp:nvSpPr>
        <dsp:cNvPr id="0" name=""/>
        <dsp:cNvSpPr/>
      </dsp:nvSpPr>
      <dsp:spPr>
        <a:xfrm>
          <a:off x="1271416" y="2533541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accent2"/>
              </a:solidFill>
            </a:rPr>
            <a:t>Deploy</a:t>
          </a:r>
        </a:p>
      </dsp:txBody>
      <dsp:txXfrm>
        <a:off x="1271416" y="2533541"/>
        <a:ext cx="1341437" cy="1341437"/>
      </dsp:txXfrm>
    </dsp:sp>
    <dsp:sp modelId="{42D5A68A-E75B-654A-9744-B9AA397A4C59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12297380"/>
            <a:gd name="adj4" fmla="val 10771160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10C666-CC2D-DC4A-88BD-15923D448A22}">
      <dsp:nvSpPr>
        <dsp:cNvPr id="0" name=""/>
        <dsp:cNvSpPr/>
      </dsp:nvSpPr>
      <dsp:spPr>
        <a:xfrm>
          <a:off x="2081896" y="39140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tx1"/>
              </a:solidFill>
            </a:rPr>
            <a:t>Introspect</a:t>
          </a:r>
        </a:p>
      </dsp:txBody>
      <dsp:txXfrm>
        <a:off x="2081896" y="39140"/>
        <a:ext cx="1341437" cy="1341437"/>
      </dsp:txXfrm>
    </dsp:sp>
    <dsp:sp modelId="{51E43E35-6508-E040-8D85-E4AAA1C04D90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16865256"/>
            <a:gd name="adj4" fmla="val 15198729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C5B912-BCB7-4C01-9011-DA240DDC14FF}">
      <dsp:nvSpPr>
        <dsp:cNvPr id="0" name=""/>
        <dsp:cNvSpPr/>
      </dsp:nvSpPr>
      <dsp:spPr>
        <a:xfrm>
          <a:off x="1747800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29D602-5744-49C2-813A-A814630CD369}">
      <dsp:nvSpPr>
        <dsp:cNvPr id="0" name=""/>
        <dsp:cNvSpPr/>
      </dsp:nvSpPr>
      <dsp:spPr>
        <a:xfrm>
          <a:off x="559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Fast path: narrow, common case</a:t>
          </a:r>
        </a:p>
      </dsp:txBody>
      <dsp:txXfrm>
        <a:off x="559800" y="3022743"/>
        <a:ext cx="4320000" cy="720000"/>
      </dsp:txXfrm>
    </dsp:sp>
    <dsp:sp modelId="{80D6A445-96AF-4160-958F-19BF9B062E72}">
      <dsp:nvSpPr>
        <dsp:cNvPr id="0" name=""/>
        <dsp:cNvSpPr/>
      </dsp:nvSpPr>
      <dsp:spPr>
        <a:xfrm>
          <a:off x="6823800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21F990-0643-45EE-851C-BBD603D38A41}">
      <dsp:nvSpPr>
        <dsp:cNvPr id="0" name=""/>
        <dsp:cNvSpPr/>
      </dsp:nvSpPr>
      <dsp:spPr>
        <a:xfrm>
          <a:off x="5635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Slow path: wide, exceptional case</a:t>
          </a:r>
        </a:p>
      </dsp:txBody>
      <dsp:txXfrm>
        <a:off x="5635800" y="3022743"/>
        <a:ext cx="432000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474AD5-2C87-5C4D-8C6D-4C2004F9B773}">
      <dsp:nvSpPr>
        <dsp:cNvPr id="0" name=""/>
        <dsp:cNvSpPr/>
      </dsp:nvSpPr>
      <dsp:spPr>
        <a:xfrm>
          <a:off x="0" y="584579"/>
          <a:ext cx="7652657" cy="24664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3931" tIns="562356" rIns="593931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Parsing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Rewriting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Forwarding information base (FIB) lookup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Forwarding</a:t>
          </a:r>
        </a:p>
      </dsp:txBody>
      <dsp:txXfrm>
        <a:off x="0" y="584579"/>
        <a:ext cx="7652657" cy="2466449"/>
      </dsp:txXfrm>
    </dsp:sp>
    <dsp:sp modelId="{F14B836B-82F7-7341-87F2-84424F0A1593}">
      <dsp:nvSpPr>
        <dsp:cNvPr id="0" name=""/>
        <dsp:cNvSpPr/>
      </dsp:nvSpPr>
      <dsp:spPr>
        <a:xfrm>
          <a:off x="382632" y="186059"/>
          <a:ext cx="5356859" cy="79703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477" tIns="0" rIns="202477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Fast Path</a:t>
          </a:r>
        </a:p>
      </dsp:txBody>
      <dsp:txXfrm>
        <a:off x="421540" y="224967"/>
        <a:ext cx="5279043" cy="719223"/>
      </dsp:txXfrm>
    </dsp:sp>
    <dsp:sp modelId="{D28A7102-92E0-A141-A415-FAAE6B58B2C4}">
      <dsp:nvSpPr>
        <dsp:cNvPr id="0" name=""/>
        <dsp:cNvSpPr/>
      </dsp:nvSpPr>
      <dsp:spPr>
        <a:xfrm>
          <a:off x="0" y="3595349"/>
          <a:ext cx="7652657" cy="157342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3931" tIns="562356" rIns="593931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ARP handling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IP (de)fragmentation </a:t>
          </a:r>
        </a:p>
      </dsp:txBody>
      <dsp:txXfrm>
        <a:off x="0" y="3595349"/>
        <a:ext cx="7652657" cy="1573424"/>
      </dsp:txXfrm>
    </dsp:sp>
    <dsp:sp modelId="{3F3D02A0-EC0F-6E4F-B9DB-15633DC32D11}">
      <dsp:nvSpPr>
        <dsp:cNvPr id="0" name=""/>
        <dsp:cNvSpPr/>
      </dsp:nvSpPr>
      <dsp:spPr>
        <a:xfrm>
          <a:off x="382632" y="3196828"/>
          <a:ext cx="5356859" cy="79703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477" tIns="0" rIns="202477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Slow Path</a:t>
          </a:r>
        </a:p>
      </dsp:txBody>
      <dsp:txXfrm>
        <a:off x="421540" y="3235736"/>
        <a:ext cx="5279043" cy="71922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55B15B-A4C9-4E82-9DE3-339F4ED541C9}">
      <dsp:nvSpPr>
        <dsp:cNvPr id="0" name=""/>
        <dsp:cNvSpPr/>
      </dsp:nvSpPr>
      <dsp:spPr>
        <a:xfrm>
          <a:off x="1963800" y="395896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055096-EBBD-4E24-A6AF-ADB98B383167}">
      <dsp:nvSpPr>
        <dsp:cNvPr id="0" name=""/>
        <dsp:cNvSpPr/>
      </dsp:nvSpPr>
      <dsp:spPr>
        <a:xfrm>
          <a:off x="559800" y="203407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Enable fast packet processing</a:t>
          </a:r>
        </a:p>
      </dsp:txBody>
      <dsp:txXfrm>
        <a:off x="559800" y="2034071"/>
        <a:ext cx="4320000" cy="648000"/>
      </dsp:txXfrm>
    </dsp:sp>
    <dsp:sp modelId="{D52EA6BD-C399-4F92-AEE1-CA6EEE774105}">
      <dsp:nvSpPr>
        <dsp:cNvPr id="0" name=""/>
        <dsp:cNvSpPr/>
      </dsp:nvSpPr>
      <dsp:spPr>
        <a:xfrm>
          <a:off x="559800" y="2740757"/>
          <a:ext cx="4320000" cy="5894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Virtual Network Functions: Virtual Router 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Virtual Network Functions: Virtual Gateway</a:t>
          </a:r>
        </a:p>
      </dsp:txBody>
      <dsp:txXfrm>
        <a:off x="559800" y="2740757"/>
        <a:ext cx="4320000" cy="589434"/>
      </dsp:txXfrm>
    </dsp:sp>
    <dsp:sp modelId="{210CA72E-4660-4075-82E8-3EE9F02DA863}">
      <dsp:nvSpPr>
        <dsp:cNvPr id="0" name=""/>
        <dsp:cNvSpPr/>
      </dsp:nvSpPr>
      <dsp:spPr>
        <a:xfrm>
          <a:off x="7039800" y="395896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368F1C-CC4B-4748-AD9C-306ECA923625}">
      <dsp:nvSpPr>
        <dsp:cNvPr id="0" name=""/>
        <dsp:cNvSpPr/>
      </dsp:nvSpPr>
      <dsp:spPr>
        <a:xfrm>
          <a:off x="5635800" y="203407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Maintain compatibility with the Linux networking API</a:t>
          </a:r>
        </a:p>
      </dsp:txBody>
      <dsp:txXfrm>
        <a:off x="5635800" y="2034071"/>
        <a:ext cx="4320000" cy="648000"/>
      </dsp:txXfrm>
    </dsp:sp>
    <dsp:sp modelId="{FCC1E78D-3F26-4FC3-BCA0-17EF3308396F}">
      <dsp:nvSpPr>
        <dsp:cNvPr id="0" name=""/>
        <dsp:cNvSpPr/>
      </dsp:nvSpPr>
      <dsp:spPr>
        <a:xfrm>
          <a:off x="5635800" y="2740757"/>
          <a:ext cx="4320000" cy="5894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Pod-to-Pod Networking with Kubernetes and Flannel</a:t>
          </a:r>
        </a:p>
      </dsp:txBody>
      <dsp:txXfrm>
        <a:off x="5635800" y="2740757"/>
        <a:ext cx="4320000" cy="58943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55B15B-A4C9-4E82-9DE3-339F4ED541C9}">
      <dsp:nvSpPr>
        <dsp:cNvPr id="0" name=""/>
        <dsp:cNvSpPr/>
      </dsp:nvSpPr>
      <dsp:spPr>
        <a:xfrm>
          <a:off x="1963800" y="395896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055096-EBBD-4E24-A6AF-ADB98B383167}">
      <dsp:nvSpPr>
        <dsp:cNvPr id="0" name=""/>
        <dsp:cNvSpPr/>
      </dsp:nvSpPr>
      <dsp:spPr>
        <a:xfrm>
          <a:off x="559800" y="203407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Enable fast packet processing</a:t>
          </a:r>
        </a:p>
      </dsp:txBody>
      <dsp:txXfrm>
        <a:off x="559800" y="2034071"/>
        <a:ext cx="4320000" cy="648000"/>
      </dsp:txXfrm>
    </dsp:sp>
    <dsp:sp modelId="{D52EA6BD-C399-4F92-AEE1-CA6EEE774105}">
      <dsp:nvSpPr>
        <dsp:cNvPr id="0" name=""/>
        <dsp:cNvSpPr/>
      </dsp:nvSpPr>
      <dsp:spPr>
        <a:xfrm>
          <a:off x="559800" y="2740757"/>
          <a:ext cx="4320000" cy="5894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accent2"/>
              </a:solidFill>
            </a:rPr>
            <a:t>Virtual Network Function: Router</a:t>
          </a:r>
        </a:p>
      </dsp:txBody>
      <dsp:txXfrm>
        <a:off x="559800" y="2740757"/>
        <a:ext cx="4320000" cy="589434"/>
      </dsp:txXfrm>
    </dsp:sp>
    <dsp:sp modelId="{210CA72E-4660-4075-82E8-3EE9F02DA863}">
      <dsp:nvSpPr>
        <dsp:cNvPr id="0" name=""/>
        <dsp:cNvSpPr/>
      </dsp:nvSpPr>
      <dsp:spPr>
        <a:xfrm>
          <a:off x="7039800" y="395896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368F1C-CC4B-4748-AD9C-306ECA923625}">
      <dsp:nvSpPr>
        <dsp:cNvPr id="0" name=""/>
        <dsp:cNvSpPr/>
      </dsp:nvSpPr>
      <dsp:spPr>
        <a:xfrm>
          <a:off x="5635800" y="203407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Maintain compatibility with the Linux networking API</a:t>
          </a:r>
        </a:p>
      </dsp:txBody>
      <dsp:txXfrm>
        <a:off x="5635800" y="2034071"/>
        <a:ext cx="4320000" cy="648000"/>
      </dsp:txXfrm>
    </dsp:sp>
    <dsp:sp modelId="{FCC1E78D-3F26-4FC3-BCA0-17EF3308396F}">
      <dsp:nvSpPr>
        <dsp:cNvPr id="0" name=""/>
        <dsp:cNvSpPr/>
      </dsp:nvSpPr>
      <dsp:spPr>
        <a:xfrm>
          <a:off x="5635800" y="2740757"/>
          <a:ext cx="4320000" cy="5894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Pod-to-Pod Networking with Kubernetes and Flannel</a:t>
          </a:r>
        </a:p>
      </dsp:txBody>
      <dsp:txXfrm>
        <a:off x="5635800" y="2740757"/>
        <a:ext cx="4320000" cy="58943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55B15B-A4C9-4E82-9DE3-339F4ED541C9}">
      <dsp:nvSpPr>
        <dsp:cNvPr id="0" name=""/>
        <dsp:cNvSpPr/>
      </dsp:nvSpPr>
      <dsp:spPr>
        <a:xfrm>
          <a:off x="1963800" y="395896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055096-EBBD-4E24-A6AF-ADB98B383167}">
      <dsp:nvSpPr>
        <dsp:cNvPr id="0" name=""/>
        <dsp:cNvSpPr/>
      </dsp:nvSpPr>
      <dsp:spPr>
        <a:xfrm>
          <a:off x="559800" y="203407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Enable fast packet processing</a:t>
          </a:r>
        </a:p>
      </dsp:txBody>
      <dsp:txXfrm>
        <a:off x="559800" y="2034071"/>
        <a:ext cx="4320000" cy="648000"/>
      </dsp:txXfrm>
    </dsp:sp>
    <dsp:sp modelId="{D52EA6BD-C399-4F92-AEE1-CA6EEE774105}">
      <dsp:nvSpPr>
        <dsp:cNvPr id="0" name=""/>
        <dsp:cNvSpPr/>
      </dsp:nvSpPr>
      <dsp:spPr>
        <a:xfrm>
          <a:off x="559800" y="2740757"/>
          <a:ext cx="4320000" cy="5894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accent2"/>
              </a:solidFill>
            </a:rPr>
            <a:t>Virtual Network Functions: Router</a:t>
          </a:r>
        </a:p>
      </dsp:txBody>
      <dsp:txXfrm>
        <a:off x="559800" y="2740757"/>
        <a:ext cx="4320000" cy="589434"/>
      </dsp:txXfrm>
    </dsp:sp>
    <dsp:sp modelId="{210CA72E-4660-4075-82E8-3EE9F02DA863}">
      <dsp:nvSpPr>
        <dsp:cNvPr id="0" name=""/>
        <dsp:cNvSpPr/>
      </dsp:nvSpPr>
      <dsp:spPr>
        <a:xfrm>
          <a:off x="7039800" y="395896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368F1C-CC4B-4748-AD9C-306ECA923625}">
      <dsp:nvSpPr>
        <dsp:cNvPr id="0" name=""/>
        <dsp:cNvSpPr/>
      </dsp:nvSpPr>
      <dsp:spPr>
        <a:xfrm>
          <a:off x="5635800" y="203407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Maintain compatibility with the Linux networking API</a:t>
          </a:r>
        </a:p>
      </dsp:txBody>
      <dsp:txXfrm>
        <a:off x="5635800" y="2034071"/>
        <a:ext cx="4320000" cy="648000"/>
      </dsp:txXfrm>
    </dsp:sp>
    <dsp:sp modelId="{FCC1E78D-3F26-4FC3-BCA0-17EF3308396F}">
      <dsp:nvSpPr>
        <dsp:cNvPr id="0" name=""/>
        <dsp:cNvSpPr/>
      </dsp:nvSpPr>
      <dsp:spPr>
        <a:xfrm>
          <a:off x="5635800" y="2740757"/>
          <a:ext cx="4320000" cy="5894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Pod-to-Pod Networking with Kubernetes and Flannel</a:t>
          </a:r>
        </a:p>
      </dsp:txBody>
      <dsp:txXfrm>
        <a:off x="5635800" y="2740757"/>
        <a:ext cx="4320000" cy="58943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55B15B-A4C9-4E82-9DE3-339F4ED541C9}">
      <dsp:nvSpPr>
        <dsp:cNvPr id="0" name=""/>
        <dsp:cNvSpPr/>
      </dsp:nvSpPr>
      <dsp:spPr>
        <a:xfrm>
          <a:off x="1963800" y="395896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055096-EBBD-4E24-A6AF-ADB98B383167}">
      <dsp:nvSpPr>
        <dsp:cNvPr id="0" name=""/>
        <dsp:cNvSpPr/>
      </dsp:nvSpPr>
      <dsp:spPr>
        <a:xfrm>
          <a:off x="559800" y="203407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Enable fast packet processing</a:t>
          </a:r>
        </a:p>
      </dsp:txBody>
      <dsp:txXfrm>
        <a:off x="559800" y="2034071"/>
        <a:ext cx="4320000" cy="648000"/>
      </dsp:txXfrm>
    </dsp:sp>
    <dsp:sp modelId="{D52EA6BD-C399-4F92-AEE1-CA6EEE774105}">
      <dsp:nvSpPr>
        <dsp:cNvPr id="0" name=""/>
        <dsp:cNvSpPr/>
      </dsp:nvSpPr>
      <dsp:spPr>
        <a:xfrm>
          <a:off x="559800" y="2740757"/>
          <a:ext cx="4320000" cy="5894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accent2"/>
              </a:solidFill>
            </a:rPr>
            <a:t>Virtual Network Functions: Router and Gateway</a:t>
          </a:r>
        </a:p>
      </dsp:txBody>
      <dsp:txXfrm>
        <a:off x="559800" y="2740757"/>
        <a:ext cx="4320000" cy="589434"/>
      </dsp:txXfrm>
    </dsp:sp>
    <dsp:sp modelId="{210CA72E-4660-4075-82E8-3EE9F02DA863}">
      <dsp:nvSpPr>
        <dsp:cNvPr id="0" name=""/>
        <dsp:cNvSpPr/>
      </dsp:nvSpPr>
      <dsp:spPr>
        <a:xfrm>
          <a:off x="7039800" y="395896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368F1C-CC4B-4748-AD9C-306ECA923625}">
      <dsp:nvSpPr>
        <dsp:cNvPr id="0" name=""/>
        <dsp:cNvSpPr/>
      </dsp:nvSpPr>
      <dsp:spPr>
        <a:xfrm>
          <a:off x="5635800" y="203407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Maintain compatibility with the Linux networking API</a:t>
          </a:r>
        </a:p>
      </dsp:txBody>
      <dsp:txXfrm>
        <a:off x="5635800" y="2034071"/>
        <a:ext cx="4320000" cy="648000"/>
      </dsp:txXfrm>
    </dsp:sp>
    <dsp:sp modelId="{FCC1E78D-3F26-4FC3-BCA0-17EF3308396F}">
      <dsp:nvSpPr>
        <dsp:cNvPr id="0" name=""/>
        <dsp:cNvSpPr/>
      </dsp:nvSpPr>
      <dsp:spPr>
        <a:xfrm>
          <a:off x="5635800" y="2740757"/>
          <a:ext cx="4320000" cy="5894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accent2"/>
              </a:solidFill>
            </a:rPr>
            <a:t>Pod-to-Pod Networking with Kubernetes and Flannel</a:t>
          </a:r>
        </a:p>
      </dsp:txBody>
      <dsp:txXfrm>
        <a:off x="5635800" y="2740757"/>
        <a:ext cx="4320000" cy="5894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exagonCluster">
  <dgm:title val=""/>
  <dgm:desc val=""/>
  <dgm:catLst>
    <dgm:cat type="picture" pri="21000"/>
    <dgm:cat type="relationship" pri="3200"/>
    <dgm:cat type="pictureconvert" pri="21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21"/>
      <dgm:chPref val="21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3871"/>
        </dgm:alg>
        <dgm:constrLst>
          <dgm:constr type="primFontSz" for="des" ptType="node" op="equ" val="65"/>
          <dgm:constr type="l" for="ch" forName="text1" refType="w" fact="0.4525"/>
          <dgm:constr type="t" for="ch" forName="text1" refType="h" fact="0.346"/>
          <dgm:constr type="w" for="ch" forName="text1" refType="w" fact="0.5475"/>
          <dgm:constr type="h" for="ch" forName="text1" refType="h" fact="0.654"/>
          <dgm:constr type="l" for="ch" forName="textaccent1" refType="w" fact="0.4652"/>
          <dgm:constr type="t" for="ch" forName="textaccent1" refType="h" fact="0.6348"/>
          <dgm:constr type="w" for="ch" forName="textaccent1" refType="w" fact="0.0639"/>
          <dgm:constr type="h" for="ch" forName="textaccent1" refType="h" fact="0.0765"/>
          <dgm:constr type="l" for="ch" forName="image1" refType="w" fact="0"/>
          <dgm:constr type="t" for="ch" forName="image1" refType="h" fact="0"/>
          <dgm:constr type="w" for="ch" forName="image1" refType="w" fact="0.5468"/>
          <dgm:constr type="h" for="ch" forName="image1" refType="h" fact="0.6538"/>
          <dgm:constr type="l" for="ch" forName="imageaccent1" refType="w" fact="0.3702"/>
          <dgm:constr type="t" for="ch" forName="imageaccent1" refType="h" fact="0.5633"/>
          <dgm:constr type="w" for="ch" forName="imageaccent1" refType="w" fact="0.0639"/>
          <dgm:constr type="h" for="ch" forName="imageaccent1" refType="h" fact="0.0765"/>
        </dgm:constrLst>
      </dgm:if>
      <dgm:if name="Name3" axis="ch" ptType="node" func="cnt" op="equ" val="2">
        <dgm:alg type="composite">
          <dgm:param type="ar" val="2.6443"/>
        </dgm:alg>
        <dgm:constrLst>
          <dgm:constr type="primFontSz" for="des" ptType="node" op="equ" val="65"/>
          <dgm:constr type="l" for="ch" forName="text1" refType="w" fact="0.2383"/>
          <dgm:constr type="t" for="ch" forName="text1" refType="h" fact="0.3501"/>
          <dgm:constr type="w" for="ch" forName="text1" refType="w" fact="0.285"/>
          <dgm:constr type="h" for="ch" forName="text1" refType="h" fact="0.6499"/>
          <dgm:constr type="l" for="ch" forName="textaccent1" refType="w" fact="0.2472"/>
          <dgm:constr type="t" for="ch" forName="textaccent1" refType="h" fact="0.6371"/>
          <dgm:constr type="w" for="ch" forName="textaccent1" refType="w" fact="0.0333"/>
          <dgm:constr type="h" for="ch" forName="textaccent1" refType="h" fact="0.076"/>
          <dgm:constr type="l" for="ch" forName="image1" refType="w" fact="0"/>
          <dgm:constr type="t" for="ch" forName="image1" refType="h" fact="0"/>
          <dgm:constr type="w" for="ch" forName="image1" refType="w" fact="0.285"/>
          <dgm:constr type="h" for="ch" forName="image1" refType="h" fact="0.6499"/>
          <dgm:constr type="l" for="ch" forName="imageaccent1" refType="w" fact="0.1942"/>
          <dgm:constr type="t" for="ch" forName="imageaccent1" refType="h" fact="0.5602"/>
          <dgm:constr type="w" for="ch" forName="imageaccent1" refType="w" fact="0.0333"/>
          <dgm:constr type="h" for="ch" forName="imageaccent1" refType="h" fact="0.076"/>
          <dgm:constr type="l" for="ch" forName="text2" refType="w" fact="0.4767"/>
          <dgm:constr type="t" for="ch" forName="text2" refType="h" fact="0"/>
          <dgm:constr type="w" for="ch" forName="text2" refType="w" fact="0.285"/>
          <dgm:constr type="h" for="ch" forName="text2" refType="h" fact="0.6499"/>
          <dgm:constr type="l" for="ch" forName="textaccent2" refType="w" fact="0.6709"/>
          <dgm:constr type="t" for="ch" forName="textaccent2" refType="h" fact="0.5602"/>
          <dgm:constr type="w" for="ch" forName="textaccent2" refType="w" fact="0.0333"/>
          <dgm:constr type="h" for="ch" forName="textaccent2" refType="h" fact="0.076"/>
          <dgm:constr type="l" for="ch" forName="image2" refType="w" fact="0.715"/>
          <dgm:constr type="t" for="ch" forName="image2" refType="h" fact="0.3501"/>
          <dgm:constr type="w" for="ch" forName="image2" refType="w" fact="0.285"/>
          <dgm:constr type="h" for="ch" forName="image2" refType="h" fact="0.6499"/>
          <dgm:constr type="l" for="ch" forName="imageaccent2" refType="w" fact="0.7239"/>
          <dgm:constr type="t" for="ch" forName="imageaccent2" refType="h" fact="0.6371"/>
          <dgm:constr type="w" for="ch" forName="imageaccent2" refType="w" fact="0.0333"/>
          <dgm:constr type="h" for="ch" forName="imageaccent2" refType="h" fact="0.076"/>
        </dgm:constrLst>
      </dgm:if>
      <dgm:if name="Name4" axis="ch" ptType="node" func="cnt" op="equ" val="3">
        <dgm:alg type="composite">
          <dgm:param type="ar" val="1.5623"/>
        </dgm:alg>
        <dgm:constrLst>
          <dgm:constr type="primFontSz" for="des" ptType="node" op="equ" val="65"/>
          <dgm:constr type="l" for="ch" forName="text1" refType="w" fact="0.2402"/>
          <dgm:constr type="t" for="ch" forName="text1" refType="h" fact="0.6215"/>
          <dgm:constr type="w" for="ch" forName="text1" refType="w" fact="0.281"/>
          <dgm:constr type="h" for="ch" forName="text1" refType="h" fact="0.3785"/>
          <dgm:constr type="l" for="ch" forName="textaccent1" refType="w" fact="0.2475"/>
          <dgm:constr type="t" for="ch" forName="textaccent1" refType="h" fact="0.7886"/>
          <dgm:constr type="w" for="ch" forName="textaccent1" refType="w" fact="0.0329"/>
          <dgm:constr type="h" for="ch" forName="textaccent1" refType="h" fact="0.0443"/>
          <dgm:constr type="l" for="ch" forName="image1" refType="w" fact="0"/>
          <dgm:constr type="t" for="ch" forName="image1" refType="h" fact="0.4182"/>
          <dgm:constr type="w" for="ch" forName="image1" refType="w" fact="0.281"/>
          <dgm:constr type="h" for="ch" forName="image1" refType="h" fact="0.3785"/>
          <dgm:constr type="l" for="ch" forName="imageaccent1" refType="w" fact="0.1913"/>
          <dgm:constr type="t" for="ch" forName="imageaccent1" refType="h" fact="0.7467"/>
          <dgm:constr type="w" for="ch" forName="imageaccent1" refType="w" fact="0.0329"/>
          <dgm:constr type="h" for="ch" forName="imageaccent1" refType="h" fact="0.0443"/>
          <dgm:constr type="l" for="ch" forName="text2" refType="w" fact="0.4796"/>
          <dgm:constr type="t" for="ch" forName="text2" refType="h" fact="0.4137"/>
          <dgm:constr type="w" for="ch" forName="text2" refType="w" fact="0.281"/>
          <dgm:constr type="h" for="ch" forName="text2" refType="h" fact="0.3785"/>
          <dgm:constr type="l" for="ch" forName="textaccent2" refType="w" fact="0.6717"/>
          <dgm:constr type="t" for="ch" forName="textaccent2" refType="h" fact="0.7418"/>
          <dgm:constr type="w" for="ch" forName="textaccent2" refType="w" fact="0.0329"/>
          <dgm:constr type="h" for="ch" forName="textaccent2" refType="h" fact="0.0443"/>
          <dgm:constr type="l" for="ch" forName="image2" refType="w" fact="0.719"/>
          <dgm:constr type="t" for="ch" forName="image2" refType="h" fact="0.6215"/>
          <dgm:constr type="w" for="ch" forName="image2" refType="w" fact="0.281"/>
          <dgm:constr type="h" for="ch" forName="image2" refType="h" fact="0.3785"/>
          <dgm:constr type="l" for="ch" forName="imageaccent2" refType="w" fact="0.7263"/>
          <dgm:constr type="t" for="ch" forName="imageaccent2" refType="h" fact="0.7886"/>
          <dgm:constr type="w" for="ch" forName="imageaccent2" refType="w" fact="0.0329"/>
          <dgm:constr type="h" for="ch" forName="imageaccent2" refType="h" fact="0.0443"/>
          <dgm:constr type="l" for="ch" forName="text3" refType="w" fact="0.2402"/>
          <dgm:constr type="t" for="ch" forName="text3" refType="h" fact="0.2068"/>
          <dgm:constr type="w" for="ch" forName="text3" refType="w" fact="0.281"/>
          <dgm:constr type="h" for="ch" forName="text3" refType="h" fact="0.3785"/>
          <dgm:constr type="l" for="ch" forName="textaccent3" refType="w" fact="0.4307"/>
          <dgm:constr type="t" for="ch" forName="textaccent3" refType="h" fact="0.215"/>
          <dgm:constr type="w" for="ch" forName="textaccent3" refType="w" fact="0.0329"/>
          <dgm:constr type="h" for="ch" forName="textaccent3" refType="h" fact="0.0443"/>
          <dgm:constr type="l" for="ch" forName="image3" refType="w" fact="0.4796"/>
          <dgm:constr type="t" for="ch" forName="image3" refType="h" fact="0"/>
          <dgm:constr type="w" for="ch" forName="image3" refType="w" fact="0.281"/>
          <dgm:constr type="h" for="ch" forName="image3" refType="h" fact="0.3785"/>
          <dgm:constr type="l" for="ch" forName="imageaccent3" refType="w" fact="0.4879"/>
          <dgm:constr type="t" for="ch" forName="imageaccent3" refType="h" fact="0.1662"/>
          <dgm:constr type="w" for="ch" forName="imageaccent3" refType="w" fact="0.0329"/>
          <dgm:constr type="h" for="ch" forName="imageaccent3" refType="h" fact="0.0443"/>
        </dgm:constrLst>
      </dgm:if>
      <dgm:if name="Name5" axis="ch" ptType="node" func="cnt" op="equ" val="4">
        <dgm:alg type="composite">
          <dgm:param type="ar" val="1.943"/>
        </dgm:alg>
        <dgm:constrLst>
          <dgm:constr type="primFontSz" for="des" ptType="node" op="equ" val="65"/>
          <dgm:constr type="l" for="ch" forName="image2" refType="w" fact="0.5787"/>
          <dgm:constr type="t" for="ch" forName="image2" refType="h" fact="0.6208"/>
          <dgm:constr type="w" for="ch" forName="image2" refType="w" fact="0.227"/>
          <dgm:constr type="h" for="ch" forName="image2" refType="h" fact="0.3786"/>
          <dgm:constr type="l" for="ch" forName="text4" refType="w" fact="0.5787"/>
          <dgm:constr type="t" for="ch" forName="text4" refType="h" fact="0.2081"/>
          <dgm:constr type="w" for="ch" forName="text4" refType="w" fact="0.227"/>
          <dgm:constr type="h" for="ch" forName="text4" refType="h" fact="0.3786"/>
          <dgm:constr type="l" for="ch" forName="text2" refType="w" fact="0.3852"/>
          <dgm:constr type="t" for="ch" forName="text2" refType="h" fact="0.4127"/>
          <dgm:constr type="w" for="ch" forName="text2" refType="w" fact="0.227"/>
          <dgm:constr type="h" for="ch" forName="text2" refType="h" fact="0.3786"/>
          <dgm:constr type="l" for="ch" forName="image3" refType="w" fact="0.3852"/>
          <dgm:constr type="t" for="ch" forName="image3" refType="h" fact="0"/>
          <dgm:constr type="w" for="ch" forName="image3" refType="w" fact="0.227"/>
          <dgm:constr type="h" for="ch" forName="image3" refType="h" fact="0.3786"/>
          <dgm:constr type="l" for="ch" forName="text1" refType="w" fact="0.1927"/>
          <dgm:constr type="t" for="ch" forName="text1" refType="h" fact="0.6214"/>
          <dgm:constr type="w" for="ch" forName="text1" refType="w" fact="0.227"/>
          <dgm:constr type="h" for="ch" forName="text1" refType="h" fact="0.3786"/>
          <dgm:constr type="l" for="ch" forName="textaccent1" refType="w" fact="0.1998"/>
          <dgm:constr type="t" for="ch" forName="textaccent1" refType="h" fact="0.7887"/>
          <dgm:constr type="w" for="ch" forName="textaccent1" refType="w" fact="0.0265"/>
          <dgm:constr type="h" for="ch" forName="textaccent1" refType="h" fact="0.0444"/>
          <dgm:constr type="l" for="ch" forName="image1" refType="w" fact="0"/>
          <dgm:constr type="t" for="ch" forName="image1" refType="h" fact="0.4156"/>
          <dgm:constr type="w" for="ch" forName="image1" refType="w" fact="0.227"/>
          <dgm:constr type="h" for="ch" forName="image1" refType="h" fact="0.3786"/>
          <dgm:constr type="l" for="ch" forName="imageaccent1" refType="w" fact="0.1537"/>
          <dgm:constr type="t" for="ch" forName="imageaccent1" refType="h" fact="0.7417"/>
          <dgm:constr type="w" for="ch" forName="imageaccent1" refType="w" fact="0.0265"/>
          <dgm:constr type="h" for="ch" forName="imageaccent1" refType="h" fact="0.0444"/>
          <dgm:constr type="l" for="ch" forName="textaccent2" refType="w" fact="0.5407"/>
          <dgm:constr type="t" for="ch" forName="textaccent2" refType="h" fact="0.7384"/>
          <dgm:constr type="w" for="ch" forName="textaccent2" refType="w" fact="0.0265"/>
          <dgm:constr type="h" for="ch" forName="textaccent2" refType="h" fact="0.0444"/>
          <dgm:constr type="l" for="ch" forName="imageaccent2" refType="w" fact="0.5839"/>
          <dgm:constr type="t" for="ch" forName="imageaccent2" refType="h" fact="0.7904"/>
          <dgm:constr type="w" for="ch" forName="imageaccent2" refType="w" fact="0.0265"/>
          <dgm:constr type="h" for="ch" forName="imageaccent2" refType="h" fact="0.0444"/>
          <dgm:constr type="l" for="ch" forName="text3" refType="w" fact="0.1927"/>
          <dgm:constr type="t" for="ch" forName="text3" refType="h" fact="0.2087"/>
          <dgm:constr type="w" for="ch" forName="text3" refType="w" fact="0.227"/>
          <dgm:constr type="h" for="ch" forName="text3" refType="h" fact="0.3786"/>
          <dgm:constr type="l" for="ch" forName="textaccent3" refType="w" fact="0.3472"/>
          <dgm:constr type="t" for="ch" forName="textaccent3" refType="h" fact="0.2165"/>
          <dgm:constr type="w" for="ch" forName="textaccent3" refType="w" fact="0.0265"/>
          <dgm:constr type="h" for="ch" forName="textaccent3" refType="h" fact="0.0444"/>
          <dgm:constr type="l" for="ch" forName="imageaccent3" refType="w" fact="0.3904"/>
          <dgm:constr type="t" for="ch" forName="imageaccent3" refType="h" fact="0.1678"/>
          <dgm:constr type="w" for="ch" forName="imageaccent3" refType="w" fact="0.0265"/>
          <dgm:constr type="h" for="ch" forName="imageaccent3" refType="h" fact="0.0444"/>
          <dgm:constr type="l" for="ch" forName="textaccent4" refType="w" fact="0.7739"/>
          <dgm:constr type="t" for="ch" forName="textaccent4" refType="h" fact="0.3752"/>
          <dgm:constr type="w" for="ch" forName="textaccent4" refType="w" fact="0.0265"/>
          <dgm:constr type="h" for="ch" forName="textaccent4" refType="h" fact="0.0444"/>
          <dgm:constr type="l" for="ch" forName="image4" refType="w" fact="0.773"/>
          <dgm:constr type="t" for="ch" forName="image4" refType="h" fact="0.4162"/>
          <dgm:constr type="w" for="ch" forName="image4" refType="w" fact="0.227"/>
          <dgm:constr type="h" for="ch" forName="image4" refType="h" fact="0.3786"/>
          <dgm:constr type="l" for="ch" forName="imageaccent4" refType="w" fact="0.8188"/>
          <dgm:constr type="t" for="ch" forName="imageaccent4" refType="h" fact="0.4229"/>
          <dgm:constr type="w" for="ch" forName="imageaccent4" refType="w" fact="0.0265"/>
          <dgm:constr type="h" for="ch" forName="imageaccent4" refType="h" fact="0.0444"/>
        </dgm:constrLst>
      </dgm:if>
      <dgm:if name="Name6" axis="ch" ptType="node" func="cnt" op="equ" val="5">
        <dgm:alg type="composite">
          <dgm:param type="ar" val="2.3203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4193"/>
          <dgm:constr type="w" for="ch" forName="image4" refType="w" fact="0.1886"/>
          <dgm:constr type="h" for="ch" forName="image4" refType="h" fact="0.3757"/>
          <dgm:constr type="l" for="ch" forName="text5" refType="w" fact="0.6491"/>
          <dgm:constr type="t" for="ch" forName="text5" refType="h" fact="0.004"/>
          <dgm:constr type="w" for="ch" forName="text5" refType="w" fact="0.1886"/>
          <dgm:constr type="h" for="ch" forName="text5" refType="h" fact="0.3757"/>
          <dgm:constr type="l" for="ch" forName="image5" refType="w" fact="0.8114"/>
          <dgm:constr type="t" for="ch" forName="image5" refType="h" fact="0.2136"/>
          <dgm:constr type="w" for="ch" forName="image5" refType="w" fact="0.1886"/>
          <dgm:constr type="h" for="ch" forName="image5" refType="h" fact="0.3757"/>
          <dgm:constr type="l" for="ch" forName="image2" refType="w" fact="0.4868"/>
          <dgm:constr type="t" for="ch" forName="image2" refType="h" fact="0.6235"/>
          <dgm:constr type="w" for="ch" forName="image2" refType="w" fact="0.1886"/>
          <dgm:constr type="h" for="ch" forName="image2" refType="h" fact="0.3757"/>
          <dgm:constr type="l" for="ch" forName="text4" refType="w" fact="0.4868"/>
          <dgm:constr type="t" for="ch" forName="text4" refType="h" fact="0.2081"/>
          <dgm:constr type="w" for="ch" forName="text4" refType="w" fact="0.1886"/>
          <dgm:constr type="h" for="ch" forName="text4" refType="h" fact="0.3757"/>
          <dgm:constr type="l" for="ch" forName="text2" refType="w" fact="0.3246"/>
          <dgm:constr type="t" for="ch" forName="text2" refType="h" fact="0.4154"/>
          <dgm:constr type="w" for="ch" forName="text2" refType="w" fact="0.1886"/>
          <dgm:constr type="h" for="ch" forName="text2" refType="h" fact="0.3757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757"/>
          <dgm:constr type="l" for="ch" forName="text1" refType="w" fact="0.1623"/>
          <dgm:constr type="t" for="ch" forName="text1" refType="h" fact="0.6243"/>
          <dgm:constr type="w" for="ch" forName="text1" refType="w" fact="0.1886"/>
          <dgm:constr type="h" for="ch" forName="text1" refType="h" fact="0.3757"/>
          <dgm:constr type="l" for="ch" forName="text3" refType="w" fact="0.1623"/>
          <dgm:constr type="t" for="ch" forName="text3" refType="h" fact="0.2089"/>
          <dgm:constr type="w" for="ch" forName="text3" refType="w" fact="0.1886"/>
          <dgm:constr type="h" for="ch" forName="text3" refType="h" fact="0.3757"/>
          <dgm:constr type="l" for="ch" forName="textaccent1" refType="w" fact="0.1668"/>
          <dgm:constr type="t" for="ch" forName="textaccent1" refType="h" fact="0.7923"/>
          <dgm:constr type="w" for="ch" forName="textaccent1" refType="w" fact="0.022"/>
          <dgm:constr type="h" for="ch" forName="textaccent1" refType="h" fact="0.044"/>
          <dgm:constr type="l" for="ch" forName="image1" refType="w" fact="0"/>
          <dgm:constr type="t" for="ch" forName="image1" refType="h" fact="0.4166"/>
          <dgm:constr type="w" for="ch" forName="image1" refType="w" fact="0.1886"/>
          <dgm:constr type="h" for="ch" forName="image1" refType="h" fact="0.3757"/>
          <dgm:constr type="l" for="ch" forName="imageaccent1" refType="w" fact="0.1292"/>
          <dgm:constr type="t" for="ch" forName="imageaccent1" refType="h" fact="0.7424"/>
          <dgm:constr type="w" for="ch" forName="imageaccent1" refType="w" fact="0.022"/>
          <dgm:constr type="h" for="ch" forName="imageaccent1" refType="h" fact="0.044"/>
          <dgm:constr type="l" for="ch" forName="textaccent2" refType="w" fact="0.4544"/>
          <dgm:constr type="t" for="ch" forName="textaccent2" refType="h" fact="0.7404"/>
          <dgm:constr type="w" for="ch" forName="textaccent2" refType="w" fact="0.022"/>
          <dgm:constr type="h" for="ch" forName="textaccent2" refType="h" fact="0.044"/>
          <dgm:constr type="l" for="ch" forName="imageaccent2" refType="w" fact="0.4914"/>
          <dgm:constr type="t" for="ch" forName="imageaccent2" refType="h" fact="0.7907"/>
          <dgm:constr type="w" for="ch" forName="imageaccent2" refType="w" fact="0.022"/>
          <dgm:constr type="h" for="ch" forName="imageaccent2" refType="h" fact="0.044"/>
          <dgm:constr type="l" for="ch" forName="textaccent3" refType="w" fact="0.2915"/>
          <dgm:constr type="t" for="ch" forName="textaccent3" refType="h" fact="0.216"/>
          <dgm:constr type="w" for="ch" forName="textaccent3" refType="w" fact="0.022"/>
          <dgm:constr type="h" for="ch" forName="textaccent3" refType="h" fact="0.044"/>
          <dgm:constr type="l" for="ch" forName="imageaccent3" refType="w" fact="0.3299"/>
          <dgm:constr type="t" for="ch" forName="imageaccent3" refType="h" fact="0.1665"/>
          <dgm:constr type="w" for="ch" forName="imageaccent3" refType="w" fact="0.022"/>
          <dgm:constr type="h" for="ch" forName="imageaccent3" refType="h" fact="0.044"/>
          <dgm:constr type="l" for="ch" forName="textaccent4" refType="w" fact="0.65"/>
          <dgm:constr type="t" for="ch" forName="textaccent4" refType="h" fact="0.3746"/>
          <dgm:constr type="w" for="ch" forName="textaccent4" refType="w" fact="0.022"/>
          <dgm:constr type="h" for="ch" forName="textaccent4" refType="h" fact="0.044"/>
          <dgm:constr type="l" for="ch" forName="imageaccent4" refType="w" fact="0.6859"/>
          <dgm:constr type="t" for="ch" forName="imageaccent4" refType="h" fact="0.4261"/>
          <dgm:constr type="w" for="ch" forName="imageaccent4" refType="w" fact="0.022"/>
          <dgm:constr type="h" for="ch" forName="imageaccent4" refType="h" fact="0.044"/>
          <dgm:constr type="l" for="ch" forName="textaccent5" refType="w" fact="0.8123"/>
          <dgm:constr type="t" for="ch" forName="textaccent5" refType="h" fact="0.1724"/>
          <dgm:constr type="w" for="ch" forName="textaccent5" refType="w" fact="0.022"/>
          <dgm:constr type="h" for="ch" forName="textaccent5" refType="h" fact="0.044"/>
          <dgm:constr type="l" for="ch" forName="imageaccent5" refType="w" fact="0.849"/>
          <dgm:constr type="t" for="ch" forName="imageaccent5" refType="h" fact="0.222"/>
          <dgm:constr type="w" for="ch" forName="imageaccent5" refType="w" fact="0.022"/>
          <dgm:constr type="h" for="ch" forName="imageaccent5" refType="h" fact="0.044"/>
        </dgm:constrLst>
      </dgm:if>
      <dgm:if name="Name7" axis="ch" ptType="node" func="cnt" op="equ" val="6">
        <dgm:alg type="composite">
          <dgm:param type="ar" val="1.9179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3466"/>
          <dgm:constr type="w" for="ch" forName="image4" refType="w" fact="0.1886"/>
          <dgm:constr type="h" for="ch" forName="image4" refType="h" fact="0.3106"/>
          <dgm:constr type="l" for="ch" forName="text5" refType="w" fact="0.6491"/>
          <dgm:constr type="t" for="ch" forName="text5" refType="h" fact="0.0033"/>
          <dgm:constr type="w" for="ch" forName="text5" refType="w" fact="0.1886"/>
          <dgm:constr type="h" for="ch" forName="text5" refType="h" fact="0.3106"/>
          <dgm:constr type="l" for="ch" forName="image5" refType="w" fact="0.8114"/>
          <dgm:constr type="t" for="ch" forName="image5" refType="h" fact="0.1766"/>
          <dgm:constr type="w" for="ch" forName="image5" refType="w" fact="0.1886"/>
          <dgm:constr type="h" for="ch" forName="image5" refType="h" fact="0.3106"/>
          <dgm:constr type="l" for="ch" forName="image2" refType="w" fact="0.4868"/>
          <dgm:constr type="t" for="ch" forName="image2" refType="h" fact="0.5154"/>
          <dgm:constr type="w" for="ch" forName="image2" refType="w" fact="0.1886"/>
          <dgm:constr type="h" for="ch" forName="image2" refType="h" fact="0.3106"/>
          <dgm:constr type="l" for="ch" forName="text4" refType="w" fact="0.4868"/>
          <dgm:constr type="t" for="ch" forName="text4" refType="h" fact="0.172"/>
          <dgm:constr type="w" for="ch" forName="text4" refType="w" fact="0.1886"/>
          <dgm:constr type="h" for="ch" forName="text4" refType="h" fact="0.3106"/>
          <dgm:constr type="l" for="ch" forName="text2" refType="w" fact="0.3246"/>
          <dgm:constr type="t" for="ch" forName="text2" refType="h" fact="0.3434"/>
          <dgm:constr type="w" for="ch" forName="text2" refType="w" fact="0.1886"/>
          <dgm:constr type="h" for="ch" forName="text2" refType="h" fact="0.3106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106"/>
          <dgm:constr type="l" for="ch" forName="text1" refType="w" fact="0.1623"/>
          <dgm:constr type="t" for="ch" forName="text1" refType="h" fact="0.516"/>
          <dgm:constr type="w" for="ch" forName="text1" refType="w" fact="0.1886"/>
          <dgm:constr type="h" for="ch" forName="text1" refType="h" fact="0.3106"/>
          <dgm:constr type="l" for="ch" forName="text3" refType="w" fact="0.1623"/>
          <dgm:constr type="t" for="ch" forName="text3" refType="h" fact="0.1727"/>
          <dgm:constr type="w" for="ch" forName="text3" refType="w" fact="0.1886"/>
          <dgm:constr type="h" for="ch" forName="text3" refType="h" fact="0.3106"/>
          <dgm:constr type="l" for="ch" forName="textaccent1" refType="w" fact="0.1668"/>
          <dgm:constr type="t" for="ch" forName="textaccent1" refType="h" fact="0.6549"/>
          <dgm:constr type="w" for="ch" forName="textaccent1" refType="w" fact="0.022"/>
          <dgm:constr type="h" for="ch" forName="textaccent1" refType="h" fact="0.0364"/>
          <dgm:constr type="l" for="ch" forName="image1" refType="w" fact="0"/>
          <dgm:constr type="t" for="ch" forName="image1" refType="h" fact="0.3443"/>
          <dgm:constr type="w" for="ch" forName="image1" refType="w" fact="0.1886"/>
          <dgm:constr type="h" for="ch" forName="image1" refType="h" fact="0.3106"/>
          <dgm:constr type="l" for="ch" forName="imageaccent1" refType="w" fact="0.1292"/>
          <dgm:constr type="t" for="ch" forName="imageaccent1" refType="h" fact="0.6137"/>
          <dgm:constr type="w" for="ch" forName="imageaccent1" refType="w" fact="0.022"/>
          <dgm:constr type="h" for="ch" forName="imageaccent1" refType="h" fact="0.0364"/>
          <dgm:constr type="l" for="ch" forName="textaccent2" refType="w" fact="0.4544"/>
          <dgm:constr type="t" for="ch" forName="textaccent2" refType="h" fact="0.612"/>
          <dgm:constr type="w" for="ch" forName="textaccent2" refType="w" fact="0.022"/>
          <dgm:constr type="h" for="ch" forName="textaccent2" refType="h" fact="0.0364"/>
          <dgm:constr type="l" for="ch" forName="imageaccent2" refType="w" fact="0.4914"/>
          <dgm:constr type="t" for="ch" forName="imageaccent2" refType="h" fact="0.6536"/>
          <dgm:constr type="w" for="ch" forName="imageaccent2" refType="w" fact="0.022"/>
          <dgm:constr type="h" for="ch" forName="imageaccent2" refType="h" fact="0.0364"/>
          <dgm:constr type="l" for="ch" forName="textaccent3" refType="w" fact="0.2915"/>
          <dgm:constr type="t" for="ch" forName="textaccent3" refType="h" fact="0.1786"/>
          <dgm:constr type="w" for="ch" forName="textaccent3" refType="w" fact="0.022"/>
          <dgm:constr type="h" for="ch" forName="textaccent3" refType="h" fact="0.0364"/>
          <dgm:constr type="l" for="ch" forName="imageaccent3" refType="w" fact="0.3299"/>
          <dgm:constr type="t" for="ch" forName="imageaccent3" refType="h" fact="0.1376"/>
          <dgm:constr type="w" for="ch" forName="imageaccent3" refType="w" fact="0.022"/>
          <dgm:constr type="h" for="ch" forName="imageaccent3" refType="h" fact="0.0364"/>
          <dgm:constr type="l" for="ch" forName="textaccent4" refType="w" fact="0.65"/>
          <dgm:constr type="t" for="ch" forName="textaccent4" refType="h" fact="0.3096"/>
          <dgm:constr type="w" for="ch" forName="textaccent4" refType="w" fact="0.022"/>
          <dgm:constr type="h" for="ch" forName="textaccent4" refType="h" fact="0.0364"/>
          <dgm:constr type="l" for="ch" forName="imageaccent4" refType="w" fact="0.6859"/>
          <dgm:constr type="t" for="ch" forName="imageaccent4" refType="h" fact="0.3522"/>
          <dgm:constr type="w" for="ch" forName="imageaccent4" refType="w" fact="0.022"/>
          <dgm:constr type="h" for="ch" forName="imageaccent4" refType="h" fact="0.0364"/>
          <dgm:constr type="l" for="ch" forName="textaccent5" refType="w" fact="0.8123"/>
          <dgm:constr type="t" for="ch" forName="textaccent5" refType="h" fact="0.1425"/>
          <dgm:constr type="w" for="ch" forName="textaccent5" refType="w" fact="0.022"/>
          <dgm:constr type="h" for="ch" forName="textaccent5" refType="h" fact="0.0364"/>
          <dgm:constr type="l" for="ch" forName="imageaccent5" refType="w" fact="0.849"/>
          <dgm:constr type="t" for="ch" forName="imageaccent5" refType="h" fact="0.1835"/>
          <dgm:constr type="w" for="ch" forName="imageaccent5" refType="w" fact="0.022"/>
          <dgm:constr type="h" for="ch" forName="imageaccent5" refType="h" fact="0.0364"/>
          <dgm:constr type="l" for="ch" forName="image6" refType="w" fact="0.6491"/>
          <dgm:constr type="t" for="ch" forName="image6" refType="h" fact="0.6894"/>
          <dgm:constr type="w" for="ch" forName="image6" refType="w" fact="0.1886"/>
          <dgm:constr type="h" for="ch" forName="image6" refType="h" fact="0.3106"/>
          <dgm:constr type="l" for="ch" forName="text6" refType="w" fact="0.8114"/>
          <dgm:constr type="t" for="ch" forName="text6" refType="h" fact="0.5194"/>
          <dgm:constr type="w" for="ch" forName="text6" refType="w" fact="0.1886"/>
          <dgm:constr type="h" for="ch" forName="text6" refType="h" fact="0.3106"/>
          <dgm:constr type="l" for="ch" forName="imageaccent6" refType="w" fact="0.8138"/>
          <dgm:constr type="t" for="ch" forName="imageaccent6" refType="h" fact="0.8257"/>
          <dgm:constr type="w" for="ch" forName="imageaccent6" refType="w" fact="0.022"/>
          <dgm:constr type="h" for="ch" forName="imageaccent6" refType="h" fact="0.0364"/>
          <dgm:constr type="l" for="ch" forName="textaccent6" refType="w" fact="0.8488"/>
          <dgm:constr type="t" for="ch" forName="textaccent6" refType="h" fact="0.7914"/>
          <dgm:constr type="w" for="ch" forName="textaccent6" refType="w" fact="0.022"/>
          <dgm:constr type="h" for="ch" forName="textaccent6" refType="h" fact="0.0364"/>
        </dgm:constrLst>
      </dgm:if>
      <dgm:if name="Name8" axis="ch" ptType="node" func="cnt" op="equ" val="7">
        <dgm:alg type="composite">
          <dgm:param type="ar" val="1.6382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2961"/>
          <dgm:constr type="w" for="ch" forName="image4" refType="w" fact="0.1886"/>
          <dgm:constr type="h" for="ch" forName="image4" refType="h" fact="0.2653"/>
          <dgm:constr type="l" for="ch" forName="text5" refType="w" fact="0.6491"/>
          <dgm:constr type="t" for="ch" forName="text5" refType="h" fact="0.0028"/>
          <dgm:constr type="w" for="ch" forName="text5" refType="w" fact="0.1886"/>
          <dgm:constr type="h" for="ch" forName="text5" refType="h" fact="0.2653"/>
          <dgm:constr type="l" for="ch" forName="image5" refType="w" fact="0.8114"/>
          <dgm:constr type="t" for="ch" forName="image5" refType="h" fact="0.1508"/>
          <dgm:constr type="w" for="ch" forName="image5" refType="w" fact="0.1886"/>
          <dgm:constr type="h" for="ch" forName="image5" refType="h" fact="0.2653"/>
          <dgm:constr type="l" for="ch" forName="image2" refType="w" fact="0.4868"/>
          <dgm:constr type="t" for="ch" forName="image2" refType="h" fact="0.4402"/>
          <dgm:constr type="w" for="ch" forName="image2" refType="w" fact="0.1886"/>
          <dgm:constr type="h" for="ch" forName="image2" refType="h" fact="0.2653"/>
          <dgm:constr type="l" for="ch" forName="text4" refType="w" fact="0.4868"/>
          <dgm:constr type="t" for="ch" forName="text4" refType="h" fact="0.1469"/>
          <dgm:constr type="w" for="ch" forName="text4" refType="w" fact="0.1886"/>
          <dgm:constr type="h" for="ch" forName="text4" refType="h" fact="0.2653"/>
          <dgm:constr type="l" for="ch" forName="text2" refType="w" fact="0.3246"/>
          <dgm:constr type="t" for="ch" forName="text2" refType="h" fact="0.2933"/>
          <dgm:constr type="w" for="ch" forName="text2" refType="w" fact="0.1886"/>
          <dgm:constr type="h" for="ch" forName="text2" refType="h" fact="0.2653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2653"/>
          <dgm:constr type="l" for="ch" forName="text1" refType="w" fact="0.1623"/>
          <dgm:constr type="t" for="ch" forName="text1" refType="h" fact="0.4408"/>
          <dgm:constr type="w" for="ch" forName="text1" refType="w" fact="0.1886"/>
          <dgm:constr type="h" for="ch" forName="text1" refType="h" fact="0.2653"/>
          <dgm:constr type="l" for="ch" forName="text3" refType="w" fact="0.1623"/>
          <dgm:constr type="t" for="ch" forName="text3" refType="h" fact="0.1475"/>
          <dgm:constr type="w" for="ch" forName="text3" refType="w" fact="0.1886"/>
          <dgm:constr type="h" for="ch" forName="text3" refType="h" fact="0.2653"/>
          <dgm:constr type="l" for="ch" forName="textaccent1" refType="w" fact="0.1668"/>
          <dgm:constr type="t" for="ch" forName="textaccent1" refType="h" fact="0.5594"/>
          <dgm:constr type="w" for="ch" forName="textaccent1" refType="w" fact="0.022"/>
          <dgm:constr type="h" for="ch" forName="textaccent1" refType="h" fact="0.0311"/>
          <dgm:constr type="l" for="ch" forName="image1" refType="w" fact="0"/>
          <dgm:constr type="t" for="ch" forName="image1" refType="h" fact="0.2941"/>
          <dgm:constr type="w" for="ch" forName="image1" refType="w" fact="0.1886"/>
          <dgm:constr type="h" for="ch" forName="image1" refType="h" fact="0.2653"/>
          <dgm:constr type="l" for="ch" forName="imageaccent1" refType="w" fact="0.1292"/>
          <dgm:constr type="t" for="ch" forName="imageaccent1" refType="h" fact="0.5242"/>
          <dgm:constr type="w" for="ch" forName="imageaccent1" refType="w" fact="0.022"/>
          <dgm:constr type="h" for="ch" forName="imageaccent1" refType="h" fact="0.0311"/>
          <dgm:constr type="l" for="ch" forName="textaccent2" refType="w" fact="0.4544"/>
          <dgm:constr type="t" for="ch" forName="textaccent2" refType="h" fact="0.5228"/>
          <dgm:constr type="w" for="ch" forName="textaccent2" refType="w" fact="0.022"/>
          <dgm:constr type="h" for="ch" forName="textaccent2" refType="h" fact="0.0311"/>
          <dgm:constr type="l" for="ch" forName="imageaccent2" refType="w" fact="0.4914"/>
          <dgm:constr type="t" for="ch" forName="imageaccent2" refType="h" fact="0.5583"/>
          <dgm:constr type="w" for="ch" forName="imageaccent2" refType="w" fact="0.022"/>
          <dgm:constr type="h" for="ch" forName="imageaccent2" refType="h" fact="0.0311"/>
          <dgm:constr type="l" for="ch" forName="textaccent3" refType="w" fact="0.2907"/>
          <dgm:constr type="t" for="ch" forName="textaccent3" refType="h" fact="0.1511"/>
          <dgm:constr type="w" for="ch" forName="textaccent3" refType="w" fact="0.022"/>
          <dgm:constr type="h" for="ch" forName="textaccent3" refType="h" fact="0.0311"/>
          <dgm:constr type="l" for="ch" forName="imageaccent3" refType="w" fact="0.3299"/>
          <dgm:constr type="t" for="ch" forName="imageaccent3" refType="h" fact="0.1175"/>
          <dgm:constr type="w" for="ch" forName="imageaccent3" refType="w" fact="0.022"/>
          <dgm:constr type="h" for="ch" forName="imageaccent3" refType="h" fact="0.0311"/>
          <dgm:constr type="l" for="ch" forName="textaccent4" refType="w" fact="0.65"/>
          <dgm:constr type="t" for="ch" forName="textaccent4" refType="h" fact="0.2645"/>
          <dgm:constr type="w" for="ch" forName="textaccent4" refType="w" fact="0.022"/>
          <dgm:constr type="h" for="ch" forName="textaccent4" refType="h" fact="0.0311"/>
          <dgm:constr type="l" for="ch" forName="imageaccent4" refType="w" fact="0.6859"/>
          <dgm:constr type="t" for="ch" forName="imageaccent4" refType="h" fact="0.3008"/>
          <dgm:constr type="w" for="ch" forName="imageaccent4" refType="w" fact="0.022"/>
          <dgm:constr type="h" for="ch" forName="imageaccent4" refType="h" fact="0.0311"/>
          <dgm:constr type="l" for="ch" forName="textaccent5" refType="w" fact="0.8123"/>
          <dgm:constr type="t" for="ch" forName="textaccent5" refType="h" fact="0.1217"/>
          <dgm:constr type="w" for="ch" forName="textaccent5" refType="w" fact="0.022"/>
          <dgm:constr type="h" for="ch" forName="textaccent5" refType="h" fact="0.0311"/>
          <dgm:constr type="l" for="ch" forName="imageaccent5" refType="w" fact="0.849"/>
          <dgm:constr type="t" for="ch" forName="imageaccent5" refType="h" fact="0.1567"/>
          <dgm:constr type="w" for="ch" forName="imageaccent5" refType="w" fact="0.022"/>
          <dgm:constr type="h" for="ch" forName="imageaccent5" refType="h" fact="0.0311"/>
          <dgm:constr type="l" for="ch" forName="image6" refType="w" fact="0.6491"/>
          <dgm:constr type="t" for="ch" forName="image6" refType="h" fact="0.5889"/>
          <dgm:constr type="w" for="ch" forName="image6" refType="w" fact="0.1886"/>
          <dgm:constr type="h" for="ch" forName="image6" refType="h" fact="0.2653"/>
          <dgm:constr type="l" for="ch" forName="text6" refType="w" fact="0.8114"/>
          <dgm:constr type="t" for="ch" forName="text6" refType="h" fact="0.4436"/>
          <dgm:constr type="w" for="ch" forName="text6" refType="w" fact="0.1886"/>
          <dgm:constr type="h" for="ch" forName="text6" refType="h" fact="0.2653"/>
          <dgm:constr type="l" for="ch" forName="imageaccent6" refType="w" fact="0.8138"/>
          <dgm:constr type="t" for="ch" forName="imageaccent6" refType="h" fact="0.7053"/>
          <dgm:constr type="w" for="ch" forName="imageaccent6" refType="w" fact="0.022"/>
          <dgm:constr type="h" for="ch" forName="imageaccent6" refType="h" fact="0.0311"/>
          <dgm:constr type="l" for="ch" forName="textaccent6" refType="w" fact="0.8488"/>
          <dgm:constr type="t" for="ch" forName="textaccent6" refType="h" fact="0.676"/>
          <dgm:constr type="w" for="ch" forName="textaccent6" refType="w" fact="0.022"/>
          <dgm:constr type="h" for="ch" forName="textaccent6" refType="h" fact="0.0311"/>
          <dgm:constr type="l" for="ch" forName="text7" refType="w" fact="0.3244"/>
          <dgm:constr type="t" for="ch" forName="text7" refType="h" fact="0.5872"/>
          <dgm:constr type="w" for="ch" forName="text7" refType="w" fact="0.1886"/>
          <dgm:constr type="h" for="ch" forName="text7" refType="h" fact="0.2653"/>
          <dgm:constr type="l" for="ch" forName="image7" refType="w" fact="0.1622"/>
          <dgm:constr type="t" for="ch" forName="image7" refType="h" fact="0.7347"/>
          <dgm:constr type="w" for="ch" forName="image7" refType="w" fact="0.1886"/>
          <dgm:constr type="h" for="ch" forName="image7" refType="h" fact="0.2653"/>
          <dgm:constr type="l" for="ch" forName="imageaccent7" refType="w" fact="0.2905"/>
          <dgm:constr type="t" for="ch" forName="imageaccent7" refType="h" fact="0.7384"/>
          <dgm:constr type="w" for="ch" forName="imageaccent7" refType="w" fact="0.022"/>
          <dgm:constr type="h" for="ch" forName="imageaccent7" refType="h" fact="0.0311"/>
          <dgm:constr type="l" for="ch" forName="textaccent7" refType="w" fact="0.3298"/>
          <dgm:constr type="t" for="ch" forName="textaccent7" refType="h" fact="0.7048"/>
          <dgm:constr type="w" for="ch" forName="textaccent7" refType="w" fact="0.022"/>
          <dgm:constr type="h" for="ch" forName="textaccent7" refType="h" fact="0.0311"/>
        </dgm:constrLst>
      </dgm:if>
      <dgm:if name="Name9" axis="ch" ptType="node" func="cnt" op="equ" val="8">
        <dgm:alg type="composite">
          <dgm:param type="ar" val="1.8974"/>
        </dgm:alg>
        <dgm:constrLst>
          <dgm:constr type="primFontSz" for="des" ptType="node" op="equ" val="65"/>
          <dgm:constr type="l" for="ch" forName="image4" refType="w" fact="0.5589"/>
          <dgm:constr type="t" for="ch" forName="image4" refType="h" fact="0.2952"/>
          <dgm:constr type="w" for="ch" forName="image4" refType="w" fact="0.1624"/>
          <dgm:constr type="h" for="ch" forName="image4" refType="h" fact="0.2645"/>
          <dgm:constr type="l" for="ch" forName="text5" refType="w" fact="0.5589"/>
          <dgm:constr type="t" for="ch" forName="text5" refType="h" fact="0.0028"/>
          <dgm:constr type="w" for="ch" forName="text5" refType="w" fact="0.1624"/>
          <dgm:constr type="h" for="ch" forName="text5" refType="h" fact="0.2645"/>
          <dgm:constr type="l" for="ch" forName="image5" refType="w" fact="0.6986"/>
          <dgm:constr type="t" for="ch" forName="image5" refType="h" fact="0.1504"/>
          <dgm:constr type="w" for="ch" forName="image5" refType="w" fact="0.1624"/>
          <dgm:constr type="h" for="ch" forName="image5" refType="h" fact="0.2645"/>
          <dgm:constr type="l" for="ch" forName="image2" refType="w" fact="0.4192"/>
          <dgm:constr type="t" for="ch" forName="image2" refType="h" fact="0.439"/>
          <dgm:constr type="w" for="ch" forName="image2" refType="w" fact="0.1624"/>
          <dgm:constr type="h" for="ch" forName="image2" refType="h" fact="0.2645"/>
          <dgm:constr type="l" for="ch" forName="text4" refType="w" fact="0.4192"/>
          <dgm:constr type="t" for="ch" forName="text4" refType="h" fact="0.1465"/>
          <dgm:constr type="w" for="ch" forName="text4" refType="w" fact="0.1624"/>
          <dgm:constr type="h" for="ch" forName="text4" refType="h" fact="0.2645"/>
          <dgm:constr type="l" for="ch" forName="text2" refType="w" fact="0.2794"/>
          <dgm:constr type="t" for="ch" forName="text2" refType="h" fact="0.2925"/>
          <dgm:constr type="w" for="ch" forName="text2" refType="w" fact="0.1624"/>
          <dgm:constr type="h" for="ch" forName="text2" refType="h" fact="0.2645"/>
          <dgm:constr type="l" for="ch" forName="image3" refType="w" fact="0.2794"/>
          <dgm:constr type="t" for="ch" forName="image3" refType="h" fact="0"/>
          <dgm:constr type="w" for="ch" forName="image3" refType="w" fact="0.1624"/>
          <dgm:constr type="h" for="ch" forName="image3" refType="h" fact="0.2645"/>
          <dgm:constr type="l" for="ch" forName="text1" refType="w" fact="0.1397"/>
          <dgm:constr type="t" for="ch" forName="text1" refType="h" fact="0.4395"/>
          <dgm:constr type="w" for="ch" forName="text1" refType="w" fact="0.1624"/>
          <dgm:constr type="h" for="ch" forName="text1" refType="h" fact="0.2645"/>
          <dgm:constr type="l" for="ch" forName="text3" refType="w" fact="0.1397"/>
          <dgm:constr type="t" for="ch" forName="text3" refType="h" fact="0.1471"/>
          <dgm:constr type="w" for="ch" forName="text3" refType="w" fact="0.1624"/>
          <dgm:constr type="h" for="ch" forName="text3" refType="h" fact="0.2645"/>
          <dgm:constr type="l" for="ch" forName="textaccent1" refType="w" fact="0.1436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4"/>
          <dgm:constr type="h" for="ch" forName="image1" refType="h" fact="0.2645"/>
          <dgm:constr type="l" for="ch" forName="imageaccent1" refType="w" fact="0.1112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2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31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2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41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6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5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93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1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9"/>
          <dgm:constr type="t" for="ch" forName="image6" refType="h" fact="0.5872"/>
          <dgm:constr type="w" for="ch" forName="image6" refType="w" fact="0.1624"/>
          <dgm:constr type="h" for="ch" forName="image6" refType="h" fact="0.2645"/>
          <dgm:constr type="l" for="ch" forName="text6" refType="w" fact="0.6986"/>
          <dgm:constr type="t" for="ch" forName="text6" refType="h" fact="0.4424"/>
          <dgm:constr type="w" for="ch" forName="text6" refType="w" fact="0.1624"/>
          <dgm:constr type="h" for="ch" forName="text6" refType="h" fact="0.2645"/>
          <dgm:constr type="l" for="ch" forName="imageaccent6" refType="w" fact="0.7007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8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3"/>
          <dgm:constr type="t" for="ch" forName="text7" refType="h" fact="0.5856"/>
          <dgm:constr type="w" for="ch" forName="text7" refType="w" fact="0.1624"/>
          <dgm:constr type="h" for="ch" forName="text7" refType="h" fact="0.2645"/>
          <dgm:constr type="l" for="ch" forName="image7" refType="w" fact="0.1396"/>
          <dgm:constr type="t" for="ch" forName="image7" refType="h" fact="0.7326"/>
          <dgm:constr type="w" for="ch" forName="image7" refType="w" fact="0.1624"/>
          <dgm:constr type="h" for="ch" forName="image7" refType="h" fact="0.2645"/>
          <dgm:constr type="l" for="ch" forName="imageaccent7" refType="w" fact="0.2501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4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9"/>
          <dgm:constr type="t" for="ch" forName="image8" refType="h" fact="0.7355"/>
          <dgm:constr type="w" for="ch" forName="image8" refType="w" fact="0.1624"/>
          <dgm:constr type="h" for="ch" forName="image8" refType="h" fact="0.2645"/>
          <dgm:constr type="l" for="ch" forName="text8" refType="w" fact="0.8376"/>
          <dgm:constr type="t" for="ch" forName="text8" refType="h" fact="0.5906"/>
          <dgm:constr type="w" for="ch" forName="text8" refType="w" fact="0.1624"/>
          <dgm:constr type="h" for="ch" forName="text8" refType="h" fact="0.2645"/>
          <dgm:constr type="l" for="ch" forName="imageaccent8" refType="w" fact="0.8397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8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</dgm:constrLst>
      </dgm:if>
      <dgm:if name="Name10" axis="ch" ptType="node" func="cnt" op="equ" val="9">
        <dgm:alg type="composite">
          <dgm:param type="ar" val="1.8986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952"/>
          <dgm:constr type="w" for="ch" forName="image4" refType="w" fact="0.1623"/>
          <dgm:constr type="h" for="ch" forName="image4" refType="h" fact="0.2645"/>
          <dgm:constr type="l" for="ch" forName="text5" refType="w" fact="0.5585"/>
          <dgm:constr type="t" for="ch" forName="text5" refType="h" fact="0.0028"/>
          <dgm:constr type="w" for="ch" forName="text5" refType="w" fact="0.1623"/>
          <dgm:constr type="h" for="ch" forName="text5" refType="h" fact="0.2645"/>
          <dgm:constr type="l" for="ch" forName="image5" refType="w" fact="0.6982"/>
          <dgm:constr type="t" for="ch" forName="image5" refType="h" fact="0.1504"/>
          <dgm:constr type="w" for="ch" forName="image5" refType="w" fact="0.1623"/>
          <dgm:constr type="h" for="ch" forName="image5" refType="h" fact="0.2645"/>
          <dgm:constr type="l" for="ch" forName="image2" refType="w" fact="0.4189"/>
          <dgm:constr type="t" for="ch" forName="image2" refType="h" fact="0.439"/>
          <dgm:constr type="w" for="ch" forName="image2" refType="w" fact="0.1623"/>
          <dgm:constr type="h" for="ch" forName="image2" refType="h" fact="0.2645"/>
          <dgm:constr type="l" for="ch" forName="text4" refType="w" fact="0.4189"/>
          <dgm:constr type="t" for="ch" forName="text4" refType="h" fact="0.1465"/>
          <dgm:constr type="w" for="ch" forName="text4" refType="w" fact="0.1623"/>
          <dgm:constr type="h" for="ch" forName="text4" refType="h" fact="0.2645"/>
          <dgm:constr type="l" for="ch" forName="text2" refType="w" fact="0.2793"/>
          <dgm:constr type="t" for="ch" forName="text2" refType="h" fact="0.2925"/>
          <dgm:constr type="w" for="ch" forName="text2" refType="w" fact="0.1623"/>
          <dgm:constr type="h" for="ch" forName="text2" refType="h" fact="0.2645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645"/>
          <dgm:constr type="l" for="ch" forName="text1" refType="w" fact="0.1396"/>
          <dgm:constr type="t" for="ch" forName="text1" refType="h" fact="0.4395"/>
          <dgm:constr type="w" for="ch" forName="text1" refType="w" fact="0.1623"/>
          <dgm:constr type="h" for="ch" forName="text1" refType="h" fact="0.2645"/>
          <dgm:constr type="l" for="ch" forName="text3" refType="w" fact="0.1396"/>
          <dgm:constr type="t" for="ch" forName="text3" refType="h" fact="0.1471"/>
          <dgm:constr type="w" for="ch" forName="text3" refType="w" fact="0.1623"/>
          <dgm:constr type="h" for="ch" forName="text3" refType="h" fact="0.2645"/>
          <dgm:constr type="l" for="ch" forName="textaccent1" refType="w" fact="0.1435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3"/>
          <dgm:constr type="h" for="ch" forName="image1" refType="h" fact="0.2645"/>
          <dgm:constr type="l" for="ch" forName="imageaccent1" refType="w" fact="0.1111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28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1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39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3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1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89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05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5"/>
          <dgm:constr type="t" for="ch" forName="image6" refType="h" fact="0.5872"/>
          <dgm:constr type="w" for="ch" forName="image6" refType="w" fact="0.1623"/>
          <dgm:constr type="h" for="ch" forName="image6" refType="h" fact="0.2645"/>
          <dgm:constr type="l" for="ch" forName="text6" refType="w" fact="0.6982"/>
          <dgm:constr type="t" for="ch" forName="text6" refType="h" fact="0.4424"/>
          <dgm:constr type="w" for="ch" forName="text6" refType="w" fact="0.1623"/>
          <dgm:constr type="h" for="ch" forName="text6" refType="h" fact="0.2645"/>
          <dgm:constr type="l" for="ch" forName="imageaccent6" refType="w" fact="0.7002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3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2"/>
          <dgm:constr type="t" for="ch" forName="text7" refType="h" fact="0.5856"/>
          <dgm:constr type="w" for="ch" forName="text7" refType="w" fact="0.1623"/>
          <dgm:constr type="h" for="ch" forName="text7" refType="h" fact="0.2645"/>
          <dgm:constr type="l" for="ch" forName="image7" refType="w" fact="0.1395"/>
          <dgm:constr type="t" for="ch" forName="image7" refType="h" fact="0.7326"/>
          <dgm:constr type="w" for="ch" forName="image7" refType="w" fact="0.1623"/>
          <dgm:constr type="h" for="ch" forName="image7" refType="h" fact="0.2645"/>
          <dgm:constr type="l" for="ch" forName="imageaccent7" refType="w" fact="0.25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38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5"/>
          <dgm:constr type="t" for="ch" forName="image8" refType="h" fact="0.7355"/>
          <dgm:constr type="w" for="ch" forName="image8" refType="w" fact="0.1623"/>
          <dgm:constr type="h" for="ch" forName="image8" refType="h" fact="0.2645"/>
          <dgm:constr type="l" for="ch" forName="text8" refType="w" fact="0.8371"/>
          <dgm:constr type="t" for="ch" forName="text8" refType="h" fact="0.5906"/>
          <dgm:constr type="w" for="ch" forName="text8" refType="w" fact="0.1623"/>
          <dgm:constr type="h" for="ch" forName="text8" refType="h" fact="0.2645"/>
          <dgm:constr type="l" for="ch" forName="imageaccent8" refType="w" fact="0.8392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3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  <dgm:constr type="l" for="ch" forName="text9" refType="w" fact="0.8377"/>
          <dgm:constr type="t" for="ch" forName="text9" refType="h" fact="0.0057"/>
          <dgm:constr type="w" for="ch" forName="text9" refType="w" fact="0.1623"/>
          <dgm:constr type="h" for="ch" forName="text9" refType="h" fact="0.2645"/>
          <dgm:constr type="l" for="ch" forName="textaccent9" refType="w" fact="0.95"/>
          <dgm:constr type="t" for="ch" forName="textaccent9" refType="h" fact="0.2383"/>
          <dgm:constr type="w" for="ch" forName="textaccent9" refType="w" fact="0.0189"/>
          <dgm:constr type="h" for="ch" forName="textaccent9" refType="h" fact="0.031"/>
          <dgm:constr type="l" for="ch" forName="image9" refType="w" fact="0.8377"/>
          <dgm:constr type="t" for="ch" forName="image9" refType="h" fact="0.2977"/>
          <dgm:constr type="w" for="ch" forName="image9" refType="w" fact="0.1623"/>
          <dgm:constr type="h" for="ch" forName="image9" refType="h" fact="0.2645"/>
          <dgm:constr type="l" for="ch" forName="imageaccent9" refType="w" fact="0.95"/>
          <dgm:constr type="t" for="ch" forName="imageaccent9" refType="h" fact="0.2993"/>
          <dgm:constr type="w" for="ch" forName="imageaccent9" refType="w" fact="0.0189"/>
          <dgm:constr type="h" for="ch" forName="imageaccent9" refType="h" fact="0.031"/>
        </dgm:constrLst>
      </dgm:if>
      <dgm:if name="Name11" axis="ch" ptType="node" func="cnt" op="equ" val="10">
        <dgm:alg type="composite">
          <dgm:param type="ar" val="1.6608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583"/>
          <dgm:constr type="w" for="ch" forName="image4" refType="w" fact="0.1623"/>
          <dgm:constr type="h" for="ch" forName="image4" refType="h" fact="0.2314"/>
          <dgm:constr type="l" for="ch" forName="text5" refType="w" fact="0.5585"/>
          <dgm:constr type="t" for="ch" forName="text5" refType="h" fact="0.0024"/>
          <dgm:constr type="w" for="ch" forName="text5" refType="w" fact="0.1623"/>
          <dgm:constr type="h" for="ch" forName="text5" refType="h" fact="0.2314"/>
          <dgm:constr type="l" for="ch" forName="image5" refType="w" fact="0.6982"/>
          <dgm:constr type="t" for="ch" forName="image5" refType="h" fact="0.1316"/>
          <dgm:constr type="w" for="ch" forName="image5" refType="w" fact="0.1623"/>
          <dgm:constr type="h" for="ch" forName="image5" refType="h" fact="0.2314"/>
          <dgm:constr type="l" for="ch" forName="image2" refType="w" fact="0.4189"/>
          <dgm:constr type="t" for="ch" forName="image2" refType="h" fact="0.384"/>
          <dgm:constr type="w" for="ch" forName="image2" refType="w" fact="0.1623"/>
          <dgm:constr type="h" for="ch" forName="image2" refType="h" fact="0.2314"/>
          <dgm:constr type="l" for="ch" forName="text4" refType="w" fact="0.4189"/>
          <dgm:constr type="t" for="ch" forName="text4" refType="h" fact="0.1282"/>
          <dgm:constr type="w" for="ch" forName="text4" refType="w" fact="0.1623"/>
          <dgm:constr type="h" for="ch" forName="text4" refType="h" fact="0.2314"/>
          <dgm:constr type="l" for="ch" forName="text2" refType="w" fact="0.2793"/>
          <dgm:constr type="t" for="ch" forName="text2" refType="h" fact="0.2558"/>
          <dgm:constr type="w" for="ch" forName="text2" refType="w" fact="0.1623"/>
          <dgm:constr type="h" for="ch" forName="text2" refType="h" fact="0.2314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314"/>
          <dgm:constr type="l" for="ch" forName="text1" refType="w" fact="0.1396"/>
          <dgm:constr type="t" for="ch" forName="text1" refType="h" fact="0.3845"/>
          <dgm:constr type="w" for="ch" forName="text1" refType="w" fact="0.1623"/>
          <dgm:constr type="h" for="ch" forName="text1" refType="h" fact="0.2314"/>
          <dgm:constr type="l" for="ch" forName="text3" refType="w" fact="0.1396"/>
          <dgm:constr type="t" for="ch" forName="text3" refType="h" fact="0.1286"/>
          <dgm:constr type="w" for="ch" forName="text3" refType="w" fact="0.1623"/>
          <dgm:constr type="h" for="ch" forName="text3" refType="h" fact="0.2314"/>
          <dgm:constr type="l" for="ch" forName="textaccent1" refType="w" fact="0.1435"/>
          <dgm:constr type="t" for="ch" forName="textaccent1" refType="h" fact="0.488"/>
          <dgm:constr type="w" for="ch" forName="textaccent1" refType="w" fact="0.0189"/>
          <dgm:constr type="h" for="ch" forName="textaccent1" refType="h" fact="0.0271"/>
          <dgm:constr type="l" for="ch" forName="image1" refType="w" fact="0"/>
          <dgm:constr type="t" for="ch" forName="image1" refType="h" fact="0.2566"/>
          <dgm:constr type="w" for="ch" forName="image1" refType="w" fact="0.1623"/>
          <dgm:constr type="h" for="ch" forName="image1" refType="h" fact="0.2314"/>
          <dgm:constr type="l" for="ch" forName="imageaccent1" refType="w" fact="0.1111"/>
          <dgm:constr type="t" for="ch" forName="imageaccent1" refType="h" fact="0.4572"/>
          <dgm:constr type="w" for="ch" forName="imageaccent1" refType="w" fact="0.0189"/>
          <dgm:constr type="h" for="ch" forName="imageaccent1" refType="h" fact="0.0271"/>
          <dgm:constr type="l" for="ch" forName="textaccent2" refType="w" fact="0.391"/>
          <dgm:constr type="t" for="ch" forName="textaccent2" refType="h" fact="0.456"/>
          <dgm:constr type="w" for="ch" forName="textaccent2" refType="w" fact="0.0189"/>
          <dgm:constr type="h" for="ch" forName="textaccent2" refType="h" fact="0.0271"/>
          <dgm:constr type="l" for="ch" forName="imageaccent2" refType="w" fact="0.4228"/>
          <dgm:constr type="t" for="ch" forName="imageaccent2" refType="h" fact="0.487"/>
          <dgm:constr type="w" for="ch" forName="imageaccent2" refType="w" fact="0.0189"/>
          <dgm:constr type="h" for="ch" forName="imageaccent2" refType="h" fact="0.0271"/>
          <dgm:constr type="l" for="ch" forName="textaccent3" refType="w" fact="0.2501"/>
          <dgm:constr type="t" for="ch" forName="textaccent3" refType="h" fact="0.1318"/>
          <dgm:constr type="w" for="ch" forName="textaccent3" refType="w" fact="0.0189"/>
          <dgm:constr type="h" for="ch" forName="textaccent3" refType="h" fact="0.0271"/>
          <dgm:constr type="l" for="ch" forName="imageaccent3" refType="w" fact="0.2839"/>
          <dgm:constr type="t" for="ch" forName="imageaccent3" refType="h" fact="0.1025"/>
          <dgm:constr type="w" for="ch" forName="imageaccent3" refType="w" fact="0.0189"/>
          <dgm:constr type="h" for="ch" forName="imageaccent3" refType="h" fact="0.0271"/>
          <dgm:constr type="l" for="ch" forName="textaccent4" refType="w" fact="0.5593"/>
          <dgm:constr type="t" for="ch" forName="textaccent4" refType="h" fact="0.2307"/>
          <dgm:constr type="w" for="ch" forName="textaccent4" refType="w" fact="0.0189"/>
          <dgm:constr type="h" for="ch" forName="textaccent4" refType="h" fact="0.0271"/>
          <dgm:constr type="l" for="ch" forName="imageaccent4" refType="w" fact="0.5901"/>
          <dgm:constr type="t" for="ch" forName="imageaccent4" refType="h" fact="0.2624"/>
          <dgm:constr type="w" for="ch" forName="imageaccent4" refType="w" fact="0.0189"/>
          <dgm:constr type="h" for="ch" forName="imageaccent4" refType="h" fact="0.0271"/>
          <dgm:constr type="l" for="ch" forName="textaccent5" refType="w" fact="0.6989"/>
          <dgm:constr type="t" for="ch" forName="textaccent5" refType="h" fact="0.1062"/>
          <dgm:constr type="w" for="ch" forName="textaccent5" refType="w" fact="0.0189"/>
          <dgm:constr type="h" for="ch" forName="textaccent5" refType="h" fact="0.0271"/>
          <dgm:constr type="l" for="ch" forName="imageaccent5" refType="w" fact="0.7305"/>
          <dgm:constr type="t" for="ch" forName="imageaccent5" refType="h" fact="0.1367"/>
          <dgm:constr type="w" for="ch" forName="imageaccent5" refType="w" fact="0.0189"/>
          <dgm:constr type="h" for="ch" forName="imageaccent5" refType="h" fact="0.0271"/>
          <dgm:constr type="l" for="ch" forName="image6" refType="w" fact="0.5585"/>
          <dgm:constr type="t" for="ch" forName="image6" refType="h" fact="0.5137"/>
          <dgm:constr type="w" for="ch" forName="image6" refType="w" fact="0.1623"/>
          <dgm:constr type="h" for="ch" forName="image6" refType="h" fact="0.2314"/>
          <dgm:constr type="l" for="ch" forName="text6" refType="w" fact="0.6982"/>
          <dgm:constr type="t" for="ch" forName="text6" refType="h" fact="0.387"/>
          <dgm:constr type="w" for="ch" forName="text6" refType="w" fact="0.1623"/>
          <dgm:constr type="h" for="ch" forName="text6" refType="h" fact="0.2314"/>
          <dgm:constr type="l" for="ch" forName="imageaccent6" refType="w" fact="0.7002"/>
          <dgm:constr type="t" for="ch" forName="imageaccent6" refType="h" fact="0.6152"/>
          <dgm:constr type="w" for="ch" forName="imageaccent6" refType="w" fact="0.0189"/>
          <dgm:constr type="h" for="ch" forName="imageaccent6" refType="h" fact="0.0271"/>
          <dgm:constr type="l" for="ch" forName="textaccent6" refType="w" fact="0.7303"/>
          <dgm:constr type="t" for="ch" forName="textaccent6" refType="h" fact="0.5897"/>
          <dgm:constr type="w" for="ch" forName="textaccent6" refType="w" fact="0.0189"/>
          <dgm:constr type="h" for="ch" forName="textaccent6" refType="h" fact="0.0271"/>
          <dgm:constr type="l" for="ch" forName="text7" refType="w" fact="0.2792"/>
          <dgm:constr type="t" for="ch" forName="text7" refType="h" fact="0.5122"/>
          <dgm:constr type="w" for="ch" forName="text7" refType="w" fact="0.1623"/>
          <dgm:constr type="h" for="ch" forName="text7" refType="h" fact="0.2314"/>
          <dgm:constr type="l" for="ch" forName="image7" refType="w" fact="0.1395"/>
          <dgm:constr type="t" for="ch" forName="image7" refType="h" fact="0.6409"/>
          <dgm:constr type="w" for="ch" forName="image7" refType="w" fact="0.1623"/>
          <dgm:constr type="h" for="ch" forName="image7" refType="h" fact="0.2314"/>
          <dgm:constr type="l" for="ch" forName="imageaccent7" refType="w" fact="0.25"/>
          <dgm:constr type="t" for="ch" forName="imageaccent7" refType="h" fact="0.6441"/>
          <dgm:constr type="w" for="ch" forName="imageaccent7" refType="w" fact="0.0189"/>
          <dgm:constr type="h" for="ch" forName="imageaccent7" refType="h" fact="0.0271"/>
          <dgm:constr type="l" for="ch" forName="textaccent7" refType="w" fact="0.2838"/>
          <dgm:constr type="t" for="ch" forName="textaccent7" refType="h" fact="0.6148"/>
          <dgm:constr type="w" for="ch" forName="textaccent7" refType="w" fact="0.0189"/>
          <dgm:constr type="h" for="ch" forName="textaccent7" refType="h" fact="0.0271"/>
          <dgm:constr type="l" for="ch" forName="image8" refType="w" fact="0.6975"/>
          <dgm:constr type="t" for="ch" forName="image8" refType="h" fact="0.6433"/>
          <dgm:constr type="w" for="ch" forName="image8" refType="w" fact="0.1623"/>
          <dgm:constr type="h" for="ch" forName="image8" refType="h" fact="0.2314"/>
          <dgm:constr type="l" for="ch" forName="text8" refType="w" fact="0.8371"/>
          <dgm:constr type="t" for="ch" forName="text8" refType="h" fact="0.5167"/>
          <dgm:constr type="w" for="ch" forName="text8" refType="w" fact="0.1623"/>
          <dgm:constr type="h" for="ch" forName="text8" refType="h" fact="0.2314"/>
          <dgm:constr type="l" for="ch" forName="imageaccent8" refType="w" fact="0.8392"/>
          <dgm:constr type="t" for="ch" forName="imageaccent8" refType="h" fact="0.7449"/>
          <dgm:constr type="w" for="ch" forName="imageaccent8" refType="w" fact="0.0189"/>
          <dgm:constr type="h" for="ch" forName="imageaccent8" refType="h" fact="0.0271"/>
          <dgm:constr type="l" for="ch" forName="textaccent8" refType="w" fact="0.8693"/>
          <dgm:constr type="t" for="ch" forName="textaccent8" refType="h" fact="0.7194"/>
          <dgm:constr type="w" for="ch" forName="textaccent8" refType="w" fact="0.0189"/>
          <dgm:constr type="h" for="ch" forName="textaccent8" refType="h" fact="0.0271"/>
          <dgm:constr type="l" for="ch" forName="text9" refType="w" fact="0.8377"/>
          <dgm:constr type="t" for="ch" forName="text9" refType="h" fact="0.005"/>
          <dgm:constr type="w" for="ch" forName="text9" refType="w" fact="0.1623"/>
          <dgm:constr type="h" for="ch" forName="text9" refType="h" fact="0.2314"/>
          <dgm:constr type="l" for="ch" forName="textaccent9" refType="w" fact="0.95"/>
          <dgm:constr type="t" for="ch" forName="textaccent9" refType="h" fact="0.2084"/>
          <dgm:constr type="w" for="ch" forName="textaccent9" refType="w" fact="0.0189"/>
          <dgm:constr type="h" for="ch" forName="textaccent9" refType="h" fact="0.0271"/>
          <dgm:constr type="l" for="ch" forName="image9" refType="w" fact="0.8377"/>
          <dgm:constr type="t" for="ch" forName="image9" refType="h" fact="0.2604"/>
          <dgm:constr type="w" for="ch" forName="image9" refType="w" fact="0.1623"/>
          <dgm:constr type="h" for="ch" forName="image9" refType="h" fact="0.2314"/>
          <dgm:constr type="l" for="ch" forName="imageaccent9" refType="w" fact="0.95"/>
          <dgm:constr type="t" for="ch" forName="imageaccent9" refType="h" fact="0.2618"/>
          <dgm:constr type="w" for="ch" forName="imageaccent9" refType="w" fact="0.0189"/>
          <dgm:constr type="h" for="ch" forName="imageaccent9" refType="h" fact="0.0271"/>
          <dgm:constr type="l" for="ch" forName="image10" refType="w" fact="0.2786"/>
          <dgm:constr type="t" for="ch" forName="image10" refType="h" fact="0.7686"/>
          <dgm:constr type="w" for="ch" forName="image10" refType="w" fact="0.1623"/>
          <dgm:constr type="h" for="ch" forName="image10" refType="h" fact="0.2314"/>
          <dgm:constr type="l" for="ch" forName="text10" refType="w" fact="0.4183"/>
          <dgm:constr type="t" for="ch" forName="text10" refType="h" fact="0.6419"/>
          <dgm:constr type="w" for="ch" forName="text10" refType="w" fact="0.1623"/>
          <dgm:constr type="h" for="ch" forName="text10" refType="h" fact="0.2314"/>
          <dgm:constr type="l" for="ch" forName="imageaccent10" refType="w" fact="0.4203"/>
          <dgm:constr type="t" for="ch" forName="imageaccent10" refType="h" fact="0.8701"/>
          <dgm:constr type="w" for="ch" forName="imageaccent10" refType="w" fact="0.0189"/>
          <dgm:constr type="h" for="ch" forName="imageaccent10" refType="h" fact="0.0271"/>
          <dgm:constr type="l" for="ch" forName="textaccent10" refType="w" fact="0.4504"/>
          <dgm:constr type="t" for="ch" forName="textaccent10" refType="h" fact="0.8446"/>
          <dgm:constr type="w" for="ch" forName="textaccent10" refType="w" fact="0.0189"/>
          <dgm:constr type="h" for="ch" forName="textaccent10" refType="h" fact="0.0271"/>
        </dgm:constrLst>
      </dgm:if>
      <dgm:if name="Name12" axis="ch" ptType="node" func="cnt" op="equ" val="11">
        <dgm:alg type="composite">
          <dgm:param type="ar" val="1.4704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287"/>
          <dgm:constr type="w" for="ch" forName="image4" refType="w" fact="0.1623"/>
          <dgm:constr type="h" for="ch" forName="image4" refType="h" fact="0.2049"/>
          <dgm:constr type="l" for="ch" forName="text5" refType="w" fact="0.5585"/>
          <dgm:constr type="t" for="ch" forName="text5" refType="h" fact="0.0022"/>
          <dgm:constr type="w" for="ch" forName="text5" refType="w" fact="0.1623"/>
          <dgm:constr type="h" for="ch" forName="text5" refType="h" fact="0.2049"/>
          <dgm:constr type="l" for="ch" forName="image5" refType="w" fact="0.6982"/>
          <dgm:constr type="t" for="ch" forName="image5" refType="h" fact="0.1165"/>
          <dgm:constr type="w" for="ch" forName="image5" refType="w" fact="0.1623"/>
          <dgm:constr type="h" for="ch" forName="image5" refType="h" fact="0.2049"/>
          <dgm:constr type="l" for="ch" forName="image2" refType="w" fact="0.4189"/>
          <dgm:constr type="t" for="ch" forName="image2" refType="h" fact="0.34"/>
          <dgm:constr type="w" for="ch" forName="image2" refType="w" fact="0.1623"/>
          <dgm:constr type="h" for="ch" forName="image2" refType="h" fact="0.2049"/>
          <dgm:constr type="l" for="ch" forName="text4" refType="w" fact="0.4189"/>
          <dgm:constr type="t" for="ch" forName="text4" refType="h" fact="0.1135"/>
          <dgm:constr type="w" for="ch" forName="text4" refType="w" fact="0.1623"/>
          <dgm:constr type="h" for="ch" forName="text4" refType="h" fact="0.2049"/>
          <dgm:constr type="l" for="ch" forName="text2" refType="w" fact="0.2793"/>
          <dgm:constr type="t" for="ch" forName="text2" refType="h" fact="0.2265"/>
          <dgm:constr type="w" for="ch" forName="text2" refType="w" fact="0.1623"/>
          <dgm:constr type="h" for="ch" forName="text2" refType="h" fact="0.2049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049"/>
          <dgm:constr type="l" for="ch" forName="text1" refType="w" fact="0.1396"/>
          <dgm:constr type="t" for="ch" forName="text1" refType="h" fact="0.3404"/>
          <dgm:constr type="w" for="ch" forName="text1" refType="w" fact="0.1623"/>
          <dgm:constr type="h" for="ch" forName="text1" refType="h" fact="0.2049"/>
          <dgm:constr type="l" for="ch" forName="text3" refType="w" fact="0.1396"/>
          <dgm:constr type="t" for="ch" forName="text3" refType="h" fact="0.1139"/>
          <dgm:constr type="w" for="ch" forName="text3" refType="w" fact="0.1623"/>
          <dgm:constr type="h" for="ch" forName="text3" refType="h" fact="0.2049"/>
          <dgm:constr type="l" for="ch" forName="textaccent1" refType="w" fact="0.1435"/>
          <dgm:constr type="t" for="ch" forName="textaccent1" refType="h" fact="0.432"/>
          <dgm:constr type="w" for="ch" forName="textaccent1" refType="w" fact="0.0189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623"/>
          <dgm:constr type="h" for="ch" forName="image1" refType="h" fact="0.2049"/>
          <dgm:constr type="l" for="ch" forName="imageaccent1" refType="w" fact="0.1111"/>
          <dgm:constr type="t" for="ch" forName="imageaccent1" refType="h" fact="0.4048"/>
          <dgm:constr type="w" for="ch" forName="imageaccent1" refType="w" fact="0.0189"/>
          <dgm:constr type="h" for="ch" forName="imageaccent1" refType="h" fact="0.024"/>
          <dgm:constr type="l" for="ch" forName="textaccent2" refType="w" fact="0.391"/>
          <dgm:constr type="t" for="ch" forName="textaccent2" refType="h" fact="0.4038"/>
          <dgm:constr type="w" for="ch" forName="textaccent2" refType="w" fact="0.0189"/>
          <dgm:constr type="h" for="ch" forName="textaccent2" refType="h" fact="0.024"/>
          <dgm:constr type="l" for="ch" forName="imageaccent2" refType="w" fact="0.4228"/>
          <dgm:constr type="t" for="ch" forName="imageaccent2" refType="h" fact="0.4312"/>
          <dgm:constr type="w" for="ch" forName="imageaccent2" refType="w" fact="0.0189"/>
          <dgm:constr type="h" for="ch" forName="imageaccent2" refType="h" fact="0.024"/>
          <dgm:constr type="l" for="ch" forName="textaccent3" refType="w" fact="0.2501"/>
          <dgm:constr type="t" for="ch" forName="textaccent3" refType="h" fact="0.1167"/>
          <dgm:constr type="w" for="ch" forName="textaccent3" refType="w" fact="0.0189"/>
          <dgm:constr type="h" for="ch" forName="textaccent3" refType="h" fact="0.024"/>
          <dgm:constr type="l" for="ch" forName="imageaccent3" refType="w" fact="0.2839"/>
          <dgm:constr type="t" for="ch" forName="imageaccent3" refType="h" fact="0.0908"/>
          <dgm:constr type="w" for="ch" forName="imageaccent3" refType="w" fact="0.0189"/>
          <dgm:constr type="h" for="ch" forName="imageaccent3" refType="h" fact="0.024"/>
          <dgm:constr type="l" for="ch" forName="textaccent4" refType="w" fact="0.5593"/>
          <dgm:constr type="t" for="ch" forName="textaccent4" refType="h" fact="0.2042"/>
          <dgm:constr type="w" for="ch" forName="textaccent4" refType="w" fact="0.0189"/>
          <dgm:constr type="h" for="ch" forName="textaccent4" refType="h" fact="0.024"/>
          <dgm:constr type="l" for="ch" forName="imageaccent4" refType="w" fact="0.5901"/>
          <dgm:constr type="t" for="ch" forName="imageaccent4" refType="h" fact="0.2323"/>
          <dgm:constr type="w" for="ch" forName="imageaccent4" refType="w" fact="0.0189"/>
          <dgm:constr type="h" for="ch" forName="imageaccent4" refType="h" fact="0.024"/>
          <dgm:constr type="l" for="ch" forName="textaccent5" refType="w" fact="0.6989"/>
          <dgm:constr type="t" for="ch" forName="textaccent5" refType="h" fact="0.094"/>
          <dgm:constr type="w" for="ch" forName="textaccent5" refType="w" fact="0.0189"/>
          <dgm:constr type="h" for="ch" forName="textaccent5" refType="h" fact="0.024"/>
          <dgm:constr type="l" for="ch" forName="imageaccent5" refType="w" fact="0.7305"/>
          <dgm:constr type="t" for="ch" forName="imageaccent5" refType="h" fact="0.121"/>
          <dgm:constr type="w" for="ch" forName="imageaccent5" refType="w" fact="0.0189"/>
          <dgm:constr type="h" for="ch" forName="imageaccent5" refType="h" fact="0.024"/>
          <dgm:constr type="l" for="ch" forName="image6" refType="w" fact="0.5585"/>
          <dgm:constr type="t" for="ch" forName="image6" refType="h" fact="0.4548"/>
          <dgm:constr type="w" for="ch" forName="image6" refType="w" fact="0.1623"/>
          <dgm:constr type="h" for="ch" forName="image6" refType="h" fact="0.2049"/>
          <dgm:constr type="l" for="ch" forName="text6" refType="w" fact="0.6982"/>
          <dgm:constr type="t" for="ch" forName="text6" refType="h" fact="0.3426"/>
          <dgm:constr type="w" for="ch" forName="text6" refType="w" fact="0.1623"/>
          <dgm:constr type="h" for="ch" forName="text6" refType="h" fact="0.2049"/>
          <dgm:constr type="l" for="ch" forName="imageaccent6" refType="w" fact="0.7002"/>
          <dgm:constr type="t" for="ch" forName="imageaccent6" refType="h" fact="0.5447"/>
          <dgm:constr type="w" for="ch" forName="imageaccent6" refType="w" fact="0.0189"/>
          <dgm:constr type="h" for="ch" forName="imageaccent6" refType="h" fact="0.024"/>
          <dgm:constr type="l" for="ch" forName="textaccent6" refType="w" fact="0.7303"/>
          <dgm:constr type="t" for="ch" forName="textaccent6" refType="h" fact="0.5221"/>
          <dgm:constr type="w" for="ch" forName="textaccent6" refType="w" fact="0.0189"/>
          <dgm:constr type="h" for="ch" forName="textaccent6" refType="h" fact="0.024"/>
          <dgm:constr type="l" for="ch" forName="text7" refType="w" fact="0.2792"/>
          <dgm:constr type="t" for="ch" forName="text7" refType="h" fact="0.4535"/>
          <dgm:constr type="w" for="ch" forName="text7" refType="w" fact="0.1623"/>
          <dgm:constr type="h" for="ch" forName="text7" refType="h" fact="0.2049"/>
          <dgm:constr type="l" for="ch" forName="image7" refType="w" fact="0.1395"/>
          <dgm:constr type="t" for="ch" forName="image7" refType="h" fact="0.5674"/>
          <dgm:constr type="w" for="ch" forName="image7" refType="w" fact="0.1623"/>
          <dgm:constr type="h" for="ch" forName="image7" refType="h" fact="0.2049"/>
          <dgm:constr type="l" for="ch" forName="imageaccent7" refType="w" fact="0.25"/>
          <dgm:constr type="t" for="ch" forName="imageaccent7" refType="h" fact="0.5703"/>
          <dgm:constr type="w" for="ch" forName="imageaccent7" refType="w" fact="0.0189"/>
          <dgm:constr type="h" for="ch" forName="imageaccent7" refType="h" fact="0.024"/>
          <dgm:constr type="l" for="ch" forName="textaccent7" refType="w" fact="0.2838"/>
          <dgm:constr type="t" for="ch" forName="textaccent7" refType="h" fact="0.5443"/>
          <dgm:constr type="w" for="ch" forName="textaccent7" refType="w" fact="0.0189"/>
          <dgm:constr type="h" for="ch" forName="textaccent7" refType="h" fact="0.024"/>
          <dgm:constr type="l" for="ch" forName="image8" refType="w" fact="0.6975"/>
          <dgm:constr type="t" for="ch" forName="image8" refType="h" fact="0.5696"/>
          <dgm:constr type="w" for="ch" forName="image8" refType="w" fact="0.1623"/>
          <dgm:constr type="h" for="ch" forName="image8" refType="h" fact="0.2049"/>
          <dgm:constr type="l" for="ch" forName="text8" refType="w" fact="0.8371"/>
          <dgm:constr type="t" for="ch" forName="text8" refType="h" fact="0.4574"/>
          <dgm:constr type="w" for="ch" forName="text8" refType="w" fact="0.1623"/>
          <dgm:constr type="h" for="ch" forName="text8" refType="h" fact="0.2049"/>
          <dgm:constr type="l" for="ch" forName="imageaccent8" refType="w" fact="0.8392"/>
          <dgm:constr type="t" for="ch" forName="imageaccent8" refType="h" fact="0.6595"/>
          <dgm:constr type="w" for="ch" forName="imageaccent8" refType="w" fact="0.0189"/>
          <dgm:constr type="h" for="ch" forName="imageaccent8" refType="h" fact="0.024"/>
          <dgm:constr type="l" for="ch" forName="textaccent8" refType="w" fact="0.8693"/>
          <dgm:constr type="t" for="ch" forName="textaccent8" refType="h" fact="0.6369"/>
          <dgm:constr type="w" for="ch" forName="textaccent8" refType="w" fact="0.0189"/>
          <dgm:constr type="h" for="ch" forName="textaccent8" refType="h" fact="0.024"/>
          <dgm:constr type="l" for="ch" forName="text9" refType="w" fact="0.8377"/>
          <dgm:constr type="t" for="ch" forName="text9" refType="h" fact="0.0044"/>
          <dgm:constr type="w" for="ch" forName="text9" refType="w" fact="0.1623"/>
          <dgm:constr type="h" for="ch" forName="text9" refType="h" fact="0.2049"/>
          <dgm:constr type="l" for="ch" forName="textaccent9" refType="w" fact="0.95"/>
          <dgm:constr type="t" for="ch" forName="textaccent9" refType="h" fact="0.1846"/>
          <dgm:constr type="w" for="ch" forName="textaccent9" refType="w" fact="0.0189"/>
          <dgm:constr type="h" for="ch" forName="textaccent9" refType="h" fact="0.024"/>
          <dgm:constr type="l" for="ch" forName="image9" refType="w" fact="0.8377"/>
          <dgm:constr type="t" for="ch" forName="image9" refType="h" fact="0.2306"/>
          <dgm:constr type="w" for="ch" forName="image9" refType="w" fact="0.1623"/>
          <dgm:constr type="h" for="ch" forName="image9" refType="h" fact="0.2049"/>
          <dgm:constr type="l" for="ch" forName="imageaccent9" refType="w" fact="0.95"/>
          <dgm:constr type="t" for="ch" forName="imageaccent9" refType="h" fact="0.2318"/>
          <dgm:constr type="w" for="ch" forName="imageaccent9" refType="w" fact="0.0189"/>
          <dgm:constr type="h" for="ch" forName="imageaccent9" refType="h" fact="0.024"/>
          <dgm:constr type="l" for="ch" forName="image10" refType="w" fact="0.2786"/>
          <dgm:constr type="t" for="ch" forName="image10" refType="h" fact="0.6805"/>
          <dgm:constr type="w" for="ch" forName="image10" refType="w" fact="0.1623"/>
          <dgm:constr type="h" for="ch" forName="image10" refType="h" fact="0.2049"/>
          <dgm:constr type="l" for="ch" forName="text10" refType="w" fact="0.4183"/>
          <dgm:constr type="t" for="ch" forName="text10" refType="h" fact="0.5683"/>
          <dgm:constr type="w" for="ch" forName="text10" refType="w" fact="0.1623"/>
          <dgm:constr type="h" for="ch" forName="text10" refType="h" fact="0.2049"/>
          <dgm:constr type="l" for="ch" forName="imageaccent10" refType="w" fact="0.4203"/>
          <dgm:constr type="t" for="ch" forName="imageaccent10" refType="h" fact="0.7704"/>
          <dgm:constr type="w" for="ch" forName="imageaccent10" refType="w" fact="0.0189"/>
          <dgm:constr type="h" for="ch" forName="imageaccent10" refType="h" fact="0.024"/>
          <dgm:constr type="l" for="ch" forName="textaccent10" refType="w" fact="0.4504"/>
          <dgm:constr type="t" for="ch" forName="textaccent10" refType="h" fact="0.7478"/>
          <dgm:constr type="w" for="ch" forName="textaccent10" refType="w" fact="0.0189"/>
          <dgm:constr type="h" for="ch" forName="textaccent10" refType="h" fact="0.024"/>
          <dgm:constr type="l" for="ch" forName="text11" refType="w" fact="0.6971"/>
          <dgm:constr type="t" for="ch" forName="text11" refType="h" fact="0.7951"/>
          <dgm:constr type="w" for="ch" forName="text11" refType="w" fact="0.1623"/>
          <dgm:constr type="h" for="ch" forName="text11" refType="h" fact="0.2049"/>
          <dgm:constr type="l" for="ch" forName="image11" refType="w" fact="0.5575"/>
          <dgm:constr type="t" for="ch" forName="image11" refType="h" fact="0.6816"/>
          <dgm:constr type="w" for="ch" forName="image11" refType="w" fact="0.1623"/>
          <dgm:constr type="h" for="ch" forName="image11" refType="h" fact="0.2049"/>
          <dgm:constr type="l" for="ch" forName="imageaccent11" refType="w" fact="0.6692"/>
          <dgm:constr type="t" for="ch" forName="imageaccent11" refType="h" fact="0.8589"/>
          <dgm:constr type="w" for="ch" forName="imageaccent11" refType="w" fact="0.0189"/>
          <dgm:constr type="h" for="ch" forName="imageaccent11" refType="h" fact="0.024"/>
          <dgm:constr type="l" for="ch" forName="textaccent11" refType="w" fact="0.701"/>
          <dgm:constr type="t" for="ch" forName="textaccent11" refType="h" fact="0.8863"/>
          <dgm:constr type="w" for="ch" forName="textaccent11" refType="w" fact="0.0189"/>
          <dgm:constr type="h" for="ch" forName="textaccent11" refType="h" fact="0.024"/>
        </dgm:constrLst>
      </dgm:if>
      <dgm:else name="Name13">
        <dgm:alg type="composite">
          <dgm:param type="ar" val="1.675"/>
        </dgm:alg>
        <dgm:constrLst>
          <dgm:constr type="primFontSz" for="des" ptType="node" op="equ" val="65"/>
          <dgm:constr type="l" for="ch" forName="image4" refType="w" fact="0.4903"/>
          <dgm:constr type="t" for="ch" forName="image4" refType="h" fact="0.2287"/>
          <dgm:constr type="w" for="ch" forName="image4" refType="w" fact="0.1425"/>
          <dgm:constr type="h" for="ch" forName="image4" refType="h" fact="0.2049"/>
          <dgm:constr type="l" for="ch" forName="text5" refType="w" fact="0.4903"/>
          <dgm:constr type="t" for="ch" forName="text5" refType="h" fact="0.0022"/>
          <dgm:constr type="w" for="ch" forName="text5" refType="w" fact="0.1425"/>
          <dgm:constr type="h" for="ch" forName="text5" refType="h" fact="0.2049"/>
          <dgm:constr type="l" for="ch" forName="image5" refType="w" fact="0.6129"/>
          <dgm:constr type="t" for="ch" forName="image5" refType="h" fact="0.1165"/>
          <dgm:constr type="w" for="ch" forName="image5" refType="w" fact="0.1425"/>
          <dgm:constr type="h" for="ch" forName="image5" refType="h" fact="0.2049"/>
          <dgm:constr type="l" for="ch" forName="image2" refType="w" fact="0.3677"/>
          <dgm:constr type="t" for="ch" forName="image2" refType="h" fact="0.34"/>
          <dgm:constr type="w" for="ch" forName="image2" refType="w" fact="0.1425"/>
          <dgm:constr type="h" for="ch" forName="image2" refType="h" fact="0.2049"/>
          <dgm:constr type="l" for="ch" forName="text4" refType="w" fact="0.3677"/>
          <dgm:constr type="t" for="ch" forName="text4" refType="h" fact="0.1135"/>
          <dgm:constr type="w" for="ch" forName="text4" refType="w" fact="0.1425"/>
          <dgm:constr type="h" for="ch" forName="text4" refType="h" fact="0.2049"/>
          <dgm:constr type="l" for="ch" forName="text2" refType="w" fact="0.2452"/>
          <dgm:constr type="t" for="ch" forName="text2" refType="h" fact="0.2265"/>
          <dgm:constr type="w" for="ch" forName="text2" refType="w" fact="0.1425"/>
          <dgm:constr type="h" for="ch" forName="text2" refType="h" fact="0.2049"/>
          <dgm:constr type="l" for="ch" forName="image3" refType="w" fact="0.2452"/>
          <dgm:constr type="t" for="ch" forName="image3" refType="h" fact="0"/>
          <dgm:constr type="w" for="ch" forName="image3" refType="w" fact="0.1425"/>
          <dgm:constr type="h" for="ch" forName="image3" refType="h" fact="0.2049"/>
          <dgm:constr type="l" for="ch" forName="text1" refType="w" fact="0.1226"/>
          <dgm:constr type="t" for="ch" forName="text1" refType="h" fact="0.3404"/>
          <dgm:constr type="w" for="ch" forName="text1" refType="w" fact="0.1425"/>
          <dgm:constr type="h" for="ch" forName="text1" refType="h" fact="0.2049"/>
          <dgm:constr type="l" for="ch" forName="text3" refType="w" fact="0.1226"/>
          <dgm:constr type="t" for="ch" forName="text3" refType="h" fact="0.1139"/>
          <dgm:constr type="w" for="ch" forName="text3" refType="w" fact="0.1425"/>
          <dgm:constr type="h" for="ch" forName="text3" refType="h" fact="0.2049"/>
          <dgm:constr type="l" for="ch" forName="textaccent1" refType="w" fact="0.126"/>
          <dgm:constr type="t" for="ch" forName="textaccent1" refType="h" fact="0.432"/>
          <dgm:constr type="w" for="ch" forName="textaccent1" refType="w" fact="0.0166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425"/>
          <dgm:constr type="h" for="ch" forName="image1" refType="h" fact="0.2049"/>
          <dgm:constr type="l" for="ch" forName="imageaccent1" refType="w" fact="0.0976"/>
          <dgm:constr type="t" for="ch" forName="imageaccent1" refType="h" fact="0.4048"/>
          <dgm:constr type="w" for="ch" forName="imageaccent1" refType="w" fact="0.0166"/>
          <dgm:constr type="h" for="ch" forName="imageaccent1" refType="h" fact="0.024"/>
          <dgm:constr type="l" for="ch" forName="textaccent2" refType="w" fact="0.3432"/>
          <dgm:constr type="t" for="ch" forName="textaccent2" refType="h" fact="0.4038"/>
          <dgm:constr type="w" for="ch" forName="textaccent2" refType="w" fact="0.0166"/>
          <dgm:constr type="h" for="ch" forName="textaccent2" refType="h" fact="0.024"/>
          <dgm:constr type="l" for="ch" forName="imageaccent2" refType="w" fact="0.3712"/>
          <dgm:constr type="t" for="ch" forName="imageaccent2" refType="h" fact="0.4312"/>
          <dgm:constr type="w" for="ch" forName="imageaccent2" refType="w" fact="0.0166"/>
          <dgm:constr type="h" for="ch" forName="imageaccent2" refType="h" fact="0.024"/>
          <dgm:constr type="l" for="ch" forName="textaccent3" refType="w" fact="0.2196"/>
          <dgm:constr type="t" for="ch" forName="textaccent3" refType="h" fact="0.1167"/>
          <dgm:constr type="w" for="ch" forName="textaccent3" refType="w" fact="0.0166"/>
          <dgm:constr type="h" for="ch" forName="textaccent3" refType="h" fact="0.024"/>
          <dgm:constr type="l" for="ch" forName="imageaccent3" refType="w" fact="0.2492"/>
          <dgm:constr type="t" for="ch" forName="imageaccent3" refType="h" fact="0.0908"/>
          <dgm:constr type="w" for="ch" forName="imageaccent3" refType="w" fact="0.0166"/>
          <dgm:constr type="h" for="ch" forName="imageaccent3" refType="h" fact="0.024"/>
          <dgm:constr type="l" for="ch" forName="textaccent4" refType="w" fact="0.491"/>
          <dgm:constr type="t" for="ch" forName="textaccent4" refType="h" fact="0.2042"/>
          <dgm:constr type="w" for="ch" forName="textaccent4" refType="w" fact="0.0166"/>
          <dgm:constr type="h" for="ch" forName="textaccent4" refType="h" fact="0.024"/>
          <dgm:constr type="l" for="ch" forName="imageaccent4" refType="w" fact="0.5181"/>
          <dgm:constr type="t" for="ch" forName="imageaccent4" refType="h" fact="0.2323"/>
          <dgm:constr type="w" for="ch" forName="imageaccent4" refType="w" fact="0.0166"/>
          <dgm:constr type="h" for="ch" forName="imageaccent4" refType="h" fact="0.024"/>
          <dgm:constr type="l" for="ch" forName="textaccent5" refType="w" fact="0.6136"/>
          <dgm:constr type="t" for="ch" forName="textaccent5" refType="h" fact="0.094"/>
          <dgm:constr type="w" for="ch" forName="textaccent5" refType="w" fact="0.0166"/>
          <dgm:constr type="h" for="ch" forName="textaccent5" refType="h" fact="0.024"/>
          <dgm:constr type="l" for="ch" forName="imageaccent5" refType="w" fact="0.6413"/>
          <dgm:constr type="t" for="ch" forName="imageaccent5" refType="h" fact="0.121"/>
          <dgm:constr type="w" for="ch" forName="imageaccent5" refType="w" fact="0.0166"/>
          <dgm:constr type="h" for="ch" forName="imageaccent5" refType="h" fact="0.024"/>
          <dgm:constr type="l" for="ch" forName="image6" refType="w" fact="0.4903"/>
          <dgm:constr type="t" for="ch" forName="image6" refType="h" fact="0.4548"/>
          <dgm:constr type="w" for="ch" forName="image6" refType="w" fact="0.1425"/>
          <dgm:constr type="h" for="ch" forName="image6" refType="h" fact="0.2049"/>
          <dgm:constr type="l" for="ch" forName="text6" refType="w" fact="0.6129"/>
          <dgm:constr type="t" for="ch" forName="text6" refType="h" fact="0.3426"/>
          <dgm:constr type="w" for="ch" forName="text6" refType="w" fact="0.1425"/>
          <dgm:constr type="h" for="ch" forName="text6" refType="h" fact="0.2049"/>
          <dgm:constr type="l" for="ch" forName="imageaccent6" refType="w" fact="0.6147"/>
          <dgm:constr type="t" for="ch" forName="imageaccent6" refType="h" fact="0.5447"/>
          <dgm:constr type="w" for="ch" forName="imageaccent6" refType="w" fact="0.0166"/>
          <dgm:constr type="h" for="ch" forName="imageaccent6" refType="h" fact="0.024"/>
          <dgm:constr type="l" for="ch" forName="textaccent6" refType="w" fact="0.6411"/>
          <dgm:constr type="t" for="ch" forName="textaccent6" refType="h" fact="0.5221"/>
          <dgm:constr type="w" for="ch" forName="textaccent6" refType="w" fact="0.0166"/>
          <dgm:constr type="h" for="ch" forName="textaccent6" refType="h" fact="0.024"/>
          <dgm:constr type="l" for="ch" forName="text7" refType="w" fact="0.2451"/>
          <dgm:constr type="t" for="ch" forName="text7" refType="h" fact="0.4535"/>
          <dgm:constr type="w" for="ch" forName="text7" refType="w" fact="0.1425"/>
          <dgm:constr type="h" for="ch" forName="text7" refType="h" fact="0.2049"/>
          <dgm:constr type="l" for="ch" forName="image7" refType="w" fact="0.1225"/>
          <dgm:constr type="t" for="ch" forName="image7" refType="h" fact="0.5674"/>
          <dgm:constr type="w" for="ch" forName="image7" refType="w" fact="0.1425"/>
          <dgm:constr type="h" for="ch" forName="image7" refType="h" fact="0.2049"/>
          <dgm:constr type="l" for="ch" forName="imageaccent7" refType="w" fact="0.2195"/>
          <dgm:constr type="t" for="ch" forName="imageaccent7" refType="h" fact="0.5703"/>
          <dgm:constr type="w" for="ch" forName="imageaccent7" refType="w" fact="0.0166"/>
          <dgm:constr type="h" for="ch" forName="imageaccent7" refType="h" fact="0.024"/>
          <dgm:constr type="l" for="ch" forName="textaccent7" refType="w" fact="0.2491"/>
          <dgm:constr type="t" for="ch" forName="textaccent7" refType="h" fact="0.5443"/>
          <dgm:constr type="w" for="ch" forName="textaccent7" refType="w" fact="0.0166"/>
          <dgm:constr type="h" for="ch" forName="textaccent7" refType="h" fact="0.024"/>
          <dgm:constr type="l" for="ch" forName="image8" refType="w" fact="0.6123"/>
          <dgm:constr type="t" for="ch" forName="image8" refType="h" fact="0.5696"/>
          <dgm:constr type="w" for="ch" forName="image8" refType="w" fact="0.1425"/>
          <dgm:constr type="h" for="ch" forName="image8" refType="h" fact="0.2049"/>
          <dgm:constr type="l" for="ch" forName="text8" refType="w" fact="0.7349"/>
          <dgm:constr type="t" for="ch" forName="text8" refType="h" fact="0.4574"/>
          <dgm:constr type="w" for="ch" forName="text8" refType="w" fact="0.1425"/>
          <dgm:constr type="h" for="ch" forName="text8" refType="h" fact="0.2049"/>
          <dgm:constr type="l" for="ch" forName="imageaccent8" refType="w" fact="0.7367"/>
          <dgm:constr type="t" for="ch" forName="imageaccent8" refType="h" fact="0.6595"/>
          <dgm:constr type="w" for="ch" forName="imageaccent8" refType="w" fact="0.0166"/>
          <dgm:constr type="h" for="ch" forName="imageaccent8" refType="h" fact="0.024"/>
          <dgm:constr type="l" for="ch" forName="textaccent8" refType="w" fact="0.7631"/>
          <dgm:constr type="t" for="ch" forName="textaccent8" refType="h" fact="0.6369"/>
          <dgm:constr type="w" for="ch" forName="textaccent8" refType="w" fact="0.0166"/>
          <dgm:constr type="h" for="ch" forName="textaccent8" refType="h" fact="0.024"/>
          <dgm:constr type="l" for="ch" forName="text9" refType="w" fact="0.7354"/>
          <dgm:constr type="t" for="ch" forName="text9" refType="h" fact="0.0044"/>
          <dgm:constr type="w" for="ch" forName="text9" refType="w" fact="0.1425"/>
          <dgm:constr type="h" for="ch" forName="text9" refType="h" fact="0.2049"/>
          <dgm:constr type="l" for="ch" forName="textaccent9" refType="w" fact="0.8339"/>
          <dgm:constr type="t" for="ch" forName="textaccent9" refType="h" fact="0.1846"/>
          <dgm:constr type="w" for="ch" forName="textaccent9" refType="w" fact="0.0166"/>
          <dgm:constr type="h" for="ch" forName="textaccent9" refType="h" fact="0.024"/>
          <dgm:constr type="l" for="ch" forName="image9" refType="w" fact="0.7354"/>
          <dgm:constr type="t" for="ch" forName="image9" refType="h" fact="0.2306"/>
          <dgm:constr type="w" for="ch" forName="image9" refType="w" fact="0.1425"/>
          <dgm:constr type="h" for="ch" forName="image9" refType="h" fact="0.2049"/>
          <dgm:constr type="l" for="ch" forName="imageaccent9" refType="w" fact="0.8339"/>
          <dgm:constr type="t" for="ch" forName="imageaccent9" refType="h" fact="0.2318"/>
          <dgm:constr type="w" for="ch" forName="imageaccent9" refType="w" fact="0.0166"/>
          <dgm:constr type="h" for="ch" forName="imageaccent9" refType="h" fact="0.024"/>
          <dgm:constr type="l" for="ch" forName="image10" refType="w" fact="0.2446"/>
          <dgm:constr type="t" for="ch" forName="image10" refType="h" fact="0.6805"/>
          <dgm:constr type="w" for="ch" forName="image10" refType="w" fact="0.1425"/>
          <dgm:constr type="h" for="ch" forName="image10" refType="h" fact="0.2049"/>
          <dgm:constr type="l" for="ch" forName="text10" refType="w" fact="0.3672"/>
          <dgm:constr type="t" for="ch" forName="text10" refType="h" fact="0.5683"/>
          <dgm:constr type="w" for="ch" forName="text10" refType="w" fact="0.1425"/>
          <dgm:constr type="h" for="ch" forName="text10" refType="h" fact="0.2049"/>
          <dgm:constr type="l" for="ch" forName="imageaccent10" refType="w" fact="0.369"/>
          <dgm:constr type="t" for="ch" forName="imageaccent10" refType="h" fact="0.7704"/>
          <dgm:constr type="w" for="ch" forName="imageaccent10" refType="w" fact="0.0166"/>
          <dgm:constr type="h" for="ch" forName="imageaccent10" refType="h" fact="0.024"/>
          <dgm:constr type="l" for="ch" forName="textaccent10" refType="w" fact="0.3954"/>
          <dgm:constr type="t" for="ch" forName="textaccent10" refType="h" fact="0.7478"/>
          <dgm:constr type="w" for="ch" forName="textaccent10" refType="w" fact="0.0166"/>
          <dgm:constr type="h" for="ch" forName="textaccent10" refType="h" fact="0.024"/>
          <dgm:constr type="l" for="ch" forName="text11" refType="w" fact="0.612"/>
          <dgm:constr type="t" for="ch" forName="text11" refType="h" fact="0.7951"/>
          <dgm:constr type="w" for="ch" forName="text11" refType="w" fact="0.1425"/>
          <dgm:constr type="h" for="ch" forName="text11" refType="h" fact="0.2049"/>
          <dgm:constr type="l" for="ch" forName="image11" refType="w" fact="0.4894"/>
          <dgm:constr type="t" for="ch" forName="image11" refType="h" fact="0.6816"/>
          <dgm:constr type="w" for="ch" forName="image11" refType="w" fact="0.1425"/>
          <dgm:constr type="h" for="ch" forName="image11" refType="h" fact="0.2049"/>
          <dgm:constr type="l" for="ch" forName="imageaccent11" refType="w" fact="0.5874"/>
          <dgm:constr type="t" for="ch" forName="imageaccent11" refType="h" fact="0.8589"/>
          <dgm:constr type="w" for="ch" forName="imageaccent11" refType="w" fact="0.0166"/>
          <dgm:constr type="h" for="ch" forName="imageaccent11" refType="h" fact="0.024"/>
          <dgm:constr type="l" for="ch" forName="textaccent11" refType="w" fact="0.6154"/>
          <dgm:constr type="t" for="ch" forName="textaccent11" refType="h" fact="0.8863"/>
          <dgm:constr type="w" for="ch" forName="textaccent11" refType="w" fact="0.0166"/>
          <dgm:constr type="h" for="ch" forName="textaccent11" refType="h" fact="0.024"/>
          <dgm:constr type="l" for="ch" forName="text12" refType="w" fact="0.735"/>
          <dgm:constr type="t" for="ch" forName="text12" refType="h" fact="0.684"/>
          <dgm:constr type="w" for="ch" forName="text12" refType="w" fact="0.1425"/>
          <dgm:constr type="h" for="ch" forName="text12" refType="h" fact="0.2049"/>
          <dgm:constr type="l" for="ch" forName="image12" refType="w" fact="0.8575"/>
          <dgm:constr type="t" for="ch" forName="image12" refType="h" fact="0.5718"/>
          <dgm:constr type="w" for="ch" forName="image12" refType="w" fact="0.1425"/>
          <dgm:constr type="h" for="ch" forName="image12" refType="h" fact="0.2049"/>
          <dgm:constr type="l" for="ch" forName="textaccent12" refType="w" fact="0.8594"/>
          <dgm:constr type="t" for="ch" forName="textaccent12" refType="h" fact="0.7739"/>
          <dgm:constr type="w" for="ch" forName="textaccent12" refType="w" fact="0.0166"/>
          <dgm:constr type="h" for="ch" forName="textaccent12" refType="h" fact="0.024"/>
          <dgm:constr type="l" for="ch" forName="imageaccent12" refType="w" fact="0.8858"/>
          <dgm:constr type="t" for="ch" forName="imageaccent12" refType="h" fact="0.7513"/>
          <dgm:constr type="w" for="ch" forName="imageaccent12" refType="w" fact="0.0166"/>
          <dgm:constr type="h" for="ch" forName="imageaccent12" refType="h" fact="0.024"/>
        </dgm:constrLst>
      </dgm:else>
    </dgm:choose>
    <dgm:forEach name="wrapper" axis="self" ptType="parTrans">
      <dgm:forEach name="wrapper2" axis="self" ptType="sibTrans" st="2">
        <dgm:forEach name="textRepeat" axis="self">
          <dgm:layoutNode name="textRepeatNode" styleLbl="alignNode1">
            <dgm:varLst>
              <dgm:chMax val="0"/>
              <dgm:chPref val="0"/>
              <dgm:bulletEnabled val="1"/>
            </dgm:varLst>
            <dgm:alg type="tx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.1"/>
              <dgm:constr type="bMarg" refType="primFontSz" fact="0.1"/>
            </dgm:constrLst>
            <dgm:ruleLst>
              <dgm:rule type="primFontSz" val="5" fact="NaN" max="NaN"/>
            </dgm:ruleLst>
          </dgm:layoutNode>
        </dgm:forEach>
        <dgm:forEach name="accentRepeat" axis="self">
          <dgm:layoutNode name="accentRepeatNode" styleLbl="solidAlignAcc1">
            <dgm:alg type="sp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/>
          </dgm:layoutNode>
        </dgm:forEach>
        <dgm:forEach name="imageRepeat" axis="self">
          <dgm:layoutNode name="imageRepeatNode" styleLbl="alignAcc1">
            <dgm:alg type="sp"/>
            <dgm:shape xmlns:r="http://schemas.openxmlformats.org/officeDocument/2006/relationships" type="hexagon" r:blip="" blipPhldr="1">
              <dgm:adjLst>
                <dgm:adj idx="1" val="0.25"/>
                <dgm:adj idx="2" val="1.1547"/>
              </dgm:adjLst>
            </dgm:shape>
            <dgm:presOf axis="self"/>
          </dgm:layoutNode>
        </dgm:forEach>
      </dgm:forEach>
    </dgm:forEach>
    <dgm:forEach name="Name14" axis="ch" ptType="node" cnt="1">
      <dgm:layoutNode name="text1">
        <dgm:alg type="sp"/>
        <dgm:shape xmlns:r="http://schemas.openxmlformats.org/officeDocument/2006/relationships" r:blip="">
          <dgm:adjLst/>
        </dgm:shape>
        <dgm:presOf/>
        <dgm:constrLst/>
        <dgm:forEach name="Name15" ref="textRepeat"/>
      </dgm:layoutNode>
      <dgm:layoutNode name="textaccent1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"/>
      </dgm:layoutNode>
    </dgm:forEach>
    <dgm:forEach name="Name17" axis="ch" ptType="sibTrans" hideLastTrans="0" cnt="1">
      <dgm:layoutNode name="image1">
        <dgm:alg type="sp"/>
        <dgm:shape xmlns:r="http://schemas.openxmlformats.org/officeDocument/2006/relationships" r:blip="">
          <dgm:adjLst/>
        </dgm:shape>
        <dgm:presOf/>
        <dgm:constrLst/>
        <dgm:forEach name="Name18" ref="imageRepeat"/>
      </dgm:layoutNode>
      <dgm:layoutNode name="imageaccent1">
        <dgm:alg type="sp"/>
        <dgm:shape xmlns:r="http://schemas.openxmlformats.org/officeDocument/2006/relationships" r:blip="">
          <dgm:adjLst/>
        </dgm:shape>
        <dgm:presOf/>
        <dgm:constrLst/>
        <dgm:forEach name="Name19" ref="accentRepeat"/>
      </dgm:layoutNode>
    </dgm:forEach>
    <dgm:forEach name="Name20" axis="ch" ptType="node" st="2" cnt="1">
      <dgm:layoutNode name="text2">
        <dgm:alg type="sp"/>
        <dgm:shape xmlns:r="http://schemas.openxmlformats.org/officeDocument/2006/relationships" r:blip="">
          <dgm:adjLst/>
        </dgm:shape>
        <dgm:presOf/>
        <dgm:constrLst/>
        <dgm:forEach name="Name21" ref="textRepeat"/>
      </dgm:layoutNode>
      <dgm:layoutNode name="textaccent2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"/>
      </dgm:layoutNode>
    </dgm:forEach>
    <dgm:forEach name="Name23" axis="ch" ptType="sibTrans" hideLastTrans="0" st="2" cnt="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24" ref="imageRepeat"/>
      </dgm:layoutNode>
      <dgm:layoutNode name="imageaccent2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"/>
      </dgm:layoutNode>
    </dgm:forEach>
    <dgm:forEach name="Name26" axis="ch" ptType="node" st="3" cnt="1">
      <dgm:layoutNode name="text3">
        <dgm:alg type="sp"/>
        <dgm:shape xmlns:r="http://schemas.openxmlformats.org/officeDocument/2006/relationships" r:blip="">
          <dgm:adjLst/>
        </dgm:shape>
        <dgm:presOf/>
        <dgm:constrLst/>
        <dgm:forEach name="Name27" ref="textRepeat"/>
      </dgm:layoutNode>
      <dgm:layoutNode name="textaccent3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</dgm:forEach>
    <dgm:forEach name="Name29" axis="ch" ptType="sibTrans" hideLastTrans="0" st="3" cnt="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30" ref="imageRepeat"/>
      </dgm:layoutNode>
      <dgm:layoutNode name="imageaccent3">
        <dgm:alg type="sp"/>
        <dgm:shape xmlns:r="http://schemas.openxmlformats.org/officeDocument/2006/relationships" r:blip="">
          <dgm:adjLst/>
        </dgm:shape>
        <dgm:presOf/>
        <dgm:constrLst/>
        <dgm:forEach name="Name31" ref="accentRepeat"/>
      </dgm:layoutNode>
    </dgm:forEach>
    <dgm:forEach name="Name32" axis="ch" ptType="node" st="4" cnt="1">
      <dgm:layoutNode name="text4">
        <dgm:alg type="sp"/>
        <dgm:shape xmlns:r="http://schemas.openxmlformats.org/officeDocument/2006/relationships" r:blip="">
          <dgm:adjLst/>
        </dgm:shape>
        <dgm:presOf/>
        <dgm:constrLst/>
        <dgm:forEach name="Name33" ref="textRepeat"/>
      </dgm:layoutNode>
      <dgm:layoutNode name="textaccent4">
        <dgm:alg type="sp"/>
        <dgm:shape xmlns:r="http://schemas.openxmlformats.org/officeDocument/2006/relationships" r:blip="">
          <dgm:adjLst/>
        </dgm:shape>
        <dgm:presOf/>
        <dgm:constrLst/>
        <dgm:forEach name="Name34" ref="accentRepeat"/>
      </dgm:layoutNode>
    </dgm:forEach>
    <dgm:forEach name="Name35" axis="ch" ptType="sibTrans" hideLastTrans="0" st="4" cnt="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36" ref="imageRepeat"/>
      </dgm:layoutNode>
      <dgm:layoutNode name="imageaccent4">
        <dgm:alg type="sp"/>
        <dgm:shape xmlns:r="http://schemas.openxmlformats.org/officeDocument/2006/relationships" r:blip="">
          <dgm:adjLst/>
        </dgm:shape>
        <dgm:presOf/>
        <dgm:constrLst/>
        <dgm:forEach name="Name37" ref="accentRepeat"/>
      </dgm:layoutNode>
    </dgm:forEach>
    <dgm:forEach name="Name38" axis="ch" ptType="node" st="5" cnt="1">
      <dgm:layoutNode name="text5">
        <dgm:alg type="sp"/>
        <dgm:shape xmlns:r="http://schemas.openxmlformats.org/officeDocument/2006/relationships" r:blip="">
          <dgm:adjLst/>
        </dgm:shape>
        <dgm:presOf/>
        <dgm:constrLst/>
        <dgm:forEach name="Name39" ref="textRepeat"/>
      </dgm:layoutNode>
      <dgm:layoutNode name="text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</dgm:forEach>
    <dgm:forEach name="Name41" axis="ch" ptType="sibTrans" hideLastTrans="0" st="5" cnt="1">
      <dgm:layoutNode name="image5">
        <dgm:alg type="sp"/>
        <dgm:shape xmlns:r="http://schemas.openxmlformats.org/officeDocument/2006/relationships" r:blip="">
          <dgm:adjLst/>
        </dgm:shape>
        <dgm:presOf/>
        <dgm:constrLst/>
        <dgm:forEach name="Name42" ref="imageRepeat"/>
      </dgm:layoutNode>
      <dgm:layoutNode name="imageaccent5">
        <dgm:alg type="sp"/>
        <dgm:shape xmlns:r="http://schemas.openxmlformats.org/officeDocument/2006/relationships" r:blip="">
          <dgm:adjLst/>
        </dgm:shape>
        <dgm:presOf/>
        <dgm:constrLst/>
        <dgm:forEach name="Name43" ref="accentRepeat"/>
      </dgm:layoutNode>
    </dgm:forEach>
    <dgm:forEach name="Name44" axis="ch" ptType="node" st="6" cnt="1">
      <dgm:layoutNode name="text6">
        <dgm:alg type="sp"/>
        <dgm:shape xmlns:r="http://schemas.openxmlformats.org/officeDocument/2006/relationships" r:blip="">
          <dgm:adjLst/>
        </dgm:shape>
        <dgm:presOf/>
        <dgm:constrLst/>
        <dgm:forEach name="Name45" ref="textRepeat"/>
      </dgm:layoutNode>
      <dgm:layoutNode name="textaccent6">
        <dgm:alg type="sp"/>
        <dgm:shape xmlns:r="http://schemas.openxmlformats.org/officeDocument/2006/relationships" r:blip="">
          <dgm:adjLst/>
        </dgm:shape>
        <dgm:presOf/>
        <dgm:constrLst/>
        <dgm:forEach name="Name46" ref="accentRepeat"/>
      </dgm:layoutNode>
    </dgm:forEach>
    <dgm:forEach name="Name47" axis="ch" ptType="sibTrans" hideLastTrans="0" st="6" cnt="1">
      <dgm:layoutNode name="image6">
        <dgm:alg type="sp"/>
        <dgm:shape xmlns:r="http://schemas.openxmlformats.org/officeDocument/2006/relationships" r:blip="">
          <dgm:adjLst/>
        </dgm:shape>
        <dgm:presOf/>
        <dgm:constrLst/>
        <dgm:forEach name="Name48" ref="imageRepeat"/>
      </dgm:layoutNode>
      <dgm:layoutNode name="imageaccent6">
        <dgm:alg type="sp"/>
        <dgm:shape xmlns:r="http://schemas.openxmlformats.org/officeDocument/2006/relationships" r:blip="">
          <dgm:adjLst/>
        </dgm:shape>
        <dgm:presOf/>
        <dgm:constrLst/>
        <dgm:forEach name="Name49" ref="accentRepeat"/>
      </dgm:layoutNode>
    </dgm:forEach>
    <dgm:forEach name="Name50" axis="ch" ptType="node" st="7" cnt="1">
      <dgm:layoutNode name="text7">
        <dgm:alg type="sp"/>
        <dgm:shape xmlns:r="http://schemas.openxmlformats.org/officeDocument/2006/relationships" r:blip="">
          <dgm:adjLst/>
        </dgm:shape>
        <dgm:presOf/>
        <dgm:constrLst/>
        <dgm:forEach name="Name51" ref="textRepeat"/>
      </dgm:layoutNode>
      <dgm:layoutNode name="textaccent7">
        <dgm:alg type="sp"/>
        <dgm:shape xmlns:r="http://schemas.openxmlformats.org/officeDocument/2006/relationships" r:blip="">
          <dgm:adjLst/>
        </dgm:shape>
        <dgm:presOf/>
        <dgm:constrLst/>
        <dgm:forEach name="Name52" ref="accentRepeat"/>
      </dgm:layoutNode>
    </dgm:forEach>
    <dgm:forEach name="Name53" axis="ch" ptType="sibTrans" hideLastTrans="0" st="7" cnt="1">
      <dgm:layoutNode name="image7">
        <dgm:alg type="sp"/>
        <dgm:shape xmlns:r="http://schemas.openxmlformats.org/officeDocument/2006/relationships" r:blip="">
          <dgm:adjLst/>
        </dgm:shape>
        <dgm:presOf/>
        <dgm:constrLst/>
        <dgm:forEach name="Name54" ref="imageRepeat"/>
      </dgm:layoutNode>
      <dgm:layoutNode name="imageaccent7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</dgm:forEach>
    <dgm:forEach name="Name56" axis="ch" ptType="node" st="8" cnt="1">
      <dgm:layoutNode name="text8">
        <dgm:alg type="sp"/>
        <dgm:shape xmlns:r="http://schemas.openxmlformats.org/officeDocument/2006/relationships" r:blip="">
          <dgm:adjLst/>
        </dgm:shape>
        <dgm:presOf/>
        <dgm:constrLst/>
        <dgm:forEach name="Name57" ref="textRepeat"/>
      </dgm:layoutNode>
      <dgm:layoutNode name="textaccent8">
        <dgm:alg type="sp"/>
        <dgm:shape xmlns:r="http://schemas.openxmlformats.org/officeDocument/2006/relationships" r:blip="">
          <dgm:adjLst/>
        </dgm:shape>
        <dgm:presOf/>
        <dgm:constrLst/>
        <dgm:forEach name="Name58" ref="accentRepeat"/>
      </dgm:layoutNode>
    </dgm:forEach>
    <dgm:forEach name="Name59" axis="ch" ptType="sibTrans" hideLastTrans="0" st="8" cnt="1">
      <dgm:layoutNode name="image8">
        <dgm:alg type="sp"/>
        <dgm:shape xmlns:r="http://schemas.openxmlformats.org/officeDocument/2006/relationships" r:blip="">
          <dgm:adjLst/>
        </dgm:shape>
        <dgm:presOf/>
        <dgm:constrLst/>
        <dgm:forEach name="Name60" ref="imageRepeat"/>
      </dgm:layoutNode>
      <dgm:layoutNode name="imageaccent8">
        <dgm:alg type="sp"/>
        <dgm:shape xmlns:r="http://schemas.openxmlformats.org/officeDocument/2006/relationships" r:blip="">
          <dgm:adjLst/>
        </dgm:shape>
        <dgm:presOf/>
        <dgm:constrLst/>
        <dgm:forEach name="Name61" ref="accentRepeat"/>
      </dgm:layoutNode>
    </dgm:forEach>
    <dgm:forEach name="Name62" axis="ch" ptType="node" st="9" cnt="1">
      <dgm:layoutNode name="text9">
        <dgm:alg type="sp"/>
        <dgm:shape xmlns:r="http://schemas.openxmlformats.org/officeDocument/2006/relationships" r:blip="">
          <dgm:adjLst/>
        </dgm:shape>
        <dgm:presOf/>
        <dgm:constrLst/>
        <dgm:forEach name="Name63" ref="textRepeat"/>
      </dgm:layoutNode>
      <dgm:layoutNode name="textaccent9">
        <dgm:alg type="sp"/>
        <dgm:shape xmlns:r="http://schemas.openxmlformats.org/officeDocument/2006/relationships" r:blip="">
          <dgm:adjLst/>
        </dgm:shape>
        <dgm:presOf/>
        <dgm:constrLst/>
        <dgm:forEach name="Name64" ref="accentRepeat"/>
      </dgm:layoutNode>
    </dgm:forEach>
    <dgm:forEach name="Name65" axis="ch" ptType="sibTrans" hideLastTrans="0" st="9" cnt="1">
      <dgm:layoutNode name="image9">
        <dgm:alg type="sp"/>
        <dgm:shape xmlns:r="http://schemas.openxmlformats.org/officeDocument/2006/relationships" r:blip="">
          <dgm:adjLst/>
        </dgm:shape>
        <dgm:presOf/>
        <dgm:constrLst/>
        <dgm:forEach name="Name66" ref="imageRepeat"/>
      </dgm:layoutNode>
      <dgm:layoutNode name="imageaccent9">
        <dgm:alg type="sp"/>
        <dgm:shape xmlns:r="http://schemas.openxmlformats.org/officeDocument/2006/relationships" r:blip="">
          <dgm:adjLst/>
        </dgm:shape>
        <dgm:presOf/>
        <dgm:constrLst/>
        <dgm:forEach name="Name67" ref="accentRepeat"/>
      </dgm:layoutNode>
    </dgm:forEach>
    <dgm:forEach name="Name68" axis="ch" ptType="node" st="10" cnt="1">
      <dgm:layoutNode name="text10">
        <dgm:alg type="sp"/>
        <dgm:shape xmlns:r="http://schemas.openxmlformats.org/officeDocument/2006/relationships" r:blip="">
          <dgm:adjLst/>
        </dgm:shape>
        <dgm:presOf/>
        <dgm:constrLst/>
        <dgm:forEach name="Name69" ref="textRepeat"/>
      </dgm:layoutNode>
      <dgm:layoutNode name="textaccent10">
        <dgm:alg type="sp"/>
        <dgm:shape xmlns:r="http://schemas.openxmlformats.org/officeDocument/2006/relationships" r:blip="">
          <dgm:adjLst/>
        </dgm:shape>
        <dgm:presOf/>
        <dgm:constrLst/>
        <dgm:forEach name="Name70" ref="accentRepeat"/>
      </dgm:layoutNode>
    </dgm:forEach>
    <dgm:forEach name="Name71" axis="ch" ptType="sibTrans" hideLastTrans="0" st="10" cnt="1">
      <dgm:layoutNode name="image10">
        <dgm:alg type="sp"/>
        <dgm:shape xmlns:r="http://schemas.openxmlformats.org/officeDocument/2006/relationships" r:blip="">
          <dgm:adjLst/>
        </dgm:shape>
        <dgm:presOf/>
        <dgm:constrLst/>
        <dgm:forEach name="Name72" ref="imageRepeat"/>
      </dgm:layoutNode>
      <dgm:layoutNode name="imageaccent10">
        <dgm:alg type="sp"/>
        <dgm:shape xmlns:r="http://schemas.openxmlformats.org/officeDocument/2006/relationships" r:blip="">
          <dgm:adjLst/>
        </dgm:shape>
        <dgm:presOf/>
        <dgm:constrLst/>
        <dgm:forEach name="Name73" ref="accentRepeat"/>
      </dgm:layoutNode>
    </dgm:forEach>
    <dgm:forEach name="Name74" axis="ch" ptType="node" st="11" cnt="1">
      <dgm:layoutNode name="text11">
        <dgm:alg type="sp"/>
        <dgm:shape xmlns:r="http://schemas.openxmlformats.org/officeDocument/2006/relationships" r:blip="">
          <dgm:adjLst/>
        </dgm:shape>
        <dgm:presOf/>
        <dgm:constrLst/>
        <dgm:forEach name="Name75" ref="textRepeat"/>
      </dgm:layoutNode>
      <dgm:layoutNode name="textaccent1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</dgm:forEach>
    <dgm:forEach name="Name77" axis="ch" ptType="sibTrans" hideLastTrans="0" st="11" cnt="1">
      <dgm:layoutNode name="image11">
        <dgm:alg type="sp"/>
        <dgm:shape xmlns:r="http://schemas.openxmlformats.org/officeDocument/2006/relationships" r:blip="">
          <dgm:adjLst/>
        </dgm:shape>
        <dgm:presOf/>
        <dgm:constrLst/>
        <dgm:forEach name="Name78" ref="imageRepeat"/>
      </dgm:layoutNode>
      <dgm:layoutNode name="imageaccent11">
        <dgm:alg type="sp"/>
        <dgm:shape xmlns:r="http://schemas.openxmlformats.org/officeDocument/2006/relationships" r:blip="">
          <dgm:adjLst/>
        </dgm:shape>
        <dgm:presOf/>
        <dgm:constrLst/>
        <dgm:forEach name="Name79" ref="accentRepeat"/>
      </dgm:layoutNode>
    </dgm:forEach>
    <dgm:forEach name="Name80" axis="ch" ptType="node" st="12" cnt="1">
      <dgm:layoutNode name="text12">
        <dgm:alg type="sp"/>
        <dgm:shape xmlns:r="http://schemas.openxmlformats.org/officeDocument/2006/relationships" r:blip="">
          <dgm:adjLst/>
        </dgm:shape>
        <dgm:presOf/>
        <dgm:constrLst/>
        <dgm:forEach name="Name81" ref="textRepeat"/>
      </dgm:layoutNode>
      <dgm:layoutNode name="textaccent12">
        <dgm:alg type="sp"/>
        <dgm:shape xmlns:r="http://schemas.openxmlformats.org/officeDocument/2006/relationships" r:blip="">
          <dgm:adjLst/>
        </dgm:shape>
        <dgm:presOf/>
        <dgm:constrLst/>
        <dgm:forEach name="Name82" ref="accentRepeat"/>
      </dgm:layoutNode>
    </dgm:forEach>
    <dgm:forEach name="Name83" axis="ch" ptType="sibTrans" hideLastTrans="0" st="12" cnt="1">
      <dgm:layoutNode name="image12">
        <dgm:alg type="sp"/>
        <dgm:shape xmlns:r="http://schemas.openxmlformats.org/officeDocument/2006/relationships" r:blip="">
          <dgm:adjLst/>
        </dgm:shape>
        <dgm:presOf/>
        <dgm:constrLst/>
        <dgm:forEach name="Name84" ref="imageRepeat"/>
      </dgm:layoutNode>
      <dgm:layoutNode name="imageaccent12">
        <dgm:alg type="sp"/>
        <dgm:shape xmlns:r="http://schemas.openxmlformats.org/officeDocument/2006/relationships" r:blip="">
          <dgm:adjLst/>
        </dgm:shape>
        <dgm:presOf/>
        <dgm:constrLst/>
        <dgm:forEach name="Name85" ref="accentRepeat"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342D6C-81B0-5D4C-B397-9EA704BF4F51}" type="datetimeFigureOut">
              <a:rPr lang="en-US" smtClean="0"/>
              <a:t>7/24/24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FC2721-A2AF-1F48-AC2C-2170043F3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529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218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638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5548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3944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865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1305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1676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3323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Helper function example: access forwarding information base (FIB)</a:t>
            </a:r>
          </a:p>
          <a:p>
            <a:r>
              <a:rPr lang="en-US" dirty="0" err="1"/>
              <a:t>Ipt</a:t>
            </a:r>
            <a:r>
              <a:rPr lang="en-US" dirty="0"/>
              <a:t> is iptables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7136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Helper function example: access forwarding information base (FIB)</a:t>
            </a:r>
          </a:p>
          <a:p>
            <a:r>
              <a:rPr lang="en-US" dirty="0" err="1"/>
              <a:t>Ipt</a:t>
            </a:r>
            <a:r>
              <a:rPr lang="en-US" dirty="0"/>
              <a:t> is iptables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9189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Helper function example: access forwarding information base (FIB)</a:t>
            </a:r>
          </a:p>
          <a:p>
            <a:r>
              <a:rPr lang="en-US" dirty="0" err="1"/>
              <a:t>Ipt</a:t>
            </a:r>
            <a:r>
              <a:rPr lang="en-US" dirty="0"/>
              <a:t> is iptables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0004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1617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4205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9922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3954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450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6947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9631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7712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1971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1171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1252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7383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0331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74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8506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2366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183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1289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2866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2417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24134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60068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69249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43705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08240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Microsecond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93277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Microsecond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85217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19687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23845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64918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24970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95814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82615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51788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61941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C2721-A2AF-1F48-AC2C-2170043F3E36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767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62B22-6FC5-615B-D0B8-83FCC91AF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80F132-9B3C-1E66-ED74-803F4CB49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435FE-BF54-1B60-2D18-BEE6D1539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84113-6ED8-5744-B628-F0EABBF3FC5C}" type="datetime1">
              <a:rPr lang="en-US" smtClean="0"/>
              <a:t>7/24/24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10251-5C58-8735-A983-8B39CAA82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39EA6-441B-5286-68E6-8BFD74C99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603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E6964-5986-B4E2-F4C4-FC381D34B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E6FB1-AC6B-38DB-7658-9525A3B82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914B0-0690-985D-434B-DC364FC43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30100-24CD-EF4D-A5A9-144D32344748}" type="datetime1">
              <a:rPr lang="en-US" smtClean="0"/>
              <a:t>7/24/24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DAB81-DC14-BC8C-2F2F-95026792B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30C68-DBBA-2258-B4FC-E28A2CCFA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215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1B8DA-ED74-F8B0-DA66-C1A9405D3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3E594A-F482-B7B7-2623-77261FF23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F557E-A851-3586-8FBE-975297DE3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019A-C253-214E-92F6-008A1298EF28}" type="datetime1">
              <a:rPr lang="en-US" smtClean="0"/>
              <a:t>7/24/24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89E0F-9B7E-8F81-09D8-D11A2C607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9B167-4EA0-4AC4-1DDA-AA364D47C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479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E4CEB-0B45-6BBF-F59A-0C69ED8F6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BBA3F-4D89-F040-86A1-A3404946CF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868D00-AFD3-3795-0BD0-B762BB5AF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1C7239-9787-4F51-E93F-F3451A6F9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0ED9-9CC5-1B4C-9754-3EA06C17E0D7}" type="datetime1">
              <a:rPr lang="en-US" smtClean="0"/>
              <a:t>7/24/24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D72B3-5BE7-FF76-DE51-236064259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97D5F3-411E-896A-EA79-DC8BA4EAA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590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B1847-8CD7-BDFF-8B3C-1A69CD3D1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25C16-2878-0574-5ADF-7528197C2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06DA70-FC7B-719E-6687-CFA177F5BB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1B888C-5977-B027-4521-2FAE2BAF22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978BE3-7724-E8DD-9F1B-6D4AA3601F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75C49F-2CDF-360A-69E4-25A2E05AD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AA661-CD3C-A840-B0DB-76719F00F25D}" type="datetime1">
              <a:rPr lang="en-US" smtClean="0"/>
              <a:t>7/24/24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8A79AB-1878-6882-EC67-ED07F12EA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AE9AC1-8CFF-E5DB-4A10-29844126B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491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F33DA-4000-04E1-23CB-F93F5B88D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ABA736-689A-B5E1-1CA4-D37E144D3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DD491-BD94-EF4C-9274-0F4C9AFF1399}" type="datetime1">
              <a:rPr lang="en-US" smtClean="0"/>
              <a:t>7/24/24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1D5575-A8DC-894E-006B-02EB94E66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88E008-76C8-5ADA-1556-365F7B28B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893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735A02-FE0A-EFB5-6E05-15DB3DDDF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EE828-B179-3A4A-8C56-05C09A461E24}" type="datetime1">
              <a:rPr lang="en-US" smtClean="0"/>
              <a:t>7/24/24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13454E-6954-D254-86A9-486E6B477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25FE2D-01CD-C6A1-1C01-C7718FFC2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522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AA97E-695F-C413-A931-954E3976D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1AE4B-BB02-AB76-3803-18C193B7A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68204C-664F-2F06-14EB-A169ED2EB4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8E65A6-2553-AEAA-F166-6813A0EE8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B6E92-96C9-994C-A974-E02896B1B830}" type="datetime1">
              <a:rPr lang="en-US" smtClean="0"/>
              <a:t>7/24/24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93FF7-6272-36A8-B645-CFFD8BB4A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CFFA9A-5633-779E-A4BE-86BD148B5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05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A7FBE-D346-E1BE-0D45-15A4F5E7F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509356-2CC6-AF67-65EC-42B0D9DB20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F728DA-F734-3DD2-050B-2CED50559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595546-824F-45D0-4FAB-1A761E42A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08E3-F190-7F46-AABB-9151700A95A2}" type="datetime1">
              <a:rPr lang="en-US" smtClean="0"/>
              <a:t>7/24/24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BD2F5-318F-304D-7BFF-3FC8EEA15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FBA3DF-CDF5-A419-DBD7-565686978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020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9631C-7D1E-FD5E-B8EA-C053C3C2B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649F31-7FF4-E343-CBAA-649706BD5A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A0BEA-5049-B8C0-E5EA-27C8EEC76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6812A-F4C0-694F-B121-924BA6FC5671}" type="datetime1">
              <a:rPr lang="en-US" smtClean="0"/>
              <a:t>7/24/24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BC866-5E5D-BC55-7B5A-F880BCEF7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4164E-49B1-204C-DAE4-E660FC14B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298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23109A-7C9E-D9AB-3512-C03870351F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C136C0-25EA-9E43-7E64-B817D72C8D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A736D-E5B1-B6D9-34CF-343560639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BC50B-8A2F-A14E-8EA1-B2643B3F28D1}" type="datetime1">
              <a:rPr lang="en-US" smtClean="0"/>
              <a:t>7/24/24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56D10-1A66-4E80-A0B0-226E023E5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20096-B9EC-770D-F1D9-C5E412640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217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A4BFE3-C9E0-C41A-5049-9578B6C2C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A94471-73EF-7A66-0278-00FE2A801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5E046-595C-5C82-7FC5-5AA61070AF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3EE2E0-B931-F54A-9813-5CC5484CC4C7}" type="datetime1">
              <a:rPr lang="en-US" smtClean="0"/>
              <a:t>7/24/24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5CB77-B625-EAF4-194A-323C203B4C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3D98B-4A45-E27E-C56E-AB5505EA02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A5422C-56B8-4641-B985-16F91520185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-up of a logo&#10;&#10;Description automatically generated">
            <a:extLst>
              <a:ext uri="{FF2B5EF4-FFF2-40B4-BE49-F238E27FC236}">
                <a16:creationId xmlns:a16="http://schemas.microsoft.com/office/drawing/2014/main" id="{EE57DD23-2026-7BB5-4FC2-E6779C0EB0D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21146" y="5537373"/>
            <a:ext cx="2960254" cy="1184102"/>
          </a:xfrm>
          <a:prstGeom prst="rect">
            <a:avLst/>
          </a:prstGeom>
        </p:spPr>
      </p:pic>
      <p:pic>
        <p:nvPicPr>
          <p:cNvPr id="9" name="Picture 8" descr="A black and grey text&#10;&#10;Description automatically generated">
            <a:extLst>
              <a:ext uri="{FF2B5EF4-FFF2-40B4-BE49-F238E27FC236}">
                <a16:creationId xmlns:a16="http://schemas.microsoft.com/office/drawing/2014/main" id="{468AD031-D237-1B54-0DA1-B563EC91147E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3798454" y="5837324"/>
            <a:ext cx="38100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186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13" Type="http://schemas.openxmlformats.org/officeDocument/2006/relationships/image" Target="../media/image13.svg"/><Relationship Id="rId3" Type="http://schemas.openxmlformats.org/officeDocument/2006/relationships/image" Target="../media/image6.png"/><Relationship Id="rId7" Type="http://schemas.openxmlformats.org/officeDocument/2006/relationships/diagramData" Target="../diagrams/data1.xml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11" Type="http://schemas.microsoft.com/office/2007/relationships/diagramDrawing" Target="../diagrams/drawing1.xml"/><Relationship Id="rId5" Type="http://schemas.openxmlformats.org/officeDocument/2006/relationships/image" Target="../media/image10.png"/><Relationship Id="rId10" Type="http://schemas.openxmlformats.org/officeDocument/2006/relationships/diagramColors" Target="../diagrams/colors1.xml"/><Relationship Id="rId4" Type="http://schemas.openxmlformats.org/officeDocument/2006/relationships/image" Target="../media/image7.svg"/><Relationship Id="rId9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sv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sv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sv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sv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cabranches/tna" TargetMode="Externa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mcabranches/linu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5EB9717-31B0-5359-9C16-F295DA6D8F8C}"/>
              </a:ext>
            </a:extLst>
          </p:cNvPr>
          <p:cNvSpPr/>
          <p:nvPr/>
        </p:nvSpPr>
        <p:spPr>
          <a:xfrm>
            <a:off x="341745" y="4359564"/>
            <a:ext cx="4156364" cy="23275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F229D6-6060-FF28-5439-B9FC785E03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LinuxFP: </a:t>
            </a:r>
            <a:r>
              <a:rPr lang="en-US" dirty="0"/>
              <a:t>Transparently Accelerating Linux Networking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60CC10-8BE3-B766-582F-B9EB92F137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336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Marcelo </a:t>
            </a:r>
            <a:r>
              <a:rPr lang="en-US" dirty="0" err="1"/>
              <a:t>Abranches</a:t>
            </a:r>
            <a:r>
              <a:rPr lang="en-US" dirty="0"/>
              <a:t>*, </a:t>
            </a:r>
            <a:r>
              <a:rPr lang="en-US" b="1" dirty="0"/>
              <a:t>Erika Hunhoff*</a:t>
            </a:r>
            <a:r>
              <a:rPr lang="en-US" dirty="0"/>
              <a:t>, Rohan </a:t>
            </a:r>
            <a:r>
              <a:rPr lang="en-US" dirty="0" err="1"/>
              <a:t>Eswara</a:t>
            </a:r>
            <a:r>
              <a:rPr lang="en-US" dirty="0"/>
              <a:t>*, Oliver Michel</a:t>
            </a:r>
            <a:r>
              <a:rPr lang="en-US" baseline="30000" dirty="0"/>
              <a:t>+</a:t>
            </a:r>
            <a:r>
              <a:rPr lang="en-US" dirty="0"/>
              <a:t>, Eric Keller*</a:t>
            </a:r>
          </a:p>
          <a:p>
            <a:r>
              <a:rPr lang="en-US" sz="1900" dirty="0"/>
              <a:t>*University of Colorado Boulder			</a:t>
            </a:r>
            <a:r>
              <a:rPr lang="en-US" sz="1900" baseline="30000" dirty="0"/>
              <a:t>+</a:t>
            </a:r>
            <a:r>
              <a:rPr lang="en-US" sz="1900" dirty="0"/>
              <a:t>Princeton</a:t>
            </a:r>
          </a:p>
          <a:p>
            <a:endParaRPr lang="en-US" sz="1900" dirty="0"/>
          </a:p>
          <a:p>
            <a:endParaRPr lang="en-US" sz="1900" dirty="0"/>
          </a:p>
          <a:p>
            <a:r>
              <a:rPr lang="en-US" sz="1900" dirty="0"/>
              <a:t>ICDCS 2024 </a:t>
            </a:r>
          </a:p>
          <a:p>
            <a:r>
              <a:rPr lang="en-US" sz="1900" dirty="0"/>
              <a:t>Jersey City, New Jersey USA</a:t>
            </a:r>
          </a:p>
        </p:txBody>
      </p:sp>
      <p:pic>
        <p:nvPicPr>
          <p:cNvPr id="5" name="Picture 4" descr="A logo of university of colorado boulder&#10;&#10;Description automatically generated">
            <a:extLst>
              <a:ext uri="{FF2B5EF4-FFF2-40B4-BE49-F238E27FC236}">
                <a16:creationId xmlns:a16="http://schemas.microsoft.com/office/drawing/2014/main" id="{5F0EBC0A-7DCE-962C-DA94-5D392F01EF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127" y="4497675"/>
            <a:ext cx="2678546" cy="200891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0DF067B-210B-54DD-34A4-8B71BBEE4E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4273" y="5049837"/>
            <a:ext cx="2501900" cy="6858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AD6F503-CC29-F090-CECE-DD0819AB7954}"/>
              </a:ext>
            </a:extLst>
          </p:cNvPr>
          <p:cNvSpPr/>
          <p:nvPr/>
        </p:nvSpPr>
        <p:spPr>
          <a:xfrm>
            <a:off x="4202546" y="5827710"/>
            <a:ext cx="3256345" cy="7575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6316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573D-620A-8DEA-DC4C-81A184D5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Based Packet Processing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2548D-433C-C212-E9F3-6FDB96B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288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573D-620A-8DEA-DC4C-81A184D5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Based Packet Processing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2548D-433C-C212-E9F3-6FDB96B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3</a:t>
            </a:fld>
            <a:endParaRPr lang="en-US"/>
          </a:p>
        </p:txBody>
      </p:sp>
      <p:pic>
        <p:nvPicPr>
          <p:cNvPr id="6" name="Graphic 5" descr="Layers Design outline">
            <a:extLst>
              <a:ext uri="{FF2B5EF4-FFF2-40B4-BE49-F238E27FC236}">
                <a16:creationId xmlns:a16="http://schemas.microsoft.com/office/drawing/2014/main" id="{F7FA9402-CE72-96A9-4C30-034E53A52E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557" y="3189497"/>
            <a:ext cx="2901248" cy="2531679"/>
          </a:xfrm>
          <a:prstGeom prst="rect">
            <a:avLst/>
          </a:prstGeom>
        </p:spPr>
      </p:pic>
      <p:pic>
        <p:nvPicPr>
          <p:cNvPr id="7" name="Graphic 6" descr="Forest scene outline">
            <a:extLst>
              <a:ext uri="{FF2B5EF4-FFF2-40B4-BE49-F238E27FC236}">
                <a16:creationId xmlns:a16="http://schemas.microsoft.com/office/drawing/2014/main" id="{A4CC7DF5-66BA-8B91-7AE0-C4D8F21524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1200" y="2087033"/>
            <a:ext cx="1624189" cy="16241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DD0D61C-1FAF-DB19-81DB-B8D1D275CC64}"/>
              </a:ext>
            </a:extLst>
          </p:cNvPr>
          <p:cNvCxnSpPr>
            <a:cxnSpLocks/>
          </p:cNvCxnSpPr>
          <p:nvPr/>
        </p:nvCxnSpPr>
        <p:spPr>
          <a:xfrm>
            <a:off x="838200" y="3562940"/>
            <a:ext cx="3103605" cy="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0B8476F-8410-E7BB-236E-2FC0ED3AAEE9}"/>
              </a:ext>
            </a:extLst>
          </p:cNvPr>
          <p:cNvSpPr txBox="1"/>
          <p:nvPr/>
        </p:nvSpPr>
        <p:spPr>
          <a:xfrm>
            <a:off x="3908390" y="3378274"/>
            <a:ext cx="215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Networking API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08D546-5355-EFD9-0DBE-F0E88126E12F}"/>
              </a:ext>
            </a:extLst>
          </p:cNvPr>
          <p:cNvSpPr txBox="1"/>
          <p:nvPr/>
        </p:nvSpPr>
        <p:spPr>
          <a:xfrm>
            <a:off x="1997211" y="3936384"/>
            <a:ext cx="1274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Platform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657F8E-2914-FF64-B778-5DD3A6886E48}"/>
              </a:ext>
            </a:extLst>
          </p:cNvPr>
          <p:cNvSpPr txBox="1"/>
          <p:nvPr/>
        </p:nvSpPr>
        <p:spPr>
          <a:xfrm>
            <a:off x="1440632" y="4589926"/>
            <a:ext cx="2604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Enabling Technology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71627E-FB10-7C94-ADE8-FEF0912C6A49}"/>
              </a:ext>
            </a:extLst>
          </p:cNvPr>
          <p:cNvSpPr txBox="1"/>
          <p:nvPr/>
        </p:nvSpPr>
        <p:spPr>
          <a:xfrm>
            <a:off x="3270297" y="2256008"/>
            <a:ext cx="21541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Ecosystem of services, tools, applications</a:t>
            </a:r>
          </a:p>
        </p:txBody>
      </p:sp>
      <p:sp>
        <p:nvSpPr>
          <p:cNvPr id="19" name="Diamond 18">
            <a:extLst>
              <a:ext uri="{FF2B5EF4-FFF2-40B4-BE49-F238E27FC236}">
                <a16:creationId xmlns:a16="http://schemas.microsoft.com/office/drawing/2014/main" id="{E966CCF0-801C-E026-D935-8A1CC5649981}"/>
              </a:ext>
            </a:extLst>
          </p:cNvPr>
          <p:cNvSpPr/>
          <p:nvPr/>
        </p:nvSpPr>
        <p:spPr>
          <a:xfrm>
            <a:off x="-2147858" y="1556892"/>
            <a:ext cx="9304562" cy="3118378"/>
          </a:xfrm>
          <a:prstGeom prst="diamon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iamond 19">
            <a:extLst>
              <a:ext uri="{FF2B5EF4-FFF2-40B4-BE49-F238E27FC236}">
                <a16:creationId xmlns:a16="http://schemas.microsoft.com/office/drawing/2014/main" id="{3AB4CA19-7BC8-AEF2-696C-7D841A5CDD47}"/>
              </a:ext>
            </a:extLst>
          </p:cNvPr>
          <p:cNvSpPr/>
          <p:nvPr/>
        </p:nvSpPr>
        <p:spPr>
          <a:xfrm>
            <a:off x="1162594" y="4295203"/>
            <a:ext cx="2620036" cy="952145"/>
          </a:xfrm>
          <a:prstGeom prst="diamond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766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573D-620A-8DEA-DC4C-81A184D5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Based Packet Processing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2548D-433C-C212-E9F3-6FDB96B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4</a:t>
            </a:fld>
            <a:endParaRPr lang="en-US"/>
          </a:p>
        </p:txBody>
      </p:sp>
      <p:pic>
        <p:nvPicPr>
          <p:cNvPr id="6" name="Graphic 5" descr="Layers Design outline">
            <a:extLst>
              <a:ext uri="{FF2B5EF4-FFF2-40B4-BE49-F238E27FC236}">
                <a16:creationId xmlns:a16="http://schemas.microsoft.com/office/drawing/2014/main" id="{F7FA9402-CE72-96A9-4C30-034E53A52E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557" y="3189497"/>
            <a:ext cx="2901248" cy="253167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DD0D61C-1FAF-DB19-81DB-B8D1D275CC64}"/>
              </a:ext>
            </a:extLst>
          </p:cNvPr>
          <p:cNvCxnSpPr>
            <a:cxnSpLocks/>
          </p:cNvCxnSpPr>
          <p:nvPr/>
        </p:nvCxnSpPr>
        <p:spPr>
          <a:xfrm>
            <a:off x="838200" y="3562940"/>
            <a:ext cx="3103605" cy="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0B8476F-8410-E7BB-236E-2FC0ED3AAEE9}"/>
              </a:ext>
            </a:extLst>
          </p:cNvPr>
          <p:cNvSpPr txBox="1"/>
          <p:nvPr/>
        </p:nvSpPr>
        <p:spPr>
          <a:xfrm>
            <a:off x="3908390" y="3378274"/>
            <a:ext cx="215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Networking API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08D546-5355-EFD9-0DBE-F0E88126E12F}"/>
              </a:ext>
            </a:extLst>
          </p:cNvPr>
          <p:cNvSpPr txBox="1"/>
          <p:nvPr/>
        </p:nvSpPr>
        <p:spPr>
          <a:xfrm>
            <a:off x="1997211" y="3936384"/>
            <a:ext cx="1274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Platform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657F8E-2914-FF64-B778-5DD3A6886E48}"/>
              </a:ext>
            </a:extLst>
          </p:cNvPr>
          <p:cNvSpPr txBox="1"/>
          <p:nvPr/>
        </p:nvSpPr>
        <p:spPr>
          <a:xfrm>
            <a:off x="1440632" y="4589926"/>
            <a:ext cx="2604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Enabling Technology</a:t>
            </a:r>
          </a:p>
        </p:txBody>
      </p:sp>
    </p:spTree>
    <p:extLst>
      <p:ext uri="{BB962C8B-B14F-4D97-AF65-F5344CB8AC3E}">
        <p14:creationId xmlns:p14="http://schemas.microsoft.com/office/powerpoint/2010/main" val="19167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573D-620A-8DEA-DC4C-81A184D5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Based Packet Processing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2548D-433C-C212-E9F3-6FDB96B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5</a:t>
            </a:fld>
            <a:endParaRPr lang="en-US"/>
          </a:p>
        </p:txBody>
      </p:sp>
      <p:pic>
        <p:nvPicPr>
          <p:cNvPr id="6" name="Graphic 5" descr="Layers Design outline">
            <a:extLst>
              <a:ext uri="{FF2B5EF4-FFF2-40B4-BE49-F238E27FC236}">
                <a16:creationId xmlns:a16="http://schemas.microsoft.com/office/drawing/2014/main" id="{F7FA9402-CE72-96A9-4C30-034E53A52E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0557" y="3189497"/>
            <a:ext cx="2901248" cy="2531679"/>
          </a:xfrm>
          <a:prstGeom prst="rect">
            <a:avLst/>
          </a:prstGeom>
        </p:spPr>
      </p:pic>
      <p:pic>
        <p:nvPicPr>
          <p:cNvPr id="7" name="Graphic 6" descr="Forest scene outline">
            <a:extLst>
              <a:ext uri="{FF2B5EF4-FFF2-40B4-BE49-F238E27FC236}">
                <a16:creationId xmlns:a16="http://schemas.microsoft.com/office/drawing/2014/main" id="{A4CC7DF5-66BA-8B91-7AE0-C4D8F21524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61200" y="2087033"/>
            <a:ext cx="1624189" cy="16241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DD0D61C-1FAF-DB19-81DB-B8D1D275CC64}"/>
              </a:ext>
            </a:extLst>
          </p:cNvPr>
          <p:cNvCxnSpPr>
            <a:cxnSpLocks/>
          </p:cNvCxnSpPr>
          <p:nvPr/>
        </p:nvCxnSpPr>
        <p:spPr>
          <a:xfrm>
            <a:off x="838200" y="3562940"/>
            <a:ext cx="3103605" cy="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0B8476F-8410-E7BB-236E-2FC0ED3AAEE9}"/>
              </a:ext>
            </a:extLst>
          </p:cNvPr>
          <p:cNvSpPr txBox="1"/>
          <p:nvPr/>
        </p:nvSpPr>
        <p:spPr>
          <a:xfrm>
            <a:off x="3908390" y="3378274"/>
            <a:ext cx="215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Networking API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08D546-5355-EFD9-0DBE-F0E88126E12F}"/>
              </a:ext>
            </a:extLst>
          </p:cNvPr>
          <p:cNvSpPr txBox="1"/>
          <p:nvPr/>
        </p:nvSpPr>
        <p:spPr>
          <a:xfrm>
            <a:off x="1997211" y="3936384"/>
            <a:ext cx="1274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Platform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657F8E-2914-FF64-B778-5DD3A6886E48}"/>
              </a:ext>
            </a:extLst>
          </p:cNvPr>
          <p:cNvSpPr txBox="1"/>
          <p:nvPr/>
        </p:nvSpPr>
        <p:spPr>
          <a:xfrm>
            <a:off x="1440632" y="4589926"/>
            <a:ext cx="2604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Enabling Technology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71627E-FB10-7C94-ADE8-FEF0912C6A49}"/>
              </a:ext>
            </a:extLst>
          </p:cNvPr>
          <p:cNvSpPr txBox="1"/>
          <p:nvPr/>
        </p:nvSpPr>
        <p:spPr>
          <a:xfrm>
            <a:off x="3270297" y="2256008"/>
            <a:ext cx="21541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Ecosystem of services, tools, applications</a:t>
            </a:r>
          </a:p>
        </p:txBody>
      </p:sp>
    </p:spTree>
    <p:extLst>
      <p:ext uri="{BB962C8B-B14F-4D97-AF65-F5344CB8AC3E}">
        <p14:creationId xmlns:p14="http://schemas.microsoft.com/office/powerpoint/2010/main" val="732509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573D-620A-8DEA-DC4C-81A184D5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Based Packet Processing </a:t>
            </a:r>
            <a:r>
              <a:rPr lang="en-US" b="1" dirty="0">
                <a:solidFill>
                  <a:schemeClr val="accent2"/>
                </a:solidFill>
              </a:rPr>
              <a:t>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2548D-433C-C212-E9F3-6FDB96B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6</a:t>
            </a:fld>
            <a:endParaRPr lang="en-US"/>
          </a:p>
        </p:txBody>
      </p:sp>
      <p:pic>
        <p:nvPicPr>
          <p:cNvPr id="6" name="Graphic 5" descr="Layers Design outline">
            <a:extLst>
              <a:ext uri="{FF2B5EF4-FFF2-40B4-BE49-F238E27FC236}">
                <a16:creationId xmlns:a16="http://schemas.microsoft.com/office/drawing/2014/main" id="{F7FA9402-CE72-96A9-4C30-034E53A52E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557" y="3189497"/>
            <a:ext cx="2901248" cy="2531679"/>
          </a:xfrm>
          <a:prstGeom prst="rect">
            <a:avLst/>
          </a:prstGeom>
        </p:spPr>
      </p:pic>
      <p:pic>
        <p:nvPicPr>
          <p:cNvPr id="7" name="Graphic 6" descr="Forest scene outline">
            <a:extLst>
              <a:ext uri="{FF2B5EF4-FFF2-40B4-BE49-F238E27FC236}">
                <a16:creationId xmlns:a16="http://schemas.microsoft.com/office/drawing/2014/main" id="{A4CC7DF5-66BA-8B91-7AE0-C4D8F21524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1200" y="2087033"/>
            <a:ext cx="1624189" cy="16241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DD0D61C-1FAF-DB19-81DB-B8D1D275CC64}"/>
              </a:ext>
            </a:extLst>
          </p:cNvPr>
          <p:cNvCxnSpPr>
            <a:cxnSpLocks/>
          </p:cNvCxnSpPr>
          <p:nvPr/>
        </p:nvCxnSpPr>
        <p:spPr>
          <a:xfrm>
            <a:off x="838200" y="3562940"/>
            <a:ext cx="3103605" cy="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0B8476F-8410-E7BB-236E-2FC0ED3AAEE9}"/>
              </a:ext>
            </a:extLst>
          </p:cNvPr>
          <p:cNvSpPr txBox="1"/>
          <p:nvPr/>
        </p:nvSpPr>
        <p:spPr>
          <a:xfrm>
            <a:off x="3908390" y="3378274"/>
            <a:ext cx="215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Networking API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08D546-5355-EFD9-0DBE-F0E88126E12F}"/>
              </a:ext>
            </a:extLst>
          </p:cNvPr>
          <p:cNvSpPr txBox="1"/>
          <p:nvPr/>
        </p:nvSpPr>
        <p:spPr>
          <a:xfrm>
            <a:off x="1997211" y="3936384"/>
            <a:ext cx="1274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Platform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657F8E-2914-FF64-B778-5DD3A6886E48}"/>
              </a:ext>
            </a:extLst>
          </p:cNvPr>
          <p:cNvSpPr txBox="1"/>
          <p:nvPr/>
        </p:nvSpPr>
        <p:spPr>
          <a:xfrm>
            <a:off x="1440632" y="4589926"/>
            <a:ext cx="2604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Enabling Technology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71627E-FB10-7C94-ADE8-FEF0912C6A49}"/>
              </a:ext>
            </a:extLst>
          </p:cNvPr>
          <p:cNvSpPr txBox="1"/>
          <p:nvPr/>
        </p:nvSpPr>
        <p:spPr>
          <a:xfrm>
            <a:off x="3270297" y="2256008"/>
            <a:ext cx="21541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Ecosystem of services, tools, applications</a:t>
            </a:r>
          </a:p>
        </p:txBody>
      </p:sp>
    </p:spTree>
    <p:extLst>
      <p:ext uri="{BB962C8B-B14F-4D97-AF65-F5344CB8AC3E}">
        <p14:creationId xmlns:p14="http://schemas.microsoft.com/office/powerpoint/2010/main" val="2472865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573D-620A-8DEA-DC4C-81A184D5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Based Packet Processing </a:t>
            </a:r>
            <a:r>
              <a:rPr lang="en-US" b="1" dirty="0">
                <a:solidFill>
                  <a:schemeClr val="accent2"/>
                </a:solidFill>
              </a:rPr>
              <a:t>Examples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2548D-433C-C212-E9F3-6FDB96B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7</a:t>
            </a:fld>
            <a:endParaRPr lang="en-US"/>
          </a:p>
        </p:txBody>
      </p:sp>
      <p:pic>
        <p:nvPicPr>
          <p:cNvPr id="6" name="Graphic 5" descr="Layers Design outline">
            <a:extLst>
              <a:ext uri="{FF2B5EF4-FFF2-40B4-BE49-F238E27FC236}">
                <a16:creationId xmlns:a16="http://schemas.microsoft.com/office/drawing/2014/main" id="{F7FA9402-CE72-96A9-4C30-034E53A52E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557" y="3189497"/>
            <a:ext cx="2901248" cy="2531679"/>
          </a:xfrm>
          <a:prstGeom prst="rect">
            <a:avLst/>
          </a:prstGeom>
        </p:spPr>
      </p:pic>
      <p:pic>
        <p:nvPicPr>
          <p:cNvPr id="7" name="Graphic 6" descr="Forest scene outline">
            <a:extLst>
              <a:ext uri="{FF2B5EF4-FFF2-40B4-BE49-F238E27FC236}">
                <a16:creationId xmlns:a16="http://schemas.microsoft.com/office/drawing/2014/main" id="{A4CC7DF5-66BA-8B91-7AE0-C4D8F21524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1200" y="2087033"/>
            <a:ext cx="1624189" cy="16241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DD0D61C-1FAF-DB19-81DB-B8D1D275CC64}"/>
              </a:ext>
            </a:extLst>
          </p:cNvPr>
          <p:cNvCxnSpPr>
            <a:cxnSpLocks/>
          </p:cNvCxnSpPr>
          <p:nvPr/>
        </p:nvCxnSpPr>
        <p:spPr>
          <a:xfrm>
            <a:off x="838200" y="3562940"/>
            <a:ext cx="3103605" cy="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0B8476F-8410-E7BB-236E-2FC0ED3AAEE9}"/>
              </a:ext>
            </a:extLst>
          </p:cNvPr>
          <p:cNvSpPr txBox="1"/>
          <p:nvPr/>
        </p:nvSpPr>
        <p:spPr>
          <a:xfrm>
            <a:off x="3908390" y="3378274"/>
            <a:ext cx="215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Networking API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08D546-5355-EFD9-0DBE-F0E88126E12F}"/>
              </a:ext>
            </a:extLst>
          </p:cNvPr>
          <p:cNvSpPr txBox="1"/>
          <p:nvPr/>
        </p:nvSpPr>
        <p:spPr>
          <a:xfrm>
            <a:off x="1997211" y="3936384"/>
            <a:ext cx="1274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Platform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657F8E-2914-FF64-B778-5DD3A6886E48}"/>
              </a:ext>
            </a:extLst>
          </p:cNvPr>
          <p:cNvSpPr txBox="1"/>
          <p:nvPr/>
        </p:nvSpPr>
        <p:spPr>
          <a:xfrm>
            <a:off x="1440632" y="4589926"/>
            <a:ext cx="2604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Enabling Technology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71627E-FB10-7C94-ADE8-FEF0912C6A49}"/>
              </a:ext>
            </a:extLst>
          </p:cNvPr>
          <p:cNvSpPr txBox="1"/>
          <p:nvPr/>
        </p:nvSpPr>
        <p:spPr>
          <a:xfrm>
            <a:off x="3270297" y="2256008"/>
            <a:ext cx="21541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Ecosystem of services, tools, applications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07D5FA-F930-297D-3F41-2E207F879401}"/>
              </a:ext>
            </a:extLst>
          </p:cNvPr>
          <p:cNvSpPr/>
          <p:nvPr/>
        </p:nvSpPr>
        <p:spPr>
          <a:xfrm>
            <a:off x="7427168" y="2367661"/>
            <a:ext cx="1399592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702182-1B0A-568A-E398-E167DA09413F}"/>
              </a:ext>
            </a:extLst>
          </p:cNvPr>
          <p:cNvSpPr/>
          <p:nvPr/>
        </p:nvSpPr>
        <p:spPr>
          <a:xfrm>
            <a:off x="9371512" y="1722041"/>
            <a:ext cx="1399592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E02006-BAC6-5763-DE9C-31A915A1CD98}"/>
              </a:ext>
            </a:extLst>
          </p:cNvPr>
          <p:cNvSpPr/>
          <p:nvPr/>
        </p:nvSpPr>
        <p:spPr>
          <a:xfrm>
            <a:off x="9371512" y="2800515"/>
            <a:ext cx="1399592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86B564-D558-6B57-49E5-0850D888E462}"/>
              </a:ext>
            </a:extLst>
          </p:cNvPr>
          <p:cNvSpPr/>
          <p:nvPr/>
        </p:nvSpPr>
        <p:spPr>
          <a:xfrm>
            <a:off x="9371512" y="3878989"/>
            <a:ext cx="1399592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DE323CA-760E-377E-87B7-B93965647FA8}"/>
              </a:ext>
            </a:extLst>
          </p:cNvPr>
          <p:cNvCxnSpPr/>
          <p:nvPr/>
        </p:nvCxnSpPr>
        <p:spPr>
          <a:xfrm>
            <a:off x="6736703" y="2550853"/>
            <a:ext cx="690465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80DA681-0DF3-AB06-2E28-B99E9AFD827D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6104175" y="2829326"/>
            <a:ext cx="1322993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805A19B-5F96-FB58-CB20-CAB68B43E6E3}"/>
              </a:ext>
            </a:extLst>
          </p:cNvPr>
          <p:cNvCxnSpPr>
            <a:cxnSpLocks/>
          </p:cNvCxnSpPr>
          <p:nvPr/>
        </p:nvCxnSpPr>
        <p:spPr>
          <a:xfrm>
            <a:off x="6387738" y="3157425"/>
            <a:ext cx="1039430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C7CBBD8-0D0D-1F23-DD9F-4E6151A05ACC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 flipV="1">
            <a:off x="8826760" y="2183706"/>
            <a:ext cx="544752" cy="64562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2B05B40-3FA5-96C1-657C-A79D278F1DC6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>
            <a:off x="8826760" y="2829326"/>
            <a:ext cx="544752" cy="1511328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6469530-751A-D418-ADE0-1645CE46BF87}"/>
              </a:ext>
            </a:extLst>
          </p:cNvPr>
          <p:cNvCxnSpPr>
            <a:cxnSpLocks/>
            <a:stCxn id="3" idx="3"/>
            <a:endCxn id="8" idx="1"/>
          </p:cNvCxnSpPr>
          <p:nvPr/>
        </p:nvCxnSpPr>
        <p:spPr>
          <a:xfrm>
            <a:off x="8826760" y="2829326"/>
            <a:ext cx="544752" cy="43285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139B5A4-CE6D-4379-C208-423F84F02B38}"/>
              </a:ext>
            </a:extLst>
          </p:cNvPr>
          <p:cNvSpPr txBox="1"/>
          <p:nvPr/>
        </p:nvSpPr>
        <p:spPr>
          <a:xfrm>
            <a:off x="4045306" y="4898363"/>
            <a:ext cx="73850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chemeClr val="accent2"/>
                </a:solidFill>
              </a:rPr>
              <a:t>Data Center Load Balancing</a:t>
            </a:r>
          </a:p>
        </p:txBody>
      </p:sp>
    </p:spTree>
    <p:extLst>
      <p:ext uri="{BB962C8B-B14F-4D97-AF65-F5344CB8AC3E}">
        <p14:creationId xmlns:p14="http://schemas.microsoft.com/office/powerpoint/2010/main" val="3911589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loud 8">
            <a:extLst>
              <a:ext uri="{FF2B5EF4-FFF2-40B4-BE49-F238E27FC236}">
                <a16:creationId xmlns:a16="http://schemas.microsoft.com/office/drawing/2014/main" id="{B00C143A-8669-C2AE-A8AB-09BB4B22880F}"/>
              </a:ext>
            </a:extLst>
          </p:cNvPr>
          <p:cNvSpPr/>
          <p:nvPr/>
        </p:nvSpPr>
        <p:spPr>
          <a:xfrm>
            <a:off x="5834743" y="1785869"/>
            <a:ext cx="5908766" cy="3017312"/>
          </a:xfrm>
          <a:prstGeom prst="clou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EC573D-620A-8DEA-DC4C-81A184D5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Based Packet Processing </a:t>
            </a:r>
            <a:r>
              <a:rPr lang="en-US" b="1" dirty="0">
                <a:solidFill>
                  <a:schemeClr val="accent2"/>
                </a:solidFill>
              </a:rPr>
              <a:t>Examples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2548D-433C-C212-E9F3-6FDB96B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8</a:t>
            </a:fld>
            <a:endParaRPr lang="en-US"/>
          </a:p>
        </p:txBody>
      </p:sp>
      <p:pic>
        <p:nvPicPr>
          <p:cNvPr id="6" name="Graphic 5" descr="Layers Design outline">
            <a:extLst>
              <a:ext uri="{FF2B5EF4-FFF2-40B4-BE49-F238E27FC236}">
                <a16:creationId xmlns:a16="http://schemas.microsoft.com/office/drawing/2014/main" id="{F7FA9402-CE72-96A9-4C30-034E53A52E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557" y="3189497"/>
            <a:ext cx="2901248" cy="2531679"/>
          </a:xfrm>
          <a:prstGeom prst="rect">
            <a:avLst/>
          </a:prstGeom>
        </p:spPr>
      </p:pic>
      <p:pic>
        <p:nvPicPr>
          <p:cNvPr id="7" name="Graphic 6" descr="Forest scene outline">
            <a:extLst>
              <a:ext uri="{FF2B5EF4-FFF2-40B4-BE49-F238E27FC236}">
                <a16:creationId xmlns:a16="http://schemas.microsoft.com/office/drawing/2014/main" id="{A4CC7DF5-66BA-8B91-7AE0-C4D8F21524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1200" y="2087033"/>
            <a:ext cx="1624189" cy="16241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DD0D61C-1FAF-DB19-81DB-B8D1D275CC64}"/>
              </a:ext>
            </a:extLst>
          </p:cNvPr>
          <p:cNvCxnSpPr>
            <a:cxnSpLocks/>
          </p:cNvCxnSpPr>
          <p:nvPr/>
        </p:nvCxnSpPr>
        <p:spPr>
          <a:xfrm>
            <a:off x="838200" y="3562940"/>
            <a:ext cx="3103605" cy="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0B8476F-8410-E7BB-236E-2FC0ED3AAEE9}"/>
              </a:ext>
            </a:extLst>
          </p:cNvPr>
          <p:cNvSpPr txBox="1"/>
          <p:nvPr/>
        </p:nvSpPr>
        <p:spPr>
          <a:xfrm>
            <a:off x="3908390" y="3378274"/>
            <a:ext cx="215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Networking API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08D546-5355-EFD9-0DBE-F0E88126E12F}"/>
              </a:ext>
            </a:extLst>
          </p:cNvPr>
          <p:cNvSpPr txBox="1"/>
          <p:nvPr/>
        </p:nvSpPr>
        <p:spPr>
          <a:xfrm>
            <a:off x="1997211" y="3936384"/>
            <a:ext cx="1274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Platform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657F8E-2914-FF64-B778-5DD3A6886E48}"/>
              </a:ext>
            </a:extLst>
          </p:cNvPr>
          <p:cNvSpPr txBox="1"/>
          <p:nvPr/>
        </p:nvSpPr>
        <p:spPr>
          <a:xfrm>
            <a:off x="1440632" y="4589926"/>
            <a:ext cx="2604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Enabling Technology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71627E-FB10-7C94-ADE8-FEF0912C6A49}"/>
              </a:ext>
            </a:extLst>
          </p:cNvPr>
          <p:cNvSpPr txBox="1"/>
          <p:nvPr/>
        </p:nvSpPr>
        <p:spPr>
          <a:xfrm>
            <a:off x="3270297" y="2256008"/>
            <a:ext cx="21541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Ecosystem of services, tools, applications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3F90B71-3A57-C97D-5D43-5BF6E874CE62}"/>
              </a:ext>
            </a:extLst>
          </p:cNvPr>
          <p:cNvSpPr/>
          <p:nvPr/>
        </p:nvSpPr>
        <p:spPr>
          <a:xfrm>
            <a:off x="6583680" y="2717673"/>
            <a:ext cx="653143" cy="6605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9B24113-9EBC-08E5-32D3-2CB462F5CB4E}"/>
              </a:ext>
            </a:extLst>
          </p:cNvPr>
          <p:cNvSpPr/>
          <p:nvPr/>
        </p:nvSpPr>
        <p:spPr>
          <a:xfrm>
            <a:off x="7441475" y="3394138"/>
            <a:ext cx="653143" cy="6605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1B79A3B-7750-654F-01D6-1D95CFD5697F}"/>
              </a:ext>
            </a:extLst>
          </p:cNvPr>
          <p:cNvSpPr/>
          <p:nvPr/>
        </p:nvSpPr>
        <p:spPr>
          <a:xfrm>
            <a:off x="9982200" y="2717672"/>
            <a:ext cx="653143" cy="6605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43DFF81-45E0-C705-8197-EECD43DBA626}"/>
              </a:ext>
            </a:extLst>
          </p:cNvPr>
          <p:cNvCxnSpPr>
            <a:cxnSpLocks/>
            <a:stCxn id="12" idx="3"/>
            <a:endCxn id="20" idx="1"/>
          </p:cNvCxnSpPr>
          <p:nvPr/>
        </p:nvCxnSpPr>
        <p:spPr>
          <a:xfrm flipV="1">
            <a:off x="7236823" y="3047972"/>
            <a:ext cx="2745377" cy="1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29E90C0-8E32-9F03-5EF1-2319ED5B7F12}"/>
              </a:ext>
            </a:extLst>
          </p:cNvPr>
          <p:cNvCxnSpPr>
            <a:cxnSpLocks/>
            <a:stCxn id="12" idx="2"/>
            <a:endCxn id="13" idx="1"/>
          </p:cNvCxnSpPr>
          <p:nvPr/>
        </p:nvCxnSpPr>
        <p:spPr>
          <a:xfrm>
            <a:off x="6910252" y="3378272"/>
            <a:ext cx="531223" cy="346166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7B75F8E-6B98-F80E-CF56-FB035E03C306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8094618" y="3378271"/>
            <a:ext cx="2214154" cy="346165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CE3788A-E016-9627-22F1-7A289DC3006F}"/>
              </a:ext>
            </a:extLst>
          </p:cNvPr>
          <p:cNvSpPr txBox="1"/>
          <p:nvPr/>
        </p:nvSpPr>
        <p:spPr>
          <a:xfrm>
            <a:off x="4045306" y="4898363"/>
            <a:ext cx="73850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chemeClr val="accent2"/>
                </a:solidFill>
              </a:rPr>
              <a:t>Cloud Overlay Networks</a:t>
            </a:r>
          </a:p>
        </p:txBody>
      </p:sp>
    </p:spTree>
    <p:extLst>
      <p:ext uri="{BB962C8B-B14F-4D97-AF65-F5344CB8AC3E}">
        <p14:creationId xmlns:p14="http://schemas.microsoft.com/office/powerpoint/2010/main" val="2839742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573D-620A-8DEA-DC4C-81A184D5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Based Packet Processing </a:t>
            </a:r>
            <a:r>
              <a:rPr lang="en-US" b="1" dirty="0">
                <a:solidFill>
                  <a:schemeClr val="accent2"/>
                </a:solidFill>
              </a:rPr>
              <a:t>Examples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2548D-433C-C212-E9F3-6FDB96B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9</a:t>
            </a:fld>
            <a:endParaRPr lang="en-US"/>
          </a:p>
        </p:txBody>
      </p:sp>
      <p:pic>
        <p:nvPicPr>
          <p:cNvPr id="6" name="Graphic 5" descr="Layers Design outline">
            <a:extLst>
              <a:ext uri="{FF2B5EF4-FFF2-40B4-BE49-F238E27FC236}">
                <a16:creationId xmlns:a16="http://schemas.microsoft.com/office/drawing/2014/main" id="{F7FA9402-CE72-96A9-4C30-034E53A52E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557" y="3189497"/>
            <a:ext cx="2901248" cy="2531679"/>
          </a:xfrm>
          <a:prstGeom prst="rect">
            <a:avLst/>
          </a:prstGeom>
        </p:spPr>
      </p:pic>
      <p:pic>
        <p:nvPicPr>
          <p:cNvPr id="7" name="Graphic 6" descr="Forest scene outline">
            <a:extLst>
              <a:ext uri="{FF2B5EF4-FFF2-40B4-BE49-F238E27FC236}">
                <a16:creationId xmlns:a16="http://schemas.microsoft.com/office/drawing/2014/main" id="{A4CC7DF5-66BA-8B91-7AE0-C4D8F21524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1200" y="2087033"/>
            <a:ext cx="1624189" cy="16241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DD0D61C-1FAF-DB19-81DB-B8D1D275CC64}"/>
              </a:ext>
            </a:extLst>
          </p:cNvPr>
          <p:cNvCxnSpPr>
            <a:cxnSpLocks/>
          </p:cNvCxnSpPr>
          <p:nvPr/>
        </p:nvCxnSpPr>
        <p:spPr>
          <a:xfrm>
            <a:off x="838200" y="3562940"/>
            <a:ext cx="3103605" cy="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0B8476F-8410-E7BB-236E-2FC0ED3AAEE9}"/>
              </a:ext>
            </a:extLst>
          </p:cNvPr>
          <p:cNvSpPr txBox="1"/>
          <p:nvPr/>
        </p:nvSpPr>
        <p:spPr>
          <a:xfrm>
            <a:off x="3908390" y="3378274"/>
            <a:ext cx="215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Networking API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08D546-5355-EFD9-0DBE-F0E88126E12F}"/>
              </a:ext>
            </a:extLst>
          </p:cNvPr>
          <p:cNvSpPr txBox="1"/>
          <p:nvPr/>
        </p:nvSpPr>
        <p:spPr>
          <a:xfrm>
            <a:off x="1997211" y="3936384"/>
            <a:ext cx="1274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Platform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657F8E-2914-FF64-B778-5DD3A6886E48}"/>
              </a:ext>
            </a:extLst>
          </p:cNvPr>
          <p:cNvSpPr txBox="1"/>
          <p:nvPr/>
        </p:nvSpPr>
        <p:spPr>
          <a:xfrm>
            <a:off x="1440632" y="4589926"/>
            <a:ext cx="2604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Enabling Technology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71627E-FB10-7C94-ADE8-FEF0912C6A49}"/>
              </a:ext>
            </a:extLst>
          </p:cNvPr>
          <p:cNvSpPr txBox="1"/>
          <p:nvPr/>
        </p:nvSpPr>
        <p:spPr>
          <a:xfrm>
            <a:off x="3270297" y="2256008"/>
            <a:ext cx="21541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Ecosystem of services, tools, applications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702182-1B0A-568A-E398-E167DA09413F}"/>
              </a:ext>
            </a:extLst>
          </p:cNvPr>
          <p:cNvSpPr/>
          <p:nvPr/>
        </p:nvSpPr>
        <p:spPr>
          <a:xfrm>
            <a:off x="6387738" y="2083296"/>
            <a:ext cx="1906748" cy="16241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39B5A4-CE6D-4379-C208-423F84F02B38}"/>
              </a:ext>
            </a:extLst>
          </p:cNvPr>
          <p:cNvSpPr txBox="1"/>
          <p:nvPr/>
        </p:nvSpPr>
        <p:spPr>
          <a:xfrm>
            <a:off x="5028077" y="4189277"/>
            <a:ext cx="632572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chemeClr val="accent2"/>
                </a:solidFill>
              </a:rPr>
              <a:t>Virtual Networking Between Containers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B70A6C-F013-0030-2DF9-ADEBE5EDBA06}"/>
              </a:ext>
            </a:extLst>
          </p:cNvPr>
          <p:cNvSpPr/>
          <p:nvPr/>
        </p:nvSpPr>
        <p:spPr>
          <a:xfrm>
            <a:off x="9401386" y="2083295"/>
            <a:ext cx="1906748" cy="16241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3F90B71-3A57-C97D-5D43-5BF6E874CE62}"/>
              </a:ext>
            </a:extLst>
          </p:cNvPr>
          <p:cNvSpPr/>
          <p:nvPr/>
        </p:nvSpPr>
        <p:spPr>
          <a:xfrm>
            <a:off x="6583680" y="2234790"/>
            <a:ext cx="653143" cy="6605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9B24113-9EBC-08E5-32D3-2CB462F5CB4E}"/>
              </a:ext>
            </a:extLst>
          </p:cNvPr>
          <p:cNvSpPr/>
          <p:nvPr/>
        </p:nvSpPr>
        <p:spPr>
          <a:xfrm>
            <a:off x="7441475" y="2911255"/>
            <a:ext cx="653143" cy="6605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1B79A3B-7750-654F-01D6-1D95CFD5697F}"/>
              </a:ext>
            </a:extLst>
          </p:cNvPr>
          <p:cNvSpPr/>
          <p:nvPr/>
        </p:nvSpPr>
        <p:spPr>
          <a:xfrm>
            <a:off x="9982200" y="2234789"/>
            <a:ext cx="653143" cy="6605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43DFF81-45E0-C705-8197-EECD43DBA626}"/>
              </a:ext>
            </a:extLst>
          </p:cNvPr>
          <p:cNvCxnSpPr>
            <a:stCxn id="12" idx="3"/>
            <a:endCxn id="20" idx="1"/>
          </p:cNvCxnSpPr>
          <p:nvPr/>
        </p:nvCxnSpPr>
        <p:spPr>
          <a:xfrm flipV="1">
            <a:off x="7236823" y="2565089"/>
            <a:ext cx="2745377" cy="1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29E90C0-8E32-9F03-5EF1-2319ED5B7F12}"/>
              </a:ext>
            </a:extLst>
          </p:cNvPr>
          <p:cNvCxnSpPr>
            <a:cxnSpLocks/>
            <a:stCxn id="12" idx="2"/>
            <a:endCxn id="13" idx="1"/>
          </p:cNvCxnSpPr>
          <p:nvPr/>
        </p:nvCxnSpPr>
        <p:spPr>
          <a:xfrm>
            <a:off x="6910252" y="2895389"/>
            <a:ext cx="531223" cy="346166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7B75F8E-6B98-F80E-CF56-FB035E03C306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8094618" y="2895388"/>
            <a:ext cx="2214154" cy="346165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2573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573D-620A-8DEA-DC4C-81A184D5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Based Packet Processing </a:t>
            </a:r>
            <a:r>
              <a:rPr lang="en-US" b="1" dirty="0">
                <a:solidFill>
                  <a:schemeClr val="accent2"/>
                </a:solidFill>
              </a:rPr>
              <a:t>in Linux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2548D-433C-C212-E9F3-6FDB96B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10</a:t>
            </a:fld>
            <a:endParaRPr lang="en-US"/>
          </a:p>
        </p:txBody>
      </p:sp>
      <p:pic>
        <p:nvPicPr>
          <p:cNvPr id="6" name="Graphic 5" descr="Layers Design outline">
            <a:extLst>
              <a:ext uri="{FF2B5EF4-FFF2-40B4-BE49-F238E27FC236}">
                <a16:creationId xmlns:a16="http://schemas.microsoft.com/office/drawing/2014/main" id="{F7FA9402-CE72-96A9-4C30-034E53A52E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0557" y="3189497"/>
            <a:ext cx="2901248" cy="2531679"/>
          </a:xfrm>
          <a:prstGeom prst="rect">
            <a:avLst/>
          </a:prstGeom>
        </p:spPr>
      </p:pic>
      <p:pic>
        <p:nvPicPr>
          <p:cNvPr id="7" name="Graphic 6" descr="Forest scene outline">
            <a:extLst>
              <a:ext uri="{FF2B5EF4-FFF2-40B4-BE49-F238E27FC236}">
                <a16:creationId xmlns:a16="http://schemas.microsoft.com/office/drawing/2014/main" id="{A4CC7DF5-66BA-8B91-7AE0-C4D8F21524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61200" y="2087033"/>
            <a:ext cx="1624189" cy="16241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DD0D61C-1FAF-DB19-81DB-B8D1D275CC64}"/>
              </a:ext>
            </a:extLst>
          </p:cNvPr>
          <p:cNvCxnSpPr>
            <a:cxnSpLocks/>
          </p:cNvCxnSpPr>
          <p:nvPr/>
        </p:nvCxnSpPr>
        <p:spPr>
          <a:xfrm>
            <a:off x="838200" y="3562940"/>
            <a:ext cx="3103605" cy="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0B8476F-8410-E7BB-236E-2FC0ED3AAEE9}"/>
              </a:ext>
            </a:extLst>
          </p:cNvPr>
          <p:cNvSpPr txBox="1"/>
          <p:nvPr/>
        </p:nvSpPr>
        <p:spPr>
          <a:xfrm>
            <a:off x="3908390" y="3378274"/>
            <a:ext cx="215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Networking API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08D546-5355-EFD9-0DBE-F0E88126E12F}"/>
              </a:ext>
            </a:extLst>
          </p:cNvPr>
          <p:cNvSpPr txBox="1"/>
          <p:nvPr/>
        </p:nvSpPr>
        <p:spPr>
          <a:xfrm>
            <a:off x="1997211" y="3936384"/>
            <a:ext cx="1274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Platform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657F8E-2914-FF64-B778-5DD3A6886E48}"/>
              </a:ext>
            </a:extLst>
          </p:cNvPr>
          <p:cNvSpPr txBox="1"/>
          <p:nvPr/>
        </p:nvSpPr>
        <p:spPr>
          <a:xfrm>
            <a:off x="1440632" y="4589926"/>
            <a:ext cx="2604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Enabling Technology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71627E-FB10-7C94-ADE8-FEF0912C6A49}"/>
              </a:ext>
            </a:extLst>
          </p:cNvPr>
          <p:cNvSpPr txBox="1"/>
          <p:nvPr/>
        </p:nvSpPr>
        <p:spPr>
          <a:xfrm>
            <a:off x="3270297" y="2256008"/>
            <a:ext cx="21541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Ecosystem of services, tools, applications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C3ED7A6B-996A-4E69-843F-882C82CBB6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99239"/>
              </p:ext>
            </p:extLst>
          </p:nvPr>
        </p:nvGraphicFramePr>
        <p:xfrm>
          <a:off x="5650564" y="1038272"/>
          <a:ext cx="6244476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5" name="Graphic 4" descr="Arrow: Slight curve with solid fill">
            <a:extLst>
              <a:ext uri="{FF2B5EF4-FFF2-40B4-BE49-F238E27FC236}">
                <a16:creationId xmlns:a16="http://schemas.microsoft.com/office/drawing/2014/main" id="{761BFE5F-883A-973D-DA7E-2C729FD57C5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727867">
            <a:off x="3064148" y="3414483"/>
            <a:ext cx="3054851" cy="1557210"/>
          </a:xfrm>
          <a:prstGeom prst="rect">
            <a:avLst/>
          </a:prstGeom>
        </p:spPr>
      </p:pic>
      <p:pic>
        <p:nvPicPr>
          <p:cNvPr id="9" name="Graphic 8" descr="Arrow: Slight curve with solid fill">
            <a:extLst>
              <a:ext uri="{FF2B5EF4-FFF2-40B4-BE49-F238E27FC236}">
                <a16:creationId xmlns:a16="http://schemas.microsoft.com/office/drawing/2014/main" id="{BB4E6381-38EF-DB16-3D0D-012903ECCEE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575799" flipV="1">
            <a:off x="4687462" y="1384673"/>
            <a:ext cx="1700133" cy="160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915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573D-620A-8DEA-DC4C-81A184D5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Fast</a:t>
            </a:r>
            <a:r>
              <a:rPr lang="en-US" dirty="0"/>
              <a:t> Software Based Packet Processing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2548D-433C-C212-E9F3-6FDB96B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11</a:t>
            </a:fld>
            <a:endParaRPr lang="en-US"/>
          </a:p>
        </p:txBody>
      </p:sp>
      <p:pic>
        <p:nvPicPr>
          <p:cNvPr id="6" name="Graphic 5" descr="Layers Design outline">
            <a:extLst>
              <a:ext uri="{FF2B5EF4-FFF2-40B4-BE49-F238E27FC236}">
                <a16:creationId xmlns:a16="http://schemas.microsoft.com/office/drawing/2014/main" id="{F7FA9402-CE72-96A9-4C30-034E53A52E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557" y="3189497"/>
            <a:ext cx="2901248" cy="2531679"/>
          </a:xfrm>
          <a:prstGeom prst="rect">
            <a:avLst/>
          </a:prstGeom>
        </p:spPr>
      </p:pic>
      <p:pic>
        <p:nvPicPr>
          <p:cNvPr id="7" name="Graphic 6" descr="Forest scene outline">
            <a:extLst>
              <a:ext uri="{FF2B5EF4-FFF2-40B4-BE49-F238E27FC236}">
                <a16:creationId xmlns:a16="http://schemas.microsoft.com/office/drawing/2014/main" id="{A4CC7DF5-66BA-8B91-7AE0-C4D8F21524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1200" y="2087033"/>
            <a:ext cx="1624189" cy="16241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DD0D61C-1FAF-DB19-81DB-B8D1D275CC64}"/>
              </a:ext>
            </a:extLst>
          </p:cNvPr>
          <p:cNvCxnSpPr>
            <a:cxnSpLocks/>
          </p:cNvCxnSpPr>
          <p:nvPr/>
        </p:nvCxnSpPr>
        <p:spPr>
          <a:xfrm>
            <a:off x="838200" y="3562940"/>
            <a:ext cx="3103605" cy="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0B8476F-8410-E7BB-236E-2FC0ED3AAEE9}"/>
              </a:ext>
            </a:extLst>
          </p:cNvPr>
          <p:cNvSpPr txBox="1"/>
          <p:nvPr/>
        </p:nvSpPr>
        <p:spPr>
          <a:xfrm>
            <a:off x="3908390" y="3378274"/>
            <a:ext cx="215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Networking API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08D546-5355-EFD9-0DBE-F0E88126E12F}"/>
              </a:ext>
            </a:extLst>
          </p:cNvPr>
          <p:cNvSpPr txBox="1"/>
          <p:nvPr/>
        </p:nvSpPr>
        <p:spPr>
          <a:xfrm>
            <a:off x="1997211" y="3936384"/>
            <a:ext cx="1274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Platform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657F8E-2914-FF64-B778-5DD3A6886E48}"/>
              </a:ext>
            </a:extLst>
          </p:cNvPr>
          <p:cNvSpPr txBox="1"/>
          <p:nvPr/>
        </p:nvSpPr>
        <p:spPr>
          <a:xfrm>
            <a:off x="1440632" y="4589926"/>
            <a:ext cx="2604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Enabling Technology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71627E-FB10-7C94-ADE8-FEF0912C6A49}"/>
              </a:ext>
            </a:extLst>
          </p:cNvPr>
          <p:cNvSpPr txBox="1"/>
          <p:nvPr/>
        </p:nvSpPr>
        <p:spPr>
          <a:xfrm>
            <a:off x="3270297" y="2256008"/>
            <a:ext cx="21541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Ecosystem of services, tools, applications</a:t>
            </a:r>
          </a:p>
        </p:txBody>
      </p:sp>
    </p:spTree>
    <p:extLst>
      <p:ext uri="{BB962C8B-B14F-4D97-AF65-F5344CB8AC3E}">
        <p14:creationId xmlns:p14="http://schemas.microsoft.com/office/powerpoint/2010/main" val="3151983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573D-620A-8DEA-DC4C-81A184D5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Fast</a:t>
            </a:r>
            <a:r>
              <a:rPr lang="en-US" dirty="0"/>
              <a:t> Software Based Packet Processing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2548D-433C-C212-E9F3-6FDB96B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12</a:t>
            </a:fld>
            <a:endParaRPr lang="en-US"/>
          </a:p>
        </p:txBody>
      </p:sp>
      <p:pic>
        <p:nvPicPr>
          <p:cNvPr id="6" name="Graphic 5" descr="Layers Design outline">
            <a:extLst>
              <a:ext uri="{FF2B5EF4-FFF2-40B4-BE49-F238E27FC236}">
                <a16:creationId xmlns:a16="http://schemas.microsoft.com/office/drawing/2014/main" id="{F7FA9402-CE72-96A9-4C30-034E53A52E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557" y="3189497"/>
            <a:ext cx="2901248" cy="2531679"/>
          </a:xfrm>
          <a:prstGeom prst="rect">
            <a:avLst/>
          </a:prstGeom>
        </p:spPr>
      </p:pic>
      <p:pic>
        <p:nvPicPr>
          <p:cNvPr id="7" name="Graphic 6" descr="Forest scene outline">
            <a:extLst>
              <a:ext uri="{FF2B5EF4-FFF2-40B4-BE49-F238E27FC236}">
                <a16:creationId xmlns:a16="http://schemas.microsoft.com/office/drawing/2014/main" id="{A4CC7DF5-66BA-8B91-7AE0-C4D8F21524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1200" y="2087033"/>
            <a:ext cx="1624189" cy="16241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DD0D61C-1FAF-DB19-81DB-B8D1D275CC64}"/>
              </a:ext>
            </a:extLst>
          </p:cNvPr>
          <p:cNvCxnSpPr>
            <a:cxnSpLocks/>
          </p:cNvCxnSpPr>
          <p:nvPr/>
        </p:nvCxnSpPr>
        <p:spPr>
          <a:xfrm>
            <a:off x="838200" y="3562940"/>
            <a:ext cx="3103605" cy="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0B8476F-8410-E7BB-236E-2FC0ED3AAEE9}"/>
              </a:ext>
            </a:extLst>
          </p:cNvPr>
          <p:cNvSpPr txBox="1"/>
          <p:nvPr/>
        </p:nvSpPr>
        <p:spPr>
          <a:xfrm>
            <a:off x="3908390" y="3378274"/>
            <a:ext cx="215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Networking API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08D546-5355-EFD9-0DBE-F0E88126E12F}"/>
              </a:ext>
            </a:extLst>
          </p:cNvPr>
          <p:cNvSpPr txBox="1"/>
          <p:nvPr/>
        </p:nvSpPr>
        <p:spPr>
          <a:xfrm>
            <a:off x="1997211" y="3936384"/>
            <a:ext cx="1274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Platform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657F8E-2914-FF64-B778-5DD3A6886E48}"/>
              </a:ext>
            </a:extLst>
          </p:cNvPr>
          <p:cNvSpPr txBox="1"/>
          <p:nvPr/>
        </p:nvSpPr>
        <p:spPr>
          <a:xfrm>
            <a:off x="1440632" y="4589926"/>
            <a:ext cx="2604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Enabling Technology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71627E-FB10-7C94-ADE8-FEF0912C6A49}"/>
              </a:ext>
            </a:extLst>
          </p:cNvPr>
          <p:cNvSpPr txBox="1"/>
          <p:nvPr/>
        </p:nvSpPr>
        <p:spPr>
          <a:xfrm>
            <a:off x="3270297" y="2256008"/>
            <a:ext cx="21541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Ecosystem of services, tools, applications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61E082B-A976-C2CB-EF4F-2564A99353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191642"/>
              </p:ext>
            </p:extLst>
          </p:nvPr>
        </p:nvGraphicFramePr>
        <p:xfrm>
          <a:off x="6096000" y="2678819"/>
          <a:ext cx="5157891" cy="2473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19297">
                  <a:extLst>
                    <a:ext uri="{9D8B030D-6E8A-4147-A177-3AD203B41FA5}">
                      <a16:colId xmlns:a16="http://schemas.microsoft.com/office/drawing/2014/main" val="73131927"/>
                    </a:ext>
                  </a:extLst>
                </a:gridCol>
                <a:gridCol w="1719297">
                  <a:extLst>
                    <a:ext uri="{9D8B030D-6E8A-4147-A177-3AD203B41FA5}">
                      <a16:colId xmlns:a16="http://schemas.microsoft.com/office/drawing/2014/main" val="3206461794"/>
                    </a:ext>
                  </a:extLst>
                </a:gridCol>
                <a:gridCol w="1719297">
                  <a:extLst>
                    <a:ext uri="{9D8B030D-6E8A-4147-A177-3AD203B41FA5}">
                      <a16:colId xmlns:a16="http://schemas.microsoft.com/office/drawing/2014/main" val="14282160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Linux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In-Kernel, network stack bypass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Kernel Bypass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730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Linux Networking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eBPF</a:t>
                      </a:r>
                      <a:r>
                        <a:rPr lang="en-US" dirty="0"/>
                        <a:t>/XDP (</a:t>
                      </a:r>
                      <a:r>
                        <a:rPr lang="en-US" dirty="0" err="1"/>
                        <a:t>eXpress</a:t>
                      </a:r>
                      <a:r>
                        <a:rPr lang="en-US" dirty="0"/>
                        <a:t> Data Path)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DPDK (</a:t>
                      </a:r>
                      <a:r>
                        <a:rPr lang="en-US" dirty="0" err="1"/>
                        <a:t>Dataplane</a:t>
                      </a:r>
                      <a:r>
                        <a:rPr lang="en-US" dirty="0"/>
                        <a:t> Development Kit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434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Robust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Specific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Specific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99559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BEC50293-BDD7-E0D9-DE46-DA83310C193C}"/>
              </a:ext>
            </a:extLst>
          </p:cNvPr>
          <p:cNvSpPr/>
          <p:nvPr/>
        </p:nvSpPr>
        <p:spPr>
          <a:xfrm>
            <a:off x="7818634" y="2342508"/>
            <a:ext cx="4089114" cy="33786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633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573D-620A-8DEA-DC4C-81A184D5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Fast</a:t>
            </a:r>
            <a:r>
              <a:rPr lang="en-US" dirty="0"/>
              <a:t> Software Based Packet Processing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2548D-433C-C212-E9F3-6FDB96B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13</a:t>
            </a:fld>
            <a:endParaRPr lang="en-US"/>
          </a:p>
        </p:txBody>
      </p:sp>
      <p:pic>
        <p:nvPicPr>
          <p:cNvPr id="6" name="Graphic 5" descr="Layers Design outline">
            <a:extLst>
              <a:ext uri="{FF2B5EF4-FFF2-40B4-BE49-F238E27FC236}">
                <a16:creationId xmlns:a16="http://schemas.microsoft.com/office/drawing/2014/main" id="{F7FA9402-CE72-96A9-4C30-034E53A52E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0557" y="3189497"/>
            <a:ext cx="2901248" cy="2531679"/>
          </a:xfrm>
          <a:prstGeom prst="rect">
            <a:avLst/>
          </a:prstGeom>
        </p:spPr>
      </p:pic>
      <p:pic>
        <p:nvPicPr>
          <p:cNvPr id="7" name="Graphic 6" descr="Forest scene outline">
            <a:extLst>
              <a:ext uri="{FF2B5EF4-FFF2-40B4-BE49-F238E27FC236}">
                <a16:creationId xmlns:a16="http://schemas.microsoft.com/office/drawing/2014/main" id="{A4CC7DF5-66BA-8B91-7AE0-C4D8F21524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61200" y="2087033"/>
            <a:ext cx="1624189" cy="16241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DD0D61C-1FAF-DB19-81DB-B8D1D275CC64}"/>
              </a:ext>
            </a:extLst>
          </p:cNvPr>
          <p:cNvCxnSpPr>
            <a:cxnSpLocks/>
          </p:cNvCxnSpPr>
          <p:nvPr/>
        </p:nvCxnSpPr>
        <p:spPr>
          <a:xfrm>
            <a:off x="838200" y="3562940"/>
            <a:ext cx="3103605" cy="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0B8476F-8410-E7BB-236E-2FC0ED3AAEE9}"/>
              </a:ext>
            </a:extLst>
          </p:cNvPr>
          <p:cNvSpPr txBox="1"/>
          <p:nvPr/>
        </p:nvSpPr>
        <p:spPr>
          <a:xfrm>
            <a:off x="3908390" y="3378274"/>
            <a:ext cx="215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Networking API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08D546-5355-EFD9-0DBE-F0E88126E12F}"/>
              </a:ext>
            </a:extLst>
          </p:cNvPr>
          <p:cNvSpPr txBox="1"/>
          <p:nvPr/>
        </p:nvSpPr>
        <p:spPr>
          <a:xfrm>
            <a:off x="1997211" y="3936384"/>
            <a:ext cx="1274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Platform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657F8E-2914-FF64-B778-5DD3A6886E48}"/>
              </a:ext>
            </a:extLst>
          </p:cNvPr>
          <p:cNvSpPr txBox="1"/>
          <p:nvPr/>
        </p:nvSpPr>
        <p:spPr>
          <a:xfrm>
            <a:off x="1440632" y="4589926"/>
            <a:ext cx="2604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Enabling Technology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71627E-FB10-7C94-ADE8-FEF0912C6A49}"/>
              </a:ext>
            </a:extLst>
          </p:cNvPr>
          <p:cNvSpPr txBox="1"/>
          <p:nvPr/>
        </p:nvSpPr>
        <p:spPr>
          <a:xfrm>
            <a:off x="3270297" y="2256008"/>
            <a:ext cx="21541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Ecosystem of services, tools, applications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61E082B-A976-C2CB-EF4F-2564A99353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808719"/>
              </p:ext>
            </p:extLst>
          </p:nvPr>
        </p:nvGraphicFramePr>
        <p:xfrm>
          <a:off x="6096000" y="2678819"/>
          <a:ext cx="5157891" cy="2473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19297">
                  <a:extLst>
                    <a:ext uri="{9D8B030D-6E8A-4147-A177-3AD203B41FA5}">
                      <a16:colId xmlns:a16="http://schemas.microsoft.com/office/drawing/2014/main" val="73131927"/>
                    </a:ext>
                  </a:extLst>
                </a:gridCol>
                <a:gridCol w="1719297">
                  <a:extLst>
                    <a:ext uri="{9D8B030D-6E8A-4147-A177-3AD203B41FA5}">
                      <a16:colId xmlns:a16="http://schemas.microsoft.com/office/drawing/2014/main" val="3206461794"/>
                    </a:ext>
                  </a:extLst>
                </a:gridCol>
                <a:gridCol w="1719297">
                  <a:extLst>
                    <a:ext uri="{9D8B030D-6E8A-4147-A177-3AD203B41FA5}">
                      <a16:colId xmlns:a16="http://schemas.microsoft.com/office/drawing/2014/main" val="14282160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Linux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In-Kernel, network stack bypass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Kernel Bypass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730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Linux Networking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eBPF</a:t>
                      </a:r>
                      <a:r>
                        <a:rPr lang="en-US" dirty="0"/>
                        <a:t>/XDP (</a:t>
                      </a:r>
                      <a:r>
                        <a:rPr lang="en-US" dirty="0" err="1"/>
                        <a:t>eXpress</a:t>
                      </a:r>
                      <a:r>
                        <a:rPr lang="en-US" dirty="0"/>
                        <a:t> Data Path) [0]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DPDK (</a:t>
                      </a:r>
                      <a:r>
                        <a:rPr lang="en-US" dirty="0" err="1"/>
                        <a:t>Dataplane</a:t>
                      </a:r>
                      <a:r>
                        <a:rPr lang="en-US" dirty="0"/>
                        <a:t> Development Kit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434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Robust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Specific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Specific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99559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BEC50293-BDD7-E0D9-DE46-DA83310C193C}"/>
              </a:ext>
            </a:extLst>
          </p:cNvPr>
          <p:cNvSpPr/>
          <p:nvPr/>
        </p:nvSpPr>
        <p:spPr>
          <a:xfrm>
            <a:off x="9544692" y="2342508"/>
            <a:ext cx="2363056" cy="33786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7743B0-26F4-5D00-D077-40057D32214A}"/>
              </a:ext>
            </a:extLst>
          </p:cNvPr>
          <p:cNvSpPr txBox="1"/>
          <p:nvPr/>
        </p:nvSpPr>
        <p:spPr>
          <a:xfrm>
            <a:off x="5250094" y="5239820"/>
            <a:ext cx="636997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[0] </a:t>
            </a:r>
            <a:r>
              <a:rPr lang="en-US" sz="1000" dirty="0" err="1">
                <a:effectLst/>
              </a:rPr>
              <a:t>THøiland-Jørgensen</a:t>
            </a:r>
            <a:r>
              <a:rPr lang="en-US" sz="1000" dirty="0">
                <a:effectLst/>
              </a:rPr>
              <a:t>, </a:t>
            </a:r>
            <a:r>
              <a:rPr lang="en-US" sz="1000" i="1" dirty="0">
                <a:effectLst/>
              </a:rPr>
              <a:t>et. al</a:t>
            </a:r>
            <a:r>
              <a:rPr lang="en-US" sz="1000" dirty="0">
                <a:effectLst/>
              </a:rPr>
              <a:t>. The </a:t>
            </a:r>
            <a:r>
              <a:rPr lang="en-US" sz="1000" dirty="0" err="1">
                <a:effectLst/>
              </a:rPr>
              <a:t>eXpress</a:t>
            </a:r>
            <a:r>
              <a:rPr lang="en-US" sz="1000" dirty="0">
                <a:effectLst/>
              </a:rPr>
              <a:t> Data </a:t>
            </a:r>
            <a:r>
              <a:rPr lang="en-US" sz="1000" dirty="0"/>
              <a:t>P</a:t>
            </a:r>
            <a:r>
              <a:rPr lang="en-US" sz="1000" dirty="0">
                <a:effectLst/>
              </a:rPr>
              <a:t>ath: Fast programmable packet processing in the operating system kernel. In </a:t>
            </a:r>
            <a:r>
              <a:rPr lang="en-US" sz="1000" i="1" dirty="0">
                <a:effectLst/>
              </a:rPr>
              <a:t>ACM </a:t>
            </a:r>
            <a:r>
              <a:rPr lang="en-US" sz="1000" i="1" dirty="0" err="1">
                <a:effectLst/>
              </a:rPr>
              <a:t>CoNEXT</a:t>
            </a:r>
            <a:r>
              <a:rPr lang="en-US" sz="1000" dirty="0">
                <a:effectLst/>
              </a:rPr>
              <a:t>, 2018. </a:t>
            </a:r>
            <a:endParaRPr lang="en-US" sz="1000" dirty="0"/>
          </a:p>
          <a:p>
            <a:r>
              <a:rPr lang="en-US" sz="1000" dirty="0"/>
              <a:t>[1] </a:t>
            </a:r>
            <a:r>
              <a:rPr lang="en-US" sz="1000" dirty="0">
                <a:effectLst/>
              </a:rPr>
              <a:t>DPDK Project. Data plane development kit, 2022. Retrieved June 13, 2022, from https://</a:t>
            </a:r>
            <a:r>
              <a:rPr lang="en-US" sz="1000" dirty="0" err="1">
                <a:effectLst/>
              </a:rPr>
              <a:t>www.dpdk.org</a:t>
            </a:r>
            <a:r>
              <a:rPr lang="en-US" sz="1000" dirty="0">
                <a:effectLst/>
              </a:rPr>
              <a:t>. </a:t>
            </a:r>
            <a:endParaRPr lang="en-US" sz="1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2BC501-ED0D-B776-159B-2AFEF1EEDF66}"/>
              </a:ext>
            </a:extLst>
          </p:cNvPr>
          <p:cNvSpPr/>
          <p:nvPr/>
        </p:nvSpPr>
        <p:spPr>
          <a:xfrm>
            <a:off x="5250094" y="5578867"/>
            <a:ext cx="6003797" cy="214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96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573D-620A-8DEA-DC4C-81A184D5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Fast</a:t>
            </a:r>
            <a:r>
              <a:rPr lang="en-US" dirty="0"/>
              <a:t> Software Based Packet Processing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2548D-433C-C212-E9F3-6FDB96B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14</a:t>
            </a:fld>
            <a:endParaRPr lang="en-US"/>
          </a:p>
        </p:txBody>
      </p:sp>
      <p:pic>
        <p:nvPicPr>
          <p:cNvPr id="6" name="Graphic 5" descr="Layers Design outline">
            <a:extLst>
              <a:ext uri="{FF2B5EF4-FFF2-40B4-BE49-F238E27FC236}">
                <a16:creationId xmlns:a16="http://schemas.microsoft.com/office/drawing/2014/main" id="{F7FA9402-CE72-96A9-4C30-034E53A52E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557" y="3189497"/>
            <a:ext cx="2901248" cy="2531679"/>
          </a:xfrm>
          <a:prstGeom prst="rect">
            <a:avLst/>
          </a:prstGeom>
        </p:spPr>
      </p:pic>
      <p:pic>
        <p:nvPicPr>
          <p:cNvPr id="7" name="Graphic 6" descr="Forest scene outline">
            <a:extLst>
              <a:ext uri="{FF2B5EF4-FFF2-40B4-BE49-F238E27FC236}">
                <a16:creationId xmlns:a16="http://schemas.microsoft.com/office/drawing/2014/main" id="{A4CC7DF5-66BA-8B91-7AE0-C4D8F21524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1200" y="2087033"/>
            <a:ext cx="1624189" cy="16241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DD0D61C-1FAF-DB19-81DB-B8D1D275CC64}"/>
              </a:ext>
            </a:extLst>
          </p:cNvPr>
          <p:cNvCxnSpPr>
            <a:cxnSpLocks/>
          </p:cNvCxnSpPr>
          <p:nvPr/>
        </p:nvCxnSpPr>
        <p:spPr>
          <a:xfrm>
            <a:off x="838200" y="3562940"/>
            <a:ext cx="3103605" cy="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0B8476F-8410-E7BB-236E-2FC0ED3AAEE9}"/>
              </a:ext>
            </a:extLst>
          </p:cNvPr>
          <p:cNvSpPr txBox="1"/>
          <p:nvPr/>
        </p:nvSpPr>
        <p:spPr>
          <a:xfrm>
            <a:off x="3908390" y="3378274"/>
            <a:ext cx="215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Networking API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08D546-5355-EFD9-0DBE-F0E88126E12F}"/>
              </a:ext>
            </a:extLst>
          </p:cNvPr>
          <p:cNvSpPr txBox="1"/>
          <p:nvPr/>
        </p:nvSpPr>
        <p:spPr>
          <a:xfrm>
            <a:off x="1997211" y="3936384"/>
            <a:ext cx="1274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Platform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657F8E-2914-FF64-B778-5DD3A6886E48}"/>
              </a:ext>
            </a:extLst>
          </p:cNvPr>
          <p:cNvSpPr txBox="1"/>
          <p:nvPr/>
        </p:nvSpPr>
        <p:spPr>
          <a:xfrm>
            <a:off x="1440632" y="4589926"/>
            <a:ext cx="2604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Enabling Technology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71627E-FB10-7C94-ADE8-FEF0912C6A49}"/>
              </a:ext>
            </a:extLst>
          </p:cNvPr>
          <p:cNvSpPr txBox="1"/>
          <p:nvPr/>
        </p:nvSpPr>
        <p:spPr>
          <a:xfrm>
            <a:off x="3270297" y="2256008"/>
            <a:ext cx="21541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Ecosystem of services, tools, applications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61E082B-A976-C2CB-EF4F-2564A99353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570842"/>
              </p:ext>
            </p:extLst>
          </p:nvPr>
        </p:nvGraphicFramePr>
        <p:xfrm>
          <a:off x="6096000" y="2678819"/>
          <a:ext cx="5157891" cy="2473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19297">
                  <a:extLst>
                    <a:ext uri="{9D8B030D-6E8A-4147-A177-3AD203B41FA5}">
                      <a16:colId xmlns:a16="http://schemas.microsoft.com/office/drawing/2014/main" val="73131927"/>
                    </a:ext>
                  </a:extLst>
                </a:gridCol>
                <a:gridCol w="1719297">
                  <a:extLst>
                    <a:ext uri="{9D8B030D-6E8A-4147-A177-3AD203B41FA5}">
                      <a16:colId xmlns:a16="http://schemas.microsoft.com/office/drawing/2014/main" val="3206461794"/>
                    </a:ext>
                  </a:extLst>
                </a:gridCol>
                <a:gridCol w="1719297">
                  <a:extLst>
                    <a:ext uri="{9D8B030D-6E8A-4147-A177-3AD203B41FA5}">
                      <a16:colId xmlns:a16="http://schemas.microsoft.com/office/drawing/2014/main" val="14282160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Linux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In-Kernel, network stack bypass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Kernel Bypass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730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Linux Networking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eBPF</a:t>
                      </a:r>
                      <a:r>
                        <a:rPr lang="en-US" dirty="0"/>
                        <a:t>/XDP (</a:t>
                      </a:r>
                      <a:r>
                        <a:rPr lang="en-US" dirty="0" err="1"/>
                        <a:t>eXpress</a:t>
                      </a:r>
                      <a:r>
                        <a:rPr lang="en-US" dirty="0"/>
                        <a:t> Data Path) [0]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DPDK (</a:t>
                      </a:r>
                      <a:r>
                        <a:rPr lang="en-US" dirty="0" err="1"/>
                        <a:t>Dataplane</a:t>
                      </a:r>
                      <a:r>
                        <a:rPr lang="en-US" dirty="0"/>
                        <a:t> Development Kit [1]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434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Robust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Specific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Specific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99559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EB38E3B-0406-CC8C-E956-18927321E19F}"/>
              </a:ext>
            </a:extLst>
          </p:cNvPr>
          <p:cNvSpPr txBox="1"/>
          <p:nvPr/>
        </p:nvSpPr>
        <p:spPr>
          <a:xfrm>
            <a:off x="5250094" y="5239820"/>
            <a:ext cx="636997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[0] </a:t>
            </a:r>
            <a:r>
              <a:rPr lang="en-US" sz="1000" dirty="0" err="1">
                <a:effectLst/>
              </a:rPr>
              <a:t>THøiland-Jørgensen</a:t>
            </a:r>
            <a:r>
              <a:rPr lang="en-US" sz="1000" dirty="0">
                <a:effectLst/>
              </a:rPr>
              <a:t>, </a:t>
            </a:r>
            <a:r>
              <a:rPr lang="en-US" sz="1000" i="1" dirty="0">
                <a:effectLst/>
              </a:rPr>
              <a:t>et. al</a:t>
            </a:r>
            <a:r>
              <a:rPr lang="en-US" sz="1000" dirty="0">
                <a:effectLst/>
              </a:rPr>
              <a:t>. The </a:t>
            </a:r>
            <a:r>
              <a:rPr lang="en-US" sz="1000" dirty="0" err="1">
                <a:effectLst/>
              </a:rPr>
              <a:t>eXpress</a:t>
            </a:r>
            <a:r>
              <a:rPr lang="en-US" sz="1000" dirty="0">
                <a:effectLst/>
              </a:rPr>
              <a:t> Data </a:t>
            </a:r>
            <a:r>
              <a:rPr lang="en-US" sz="1000" dirty="0"/>
              <a:t>P</a:t>
            </a:r>
            <a:r>
              <a:rPr lang="en-US" sz="1000" dirty="0">
                <a:effectLst/>
              </a:rPr>
              <a:t>ath: Fast programmable packet processing in the operating system kernel. In </a:t>
            </a:r>
            <a:r>
              <a:rPr lang="en-US" sz="1000" i="1" dirty="0">
                <a:effectLst/>
              </a:rPr>
              <a:t>ACM </a:t>
            </a:r>
            <a:r>
              <a:rPr lang="en-US" sz="1000" i="1" dirty="0" err="1">
                <a:effectLst/>
              </a:rPr>
              <a:t>CoNEXT</a:t>
            </a:r>
            <a:r>
              <a:rPr lang="en-US" sz="1000" dirty="0">
                <a:effectLst/>
              </a:rPr>
              <a:t>, 2018. </a:t>
            </a:r>
            <a:endParaRPr lang="en-US" sz="1000" dirty="0"/>
          </a:p>
          <a:p>
            <a:r>
              <a:rPr lang="en-US" sz="1000" dirty="0"/>
              <a:t>[1] </a:t>
            </a:r>
            <a:r>
              <a:rPr lang="en-US" sz="1000" dirty="0">
                <a:effectLst/>
              </a:rPr>
              <a:t>DPDK Project. Data plane development kit, 2022. Retrieved June 13, 2022, from https://</a:t>
            </a:r>
            <a:r>
              <a:rPr lang="en-US" sz="1000" dirty="0" err="1">
                <a:effectLst/>
              </a:rPr>
              <a:t>www.dpdk.org</a:t>
            </a:r>
            <a:r>
              <a:rPr lang="en-US" sz="1000" dirty="0">
                <a:effectLst/>
              </a:rPr>
              <a:t>. 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77956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573D-620A-8DEA-DC4C-81A184D5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Fast</a:t>
            </a:r>
            <a:r>
              <a:rPr lang="en-US" dirty="0"/>
              <a:t> Software Based Packet Processing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2548D-433C-C212-E9F3-6FDB96B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15</a:t>
            </a:fld>
            <a:endParaRPr lang="en-US"/>
          </a:p>
        </p:txBody>
      </p:sp>
      <p:pic>
        <p:nvPicPr>
          <p:cNvPr id="6" name="Graphic 5" descr="Layers Design outline">
            <a:extLst>
              <a:ext uri="{FF2B5EF4-FFF2-40B4-BE49-F238E27FC236}">
                <a16:creationId xmlns:a16="http://schemas.microsoft.com/office/drawing/2014/main" id="{F7FA9402-CE72-96A9-4C30-034E53A52E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557" y="3189497"/>
            <a:ext cx="2901248" cy="2531679"/>
          </a:xfrm>
          <a:prstGeom prst="rect">
            <a:avLst/>
          </a:prstGeom>
        </p:spPr>
      </p:pic>
      <p:pic>
        <p:nvPicPr>
          <p:cNvPr id="7" name="Graphic 6" descr="Forest scene outline">
            <a:extLst>
              <a:ext uri="{FF2B5EF4-FFF2-40B4-BE49-F238E27FC236}">
                <a16:creationId xmlns:a16="http://schemas.microsoft.com/office/drawing/2014/main" id="{A4CC7DF5-66BA-8B91-7AE0-C4D8F21524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1200" y="2087033"/>
            <a:ext cx="1624189" cy="16241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DD0D61C-1FAF-DB19-81DB-B8D1D275CC64}"/>
              </a:ext>
            </a:extLst>
          </p:cNvPr>
          <p:cNvCxnSpPr>
            <a:cxnSpLocks/>
          </p:cNvCxnSpPr>
          <p:nvPr/>
        </p:nvCxnSpPr>
        <p:spPr>
          <a:xfrm>
            <a:off x="838200" y="3562940"/>
            <a:ext cx="3103605" cy="0"/>
          </a:xfrm>
          <a:prstGeom prst="line">
            <a:avLst/>
          </a:prstGeom>
          <a:ln w="57150">
            <a:solidFill>
              <a:schemeClr val="accent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0B8476F-8410-E7BB-236E-2FC0ED3AAEE9}"/>
              </a:ext>
            </a:extLst>
          </p:cNvPr>
          <p:cNvSpPr txBox="1"/>
          <p:nvPr/>
        </p:nvSpPr>
        <p:spPr>
          <a:xfrm>
            <a:off x="3908390" y="3378274"/>
            <a:ext cx="215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Networking API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08D546-5355-EFD9-0DBE-F0E88126E12F}"/>
              </a:ext>
            </a:extLst>
          </p:cNvPr>
          <p:cNvSpPr txBox="1"/>
          <p:nvPr/>
        </p:nvSpPr>
        <p:spPr>
          <a:xfrm>
            <a:off x="1997211" y="3936384"/>
            <a:ext cx="1274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Platform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657F8E-2914-FF64-B778-5DD3A6886E48}"/>
              </a:ext>
            </a:extLst>
          </p:cNvPr>
          <p:cNvSpPr txBox="1"/>
          <p:nvPr/>
        </p:nvSpPr>
        <p:spPr>
          <a:xfrm>
            <a:off x="1440632" y="4589926"/>
            <a:ext cx="2604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Enabling Technology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71627E-FB10-7C94-ADE8-FEF0912C6A49}"/>
              </a:ext>
            </a:extLst>
          </p:cNvPr>
          <p:cNvSpPr txBox="1"/>
          <p:nvPr/>
        </p:nvSpPr>
        <p:spPr>
          <a:xfrm>
            <a:off x="3270297" y="2256008"/>
            <a:ext cx="21541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Ecosystem of services, tools, applications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AC27937E-1B0F-4762-7D10-514E8E77999A}"/>
              </a:ext>
            </a:extLst>
          </p:cNvPr>
          <p:cNvSpPr/>
          <p:nvPr/>
        </p:nvSpPr>
        <p:spPr>
          <a:xfrm>
            <a:off x="6444760" y="2087033"/>
            <a:ext cx="889811" cy="2353348"/>
          </a:xfrm>
          <a:prstGeom prst="rightBrac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042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573D-620A-8DEA-DC4C-81A184D5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Fast</a:t>
            </a:r>
            <a:r>
              <a:rPr lang="en-US" dirty="0"/>
              <a:t> Software Based Packet Processing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2548D-433C-C212-E9F3-6FDB96B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16</a:t>
            </a:fld>
            <a:endParaRPr lang="en-US"/>
          </a:p>
        </p:txBody>
      </p:sp>
      <p:pic>
        <p:nvPicPr>
          <p:cNvPr id="6" name="Graphic 5" descr="Layers Design outline">
            <a:extLst>
              <a:ext uri="{FF2B5EF4-FFF2-40B4-BE49-F238E27FC236}">
                <a16:creationId xmlns:a16="http://schemas.microsoft.com/office/drawing/2014/main" id="{F7FA9402-CE72-96A9-4C30-034E53A52E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557" y="3189497"/>
            <a:ext cx="2901248" cy="2531679"/>
          </a:xfrm>
          <a:prstGeom prst="rect">
            <a:avLst/>
          </a:prstGeom>
        </p:spPr>
      </p:pic>
      <p:pic>
        <p:nvPicPr>
          <p:cNvPr id="7" name="Graphic 6" descr="Forest scene outline">
            <a:extLst>
              <a:ext uri="{FF2B5EF4-FFF2-40B4-BE49-F238E27FC236}">
                <a16:creationId xmlns:a16="http://schemas.microsoft.com/office/drawing/2014/main" id="{A4CC7DF5-66BA-8B91-7AE0-C4D8F21524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1200" y="2087033"/>
            <a:ext cx="1624189" cy="16241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DD0D61C-1FAF-DB19-81DB-B8D1D275CC64}"/>
              </a:ext>
            </a:extLst>
          </p:cNvPr>
          <p:cNvCxnSpPr>
            <a:cxnSpLocks/>
          </p:cNvCxnSpPr>
          <p:nvPr/>
        </p:nvCxnSpPr>
        <p:spPr>
          <a:xfrm>
            <a:off x="838200" y="3562940"/>
            <a:ext cx="3103605" cy="0"/>
          </a:xfrm>
          <a:prstGeom prst="line">
            <a:avLst/>
          </a:prstGeom>
          <a:ln w="57150">
            <a:solidFill>
              <a:schemeClr val="accent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0B8476F-8410-E7BB-236E-2FC0ED3AAEE9}"/>
              </a:ext>
            </a:extLst>
          </p:cNvPr>
          <p:cNvSpPr txBox="1"/>
          <p:nvPr/>
        </p:nvSpPr>
        <p:spPr>
          <a:xfrm>
            <a:off x="3908390" y="3378274"/>
            <a:ext cx="215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Networking API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08D546-5355-EFD9-0DBE-F0E88126E12F}"/>
              </a:ext>
            </a:extLst>
          </p:cNvPr>
          <p:cNvSpPr txBox="1"/>
          <p:nvPr/>
        </p:nvSpPr>
        <p:spPr>
          <a:xfrm>
            <a:off x="1997211" y="3936384"/>
            <a:ext cx="1274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Platform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657F8E-2914-FF64-B778-5DD3A6886E48}"/>
              </a:ext>
            </a:extLst>
          </p:cNvPr>
          <p:cNvSpPr txBox="1"/>
          <p:nvPr/>
        </p:nvSpPr>
        <p:spPr>
          <a:xfrm>
            <a:off x="1440632" y="4589926"/>
            <a:ext cx="2604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Enabling Technology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71627E-FB10-7C94-ADE8-FEF0912C6A49}"/>
              </a:ext>
            </a:extLst>
          </p:cNvPr>
          <p:cNvSpPr txBox="1"/>
          <p:nvPr/>
        </p:nvSpPr>
        <p:spPr>
          <a:xfrm>
            <a:off x="3270297" y="2256008"/>
            <a:ext cx="21541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Ecosystem of services, tools, applications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108678D-6101-F63A-CBF1-400798CF08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612309"/>
              </p:ext>
            </p:extLst>
          </p:nvPr>
        </p:nvGraphicFramePr>
        <p:xfrm>
          <a:off x="6129417" y="2238846"/>
          <a:ext cx="5157891" cy="3291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19297">
                  <a:extLst>
                    <a:ext uri="{9D8B030D-6E8A-4147-A177-3AD203B41FA5}">
                      <a16:colId xmlns:a16="http://schemas.microsoft.com/office/drawing/2014/main" val="73131927"/>
                    </a:ext>
                  </a:extLst>
                </a:gridCol>
                <a:gridCol w="1719297">
                  <a:extLst>
                    <a:ext uri="{9D8B030D-6E8A-4147-A177-3AD203B41FA5}">
                      <a16:colId xmlns:a16="http://schemas.microsoft.com/office/drawing/2014/main" val="3206461794"/>
                    </a:ext>
                  </a:extLst>
                </a:gridCol>
                <a:gridCol w="1719297">
                  <a:extLst>
                    <a:ext uri="{9D8B030D-6E8A-4147-A177-3AD203B41FA5}">
                      <a16:colId xmlns:a16="http://schemas.microsoft.com/office/drawing/2014/main" val="14282160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Linux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Polycube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Vector Packet Processing (VPP)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730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Linux Networking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eBPF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DPDK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434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Robust, familiar programming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Limited by available network functions, custom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Manual programming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995590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CD5779A-3A2A-1132-AECB-8D5D621AC421}"/>
              </a:ext>
            </a:extLst>
          </p:cNvPr>
          <p:cNvSpPr/>
          <p:nvPr/>
        </p:nvSpPr>
        <p:spPr>
          <a:xfrm>
            <a:off x="7851749" y="1840187"/>
            <a:ext cx="4058292" cy="38821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4609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573D-620A-8DEA-DC4C-81A184D5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Fast</a:t>
            </a:r>
            <a:r>
              <a:rPr lang="en-US" dirty="0"/>
              <a:t> Software Based Packet Processing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2548D-433C-C212-E9F3-6FDB96B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17</a:t>
            </a:fld>
            <a:endParaRPr lang="en-US"/>
          </a:p>
        </p:txBody>
      </p:sp>
      <p:pic>
        <p:nvPicPr>
          <p:cNvPr id="6" name="Graphic 5" descr="Layers Design outline">
            <a:extLst>
              <a:ext uri="{FF2B5EF4-FFF2-40B4-BE49-F238E27FC236}">
                <a16:creationId xmlns:a16="http://schemas.microsoft.com/office/drawing/2014/main" id="{F7FA9402-CE72-96A9-4C30-034E53A52E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557" y="3189497"/>
            <a:ext cx="2901248" cy="2531679"/>
          </a:xfrm>
          <a:prstGeom prst="rect">
            <a:avLst/>
          </a:prstGeom>
        </p:spPr>
      </p:pic>
      <p:pic>
        <p:nvPicPr>
          <p:cNvPr id="7" name="Graphic 6" descr="Forest scene outline">
            <a:extLst>
              <a:ext uri="{FF2B5EF4-FFF2-40B4-BE49-F238E27FC236}">
                <a16:creationId xmlns:a16="http://schemas.microsoft.com/office/drawing/2014/main" id="{A4CC7DF5-66BA-8B91-7AE0-C4D8F21524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1200" y="2087033"/>
            <a:ext cx="1624189" cy="16241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DD0D61C-1FAF-DB19-81DB-B8D1D275CC64}"/>
              </a:ext>
            </a:extLst>
          </p:cNvPr>
          <p:cNvCxnSpPr>
            <a:cxnSpLocks/>
          </p:cNvCxnSpPr>
          <p:nvPr/>
        </p:nvCxnSpPr>
        <p:spPr>
          <a:xfrm>
            <a:off x="838200" y="3562940"/>
            <a:ext cx="3103605" cy="0"/>
          </a:xfrm>
          <a:prstGeom prst="line">
            <a:avLst/>
          </a:prstGeom>
          <a:ln w="57150">
            <a:solidFill>
              <a:schemeClr val="accent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0B8476F-8410-E7BB-236E-2FC0ED3AAEE9}"/>
              </a:ext>
            </a:extLst>
          </p:cNvPr>
          <p:cNvSpPr txBox="1"/>
          <p:nvPr/>
        </p:nvSpPr>
        <p:spPr>
          <a:xfrm>
            <a:off x="3908390" y="3378274"/>
            <a:ext cx="215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Networking API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08D546-5355-EFD9-0DBE-F0E88126E12F}"/>
              </a:ext>
            </a:extLst>
          </p:cNvPr>
          <p:cNvSpPr txBox="1"/>
          <p:nvPr/>
        </p:nvSpPr>
        <p:spPr>
          <a:xfrm>
            <a:off x="1997211" y="3936384"/>
            <a:ext cx="1274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Platform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657F8E-2914-FF64-B778-5DD3A6886E48}"/>
              </a:ext>
            </a:extLst>
          </p:cNvPr>
          <p:cNvSpPr txBox="1"/>
          <p:nvPr/>
        </p:nvSpPr>
        <p:spPr>
          <a:xfrm>
            <a:off x="1440632" y="4589926"/>
            <a:ext cx="2604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Enabling Technology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71627E-FB10-7C94-ADE8-FEF0912C6A49}"/>
              </a:ext>
            </a:extLst>
          </p:cNvPr>
          <p:cNvSpPr txBox="1"/>
          <p:nvPr/>
        </p:nvSpPr>
        <p:spPr>
          <a:xfrm>
            <a:off x="3270297" y="2256008"/>
            <a:ext cx="21541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Ecosystem of services, tools, applications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108678D-6101-F63A-CBF1-400798CF08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074948"/>
              </p:ext>
            </p:extLst>
          </p:nvPr>
        </p:nvGraphicFramePr>
        <p:xfrm>
          <a:off x="6129417" y="2238846"/>
          <a:ext cx="5157891" cy="3291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19297">
                  <a:extLst>
                    <a:ext uri="{9D8B030D-6E8A-4147-A177-3AD203B41FA5}">
                      <a16:colId xmlns:a16="http://schemas.microsoft.com/office/drawing/2014/main" val="73131927"/>
                    </a:ext>
                  </a:extLst>
                </a:gridCol>
                <a:gridCol w="1719297">
                  <a:extLst>
                    <a:ext uri="{9D8B030D-6E8A-4147-A177-3AD203B41FA5}">
                      <a16:colId xmlns:a16="http://schemas.microsoft.com/office/drawing/2014/main" val="3206461794"/>
                    </a:ext>
                  </a:extLst>
                </a:gridCol>
                <a:gridCol w="1719297">
                  <a:extLst>
                    <a:ext uri="{9D8B030D-6E8A-4147-A177-3AD203B41FA5}">
                      <a16:colId xmlns:a16="http://schemas.microsoft.com/office/drawing/2014/main" val="14282160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Linux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accent2"/>
                          </a:solidFill>
                        </a:rPr>
                        <a:t>Polycube</a:t>
                      </a:r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 [0]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Vector Packet Processing (VPP)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730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Linux Networking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eBPF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DPDK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434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Robust, familiar programming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Limited by available network functions, custom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Manual programming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995590"/>
                  </a:ext>
                </a:extLst>
              </a:tr>
            </a:tbl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4F893FDA-0566-ECBB-9B5F-AEF16115AB8D}"/>
              </a:ext>
            </a:extLst>
          </p:cNvPr>
          <p:cNvSpPr/>
          <p:nvPr/>
        </p:nvSpPr>
        <p:spPr>
          <a:xfrm>
            <a:off x="9565240" y="1839074"/>
            <a:ext cx="2342508" cy="38821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64C7E2-5751-E257-3BAC-F732E6D5E37E}"/>
              </a:ext>
            </a:extLst>
          </p:cNvPr>
          <p:cNvSpPr txBox="1"/>
          <p:nvPr/>
        </p:nvSpPr>
        <p:spPr>
          <a:xfrm>
            <a:off x="5239819" y="5484765"/>
            <a:ext cx="65960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[0] </a:t>
            </a:r>
            <a:r>
              <a:rPr lang="en-US" sz="1000" dirty="0" err="1">
                <a:effectLst/>
              </a:rPr>
              <a:t>Miano</a:t>
            </a:r>
            <a:r>
              <a:rPr lang="en-US" sz="1000" dirty="0">
                <a:effectLst/>
              </a:rPr>
              <a:t>, </a:t>
            </a:r>
            <a:r>
              <a:rPr lang="en-US" sz="1000" i="1" dirty="0">
                <a:effectLst/>
              </a:rPr>
              <a:t>et. al</a:t>
            </a:r>
            <a:r>
              <a:rPr lang="en-US" sz="1000" dirty="0">
                <a:effectLst/>
              </a:rPr>
              <a:t>. A Framework for </a:t>
            </a:r>
            <a:r>
              <a:rPr lang="en-US" sz="1000" dirty="0" err="1">
                <a:effectLst/>
              </a:rPr>
              <a:t>eBPF</a:t>
            </a:r>
            <a:r>
              <a:rPr lang="en-US" sz="1000" dirty="0">
                <a:effectLst/>
              </a:rPr>
              <a:t>-Based Network Functions in an Era of Microservices. </a:t>
            </a:r>
            <a:r>
              <a:rPr lang="en-US" sz="1000" i="1" dirty="0">
                <a:effectLst/>
              </a:rPr>
              <a:t>IEEE TNSM</a:t>
            </a:r>
            <a:r>
              <a:rPr lang="en-US" sz="1000" dirty="0">
                <a:effectLst/>
              </a:rPr>
              <a:t>, 18(1), 2021.</a:t>
            </a:r>
          </a:p>
          <a:p>
            <a:r>
              <a:rPr lang="en-US" sz="1000" dirty="0"/>
              <a:t>[1]</a:t>
            </a:r>
            <a:r>
              <a:rPr lang="en-US" sz="1000" dirty="0">
                <a:effectLst/>
              </a:rPr>
              <a:t> </a:t>
            </a:r>
            <a:r>
              <a:rPr lang="en-US" sz="1000" dirty="0" err="1">
                <a:effectLst/>
              </a:rPr>
              <a:t>FD.io</a:t>
            </a:r>
            <a:r>
              <a:rPr lang="en-US" sz="1000" dirty="0">
                <a:effectLst/>
              </a:rPr>
              <a:t>: The worlds’ secure networking </a:t>
            </a:r>
            <a:r>
              <a:rPr lang="en-US" sz="1000" dirty="0" err="1">
                <a:effectLst/>
              </a:rPr>
              <a:t>dataplane</a:t>
            </a:r>
            <a:r>
              <a:rPr lang="en-US" sz="1000" dirty="0">
                <a:effectLst/>
              </a:rPr>
              <a:t>, 2023. Retrieved October 20, 2023, https://</a:t>
            </a:r>
            <a:r>
              <a:rPr lang="en-US" sz="1000" dirty="0" err="1">
                <a:effectLst/>
              </a:rPr>
              <a:t>fd.io</a:t>
            </a:r>
            <a:r>
              <a:rPr lang="en-US" sz="1000" dirty="0">
                <a:effectLst/>
              </a:rPr>
              <a:t>. </a:t>
            </a:r>
            <a:endParaRPr lang="en-US" sz="1000" dirty="0"/>
          </a:p>
          <a:p>
            <a:endParaRPr lang="en-US" sz="1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35C6E6-C698-9DBA-4BC4-BF1FAC765BDA}"/>
              </a:ext>
            </a:extLst>
          </p:cNvPr>
          <p:cNvSpPr/>
          <p:nvPr/>
        </p:nvSpPr>
        <p:spPr>
          <a:xfrm>
            <a:off x="5239819" y="5699808"/>
            <a:ext cx="6003797" cy="214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307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573D-620A-8DEA-DC4C-81A184D5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Fast</a:t>
            </a:r>
            <a:r>
              <a:rPr lang="en-US" dirty="0"/>
              <a:t> Software Based Packet Processing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2548D-433C-C212-E9F3-6FDB96B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18</a:t>
            </a:fld>
            <a:endParaRPr lang="en-US"/>
          </a:p>
        </p:txBody>
      </p:sp>
      <p:pic>
        <p:nvPicPr>
          <p:cNvPr id="6" name="Graphic 5" descr="Layers Design outline">
            <a:extLst>
              <a:ext uri="{FF2B5EF4-FFF2-40B4-BE49-F238E27FC236}">
                <a16:creationId xmlns:a16="http://schemas.microsoft.com/office/drawing/2014/main" id="{F7FA9402-CE72-96A9-4C30-034E53A52E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557" y="3189497"/>
            <a:ext cx="2901248" cy="2531679"/>
          </a:xfrm>
          <a:prstGeom prst="rect">
            <a:avLst/>
          </a:prstGeom>
        </p:spPr>
      </p:pic>
      <p:pic>
        <p:nvPicPr>
          <p:cNvPr id="7" name="Graphic 6" descr="Forest scene outline">
            <a:extLst>
              <a:ext uri="{FF2B5EF4-FFF2-40B4-BE49-F238E27FC236}">
                <a16:creationId xmlns:a16="http://schemas.microsoft.com/office/drawing/2014/main" id="{A4CC7DF5-66BA-8B91-7AE0-C4D8F21524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1200" y="2087033"/>
            <a:ext cx="1624189" cy="16241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DD0D61C-1FAF-DB19-81DB-B8D1D275CC64}"/>
              </a:ext>
            </a:extLst>
          </p:cNvPr>
          <p:cNvCxnSpPr>
            <a:cxnSpLocks/>
          </p:cNvCxnSpPr>
          <p:nvPr/>
        </p:nvCxnSpPr>
        <p:spPr>
          <a:xfrm>
            <a:off x="838200" y="3562940"/>
            <a:ext cx="3103605" cy="0"/>
          </a:xfrm>
          <a:prstGeom prst="line">
            <a:avLst/>
          </a:prstGeom>
          <a:ln w="57150">
            <a:solidFill>
              <a:schemeClr val="accent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0B8476F-8410-E7BB-236E-2FC0ED3AAEE9}"/>
              </a:ext>
            </a:extLst>
          </p:cNvPr>
          <p:cNvSpPr txBox="1"/>
          <p:nvPr/>
        </p:nvSpPr>
        <p:spPr>
          <a:xfrm>
            <a:off x="3908390" y="3378274"/>
            <a:ext cx="215419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Networking API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08D546-5355-EFD9-0DBE-F0E88126E12F}"/>
              </a:ext>
            </a:extLst>
          </p:cNvPr>
          <p:cNvSpPr txBox="1"/>
          <p:nvPr/>
        </p:nvSpPr>
        <p:spPr>
          <a:xfrm>
            <a:off x="1997211" y="3936384"/>
            <a:ext cx="1274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Platform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657F8E-2914-FF64-B778-5DD3A6886E48}"/>
              </a:ext>
            </a:extLst>
          </p:cNvPr>
          <p:cNvSpPr txBox="1"/>
          <p:nvPr/>
        </p:nvSpPr>
        <p:spPr>
          <a:xfrm>
            <a:off x="1440632" y="4589926"/>
            <a:ext cx="2604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Enabling Technology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71627E-FB10-7C94-ADE8-FEF0912C6A49}"/>
              </a:ext>
            </a:extLst>
          </p:cNvPr>
          <p:cNvSpPr txBox="1"/>
          <p:nvPr/>
        </p:nvSpPr>
        <p:spPr>
          <a:xfrm>
            <a:off x="3270297" y="2256008"/>
            <a:ext cx="21541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Ecosystem of services, tools, applications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108678D-6101-F63A-CBF1-400798CF08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81337"/>
              </p:ext>
            </p:extLst>
          </p:nvPr>
        </p:nvGraphicFramePr>
        <p:xfrm>
          <a:off x="6129417" y="2238846"/>
          <a:ext cx="5157891" cy="3291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19297">
                  <a:extLst>
                    <a:ext uri="{9D8B030D-6E8A-4147-A177-3AD203B41FA5}">
                      <a16:colId xmlns:a16="http://schemas.microsoft.com/office/drawing/2014/main" val="73131927"/>
                    </a:ext>
                  </a:extLst>
                </a:gridCol>
                <a:gridCol w="1719297">
                  <a:extLst>
                    <a:ext uri="{9D8B030D-6E8A-4147-A177-3AD203B41FA5}">
                      <a16:colId xmlns:a16="http://schemas.microsoft.com/office/drawing/2014/main" val="3206461794"/>
                    </a:ext>
                  </a:extLst>
                </a:gridCol>
                <a:gridCol w="1719297">
                  <a:extLst>
                    <a:ext uri="{9D8B030D-6E8A-4147-A177-3AD203B41FA5}">
                      <a16:colId xmlns:a16="http://schemas.microsoft.com/office/drawing/2014/main" val="14282160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Linux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Polycube</a:t>
                      </a:r>
                      <a:r>
                        <a:rPr lang="en-US" dirty="0"/>
                        <a:t> [0]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Vector Packet Processing (VPP) [1]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730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Linux Networking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eBPF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DPDK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434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Robust, familiar programming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Limited by available network functions, custom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Manual programming model, custom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99559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6BEFD8D-80B9-3BE6-611D-2BC3D0FF082F}"/>
              </a:ext>
            </a:extLst>
          </p:cNvPr>
          <p:cNvSpPr txBox="1"/>
          <p:nvPr/>
        </p:nvSpPr>
        <p:spPr>
          <a:xfrm>
            <a:off x="5239819" y="5484765"/>
            <a:ext cx="65960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[0] </a:t>
            </a:r>
            <a:r>
              <a:rPr lang="en-US" sz="1000" dirty="0" err="1">
                <a:effectLst/>
              </a:rPr>
              <a:t>Miano</a:t>
            </a:r>
            <a:r>
              <a:rPr lang="en-US" sz="1000" dirty="0">
                <a:effectLst/>
              </a:rPr>
              <a:t>, </a:t>
            </a:r>
            <a:r>
              <a:rPr lang="en-US" sz="1000" i="1" dirty="0">
                <a:effectLst/>
              </a:rPr>
              <a:t>et. al</a:t>
            </a:r>
            <a:r>
              <a:rPr lang="en-US" sz="1000" dirty="0">
                <a:effectLst/>
              </a:rPr>
              <a:t>. A Framework for </a:t>
            </a:r>
            <a:r>
              <a:rPr lang="en-US" sz="1000" dirty="0" err="1">
                <a:effectLst/>
              </a:rPr>
              <a:t>eBPF</a:t>
            </a:r>
            <a:r>
              <a:rPr lang="en-US" sz="1000" dirty="0">
                <a:effectLst/>
              </a:rPr>
              <a:t>-Based Network Functions in an Era of Microservices. </a:t>
            </a:r>
            <a:r>
              <a:rPr lang="en-US" sz="1000" i="1" dirty="0">
                <a:effectLst/>
              </a:rPr>
              <a:t>IEEE TNSM</a:t>
            </a:r>
            <a:r>
              <a:rPr lang="en-US" sz="1000" dirty="0">
                <a:effectLst/>
              </a:rPr>
              <a:t>, 18(1), 2021.</a:t>
            </a:r>
          </a:p>
          <a:p>
            <a:r>
              <a:rPr lang="en-US" sz="1000" dirty="0"/>
              <a:t>[1]</a:t>
            </a:r>
            <a:r>
              <a:rPr lang="en-US" sz="1000" dirty="0">
                <a:effectLst/>
              </a:rPr>
              <a:t> </a:t>
            </a:r>
            <a:r>
              <a:rPr lang="en-US" sz="1000" dirty="0" err="1">
                <a:effectLst/>
              </a:rPr>
              <a:t>FD.io</a:t>
            </a:r>
            <a:r>
              <a:rPr lang="en-US" sz="1000" dirty="0">
                <a:effectLst/>
              </a:rPr>
              <a:t>: The worlds’ secure networking </a:t>
            </a:r>
            <a:r>
              <a:rPr lang="en-US" sz="1000" dirty="0" err="1">
                <a:effectLst/>
              </a:rPr>
              <a:t>dataplane</a:t>
            </a:r>
            <a:r>
              <a:rPr lang="en-US" sz="1000" dirty="0">
                <a:effectLst/>
              </a:rPr>
              <a:t>, 2023. Retrieved October 20, 2023, https://</a:t>
            </a:r>
            <a:r>
              <a:rPr lang="en-US" sz="1000" dirty="0" err="1">
                <a:effectLst/>
              </a:rPr>
              <a:t>fd.io</a:t>
            </a:r>
            <a:r>
              <a:rPr lang="en-US" sz="1000" dirty="0">
                <a:effectLst/>
              </a:rPr>
              <a:t>. </a:t>
            </a:r>
            <a:endParaRPr lang="en-US" sz="1000" dirty="0"/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5576106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573D-620A-8DEA-DC4C-81A184D5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Fast</a:t>
            </a:r>
            <a:r>
              <a:rPr lang="en-US" dirty="0"/>
              <a:t> Software Based Packet Processing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2548D-433C-C212-E9F3-6FDB96B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19</a:t>
            </a:fld>
            <a:endParaRPr lang="en-US"/>
          </a:p>
        </p:txBody>
      </p:sp>
      <p:pic>
        <p:nvPicPr>
          <p:cNvPr id="6" name="Graphic 5" descr="Layers Design outline">
            <a:extLst>
              <a:ext uri="{FF2B5EF4-FFF2-40B4-BE49-F238E27FC236}">
                <a16:creationId xmlns:a16="http://schemas.microsoft.com/office/drawing/2014/main" id="{F7FA9402-CE72-96A9-4C30-034E53A52E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557" y="3189497"/>
            <a:ext cx="2901248" cy="2531679"/>
          </a:xfrm>
          <a:prstGeom prst="rect">
            <a:avLst/>
          </a:prstGeom>
        </p:spPr>
      </p:pic>
      <p:pic>
        <p:nvPicPr>
          <p:cNvPr id="7" name="Graphic 6" descr="Forest scene outline">
            <a:extLst>
              <a:ext uri="{FF2B5EF4-FFF2-40B4-BE49-F238E27FC236}">
                <a16:creationId xmlns:a16="http://schemas.microsoft.com/office/drawing/2014/main" id="{A4CC7DF5-66BA-8B91-7AE0-C4D8F21524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1200" y="2087033"/>
            <a:ext cx="1624189" cy="16241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DD0D61C-1FAF-DB19-81DB-B8D1D275CC64}"/>
              </a:ext>
            </a:extLst>
          </p:cNvPr>
          <p:cNvCxnSpPr>
            <a:cxnSpLocks/>
          </p:cNvCxnSpPr>
          <p:nvPr/>
        </p:nvCxnSpPr>
        <p:spPr>
          <a:xfrm>
            <a:off x="838200" y="3562940"/>
            <a:ext cx="3103605" cy="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0B8476F-8410-E7BB-236E-2FC0ED3AAEE9}"/>
              </a:ext>
            </a:extLst>
          </p:cNvPr>
          <p:cNvSpPr txBox="1"/>
          <p:nvPr/>
        </p:nvSpPr>
        <p:spPr>
          <a:xfrm>
            <a:off x="3908390" y="3378274"/>
            <a:ext cx="215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Networking API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08D546-5355-EFD9-0DBE-F0E88126E12F}"/>
              </a:ext>
            </a:extLst>
          </p:cNvPr>
          <p:cNvSpPr txBox="1"/>
          <p:nvPr/>
        </p:nvSpPr>
        <p:spPr>
          <a:xfrm>
            <a:off x="1997211" y="3936384"/>
            <a:ext cx="1274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Platform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657F8E-2914-FF64-B778-5DD3A6886E48}"/>
              </a:ext>
            </a:extLst>
          </p:cNvPr>
          <p:cNvSpPr txBox="1"/>
          <p:nvPr/>
        </p:nvSpPr>
        <p:spPr>
          <a:xfrm>
            <a:off x="1440632" y="4589926"/>
            <a:ext cx="2604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Enabling Technology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71627E-FB10-7C94-ADE8-FEF0912C6A49}"/>
              </a:ext>
            </a:extLst>
          </p:cNvPr>
          <p:cNvSpPr txBox="1"/>
          <p:nvPr/>
        </p:nvSpPr>
        <p:spPr>
          <a:xfrm>
            <a:off x="3270297" y="2256008"/>
            <a:ext cx="21541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Ecosystem of services, tools, applications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2FC7737B-5CD5-8FB9-56D2-1C1918F60009}"/>
              </a:ext>
            </a:extLst>
          </p:cNvPr>
          <p:cNvSpPr/>
          <p:nvPr/>
        </p:nvSpPr>
        <p:spPr>
          <a:xfrm>
            <a:off x="6444760" y="2087033"/>
            <a:ext cx="889811" cy="1291241"/>
          </a:xfrm>
          <a:prstGeom prst="rightBrac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8A853A-5652-995E-05D6-85B6A757BB48}"/>
              </a:ext>
            </a:extLst>
          </p:cNvPr>
          <p:cNvSpPr txBox="1"/>
          <p:nvPr/>
        </p:nvSpPr>
        <p:spPr>
          <a:xfrm>
            <a:off x="8656927" y="3521532"/>
            <a:ext cx="215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AND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FC94DA-48C5-DF7D-7860-CA8834E74C3B}"/>
              </a:ext>
            </a:extLst>
          </p:cNvPr>
          <p:cNvSpPr txBox="1"/>
          <p:nvPr/>
        </p:nvSpPr>
        <p:spPr>
          <a:xfrm>
            <a:off x="7438129" y="2560413"/>
            <a:ext cx="3883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Existing Linux networking ecosystem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DDE685-FD69-EABE-8FB8-6D3CE167E7A3}"/>
              </a:ext>
            </a:extLst>
          </p:cNvPr>
          <p:cNvSpPr txBox="1"/>
          <p:nvPr/>
        </p:nvSpPr>
        <p:spPr>
          <a:xfrm>
            <a:off x="7433893" y="4405260"/>
            <a:ext cx="3883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Accelerated packet processing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19F5CF8A-0F5D-07AC-E55A-75CFBF26187A}"/>
              </a:ext>
            </a:extLst>
          </p:cNvPr>
          <p:cNvSpPr/>
          <p:nvPr/>
        </p:nvSpPr>
        <p:spPr>
          <a:xfrm>
            <a:off x="6444760" y="3777397"/>
            <a:ext cx="889811" cy="1604500"/>
          </a:xfrm>
          <a:prstGeom prst="rightBrac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002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9C265-B2EC-9764-261D-33231C7AB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LinuxFP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(Linux Fast Path)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9A4745-CFB6-9BFE-7004-33D177F49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Transparently</a:t>
            </a:r>
            <a:r>
              <a:rPr lang="en-US" dirty="0"/>
              <a:t> enables </a:t>
            </a:r>
            <a:r>
              <a:rPr lang="en-US" b="1" dirty="0">
                <a:solidFill>
                  <a:schemeClr val="accent2"/>
                </a:solidFill>
              </a:rPr>
              <a:t>accelerated</a:t>
            </a:r>
            <a:r>
              <a:rPr lang="en-US" dirty="0"/>
              <a:t> packet processing while:</a:t>
            </a:r>
          </a:p>
          <a:p>
            <a:pPr lvl="1"/>
            <a:r>
              <a:rPr lang="en-US" dirty="0"/>
              <a:t>Maintaining compatibility with the Linux networking API</a:t>
            </a:r>
          </a:p>
          <a:p>
            <a:pPr lvl="1"/>
            <a:r>
              <a:rPr lang="en-US" dirty="0"/>
              <a:t>Maintaining access to the breadth of the Linux networking stack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793873-ABE0-242D-59C4-97FE143AE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A137B-0990-0F49-91F8-F963D2735700}" type="slidenum">
              <a:rPr lang="en-US" smtClean="0"/>
              <a:t>20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3B6CBE-F747-8B39-A88B-39C1A23EF677}"/>
              </a:ext>
            </a:extLst>
          </p:cNvPr>
          <p:cNvSpPr/>
          <p:nvPr/>
        </p:nvSpPr>
        <p:spPr>
          <a:xfrm>
            <a:off x="680386" y="3092521"/>
            <a:ext cx="9275271" cy="17260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2646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9C265-B2EC-9764-261D-33231C7AB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LinuxFP Design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9A4745-CFB6-9BFE-7004-33D177F49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Dual processing pipelines</a:t>
            </a:r>
          </a:p>
          <a:p>
            <a:pPr lvl="1"/>
            <a:r>
              <a:rPr lang="en-US" dirty="0"/>
              <a:t>Slow Path: Linux networking stack</a:t>
            </a:r>
          </a:p>
          <a:p>
            <a:pPr lvl="1"/>
            <a:r>
              <a:rPr lang="en-US" dirty="0"/>
              <a:t>Fast Path: </a:t>
            </a:r>
            <a:r>
              <a:rPr lang="en-US" dirty="0" err="1"/>
              <a:t>eBPF</a:t>
            </a:r>
            <a:r>
              <a:rPr lang="en-US" dirty="0"/>
              <a:t>/XDP</a:t>
            </a:r>
          </a:p>
          <a:p>
            <a:r>
              <a:rPr lang="en-US" dirty="0"/>
              <a:t>Use Linux kernel networking state for both paths to maintain consistency</a:t>
            </a:r>
          </a:p>
          <a:p>
            <a:r>
              <a:rPr lang="en-US" dirty="0"/>
              <a:t>Modular design with </a:t>
            </a:r>
            <a:r>
              <a:rPr lang="en-US" dirty="0" err="1"/>
              <a:t>newFast</a:t>
            </a:r>
            <a:r>
              <a:rPr lang="en-US" dirty="0"/>
              <a:t> Path Module abstraction</a:t>
            </a:r>
          </a:p>
          <a:p>
            <a:r>
              <a:rPr lang="en-US" dirty="0"/>
              <a:t>Dynamic and automatic installation of FPMs, as-needed</a:t>
            </a:r>
          </a:p>
          <a:p>
            <a:pPr lvl="1"/>
            <a:endParaRPr lang="en-US" dirty="0">
              <a:solidFill>
                <a:schemeClr val="accent1"/>
              </a:solidFill>
            </a:endParaRP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793873-ABE0-242D-59C4-97FE143AE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A137B-0990-0F49-91F8-F963D2735700}" type="slidenum">
              <a:rPr lang="en-US" smtClean="0"/>
              <a:t>21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117A1F-A74C-950A-7105-F611E9030742}"/>
              </a:ext>
            </a:extLst>
          </p:cNvPr>
          <p:cNvSpPr/>
          <p:nvPr/>
        </p:nvSpPr>
        <p:spPr>
          <a:xfrm>
            <a:off x="719191" y="3174714"/>
            <a:ext cx="11188557" cy="25464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5406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9C265-B2EC-9764-261D-33231C7AB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LinuxFP Design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9A4745-CFB6-9BFE-7004-33D177F49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Dual processing pipelines</a:t>
            </a:r>
          </a:p>
          <a:p>
            <a:pPr lvl="1"/>
            <a:r>
              <a:rPr lang="en-US" dirty="0"/>
              <a:t>Slow Path: Linux networking stack</a:t>
            </a:r>
          </a:p>
          <a:p>
            <a:pPr lvl="1"/>
            <a:r>
              <a:rPr lang="en-US" dirty="0"/>
              <a:t>Fast Path: </a:t>
            </a:r>
            <a:r>
              <a:rPr lang="en-US" dirty="0" err="1"/>
              <a:t>eBPF</a:t>
            </a:r>
            <a:r>
              <a:rPr lang="en-US" dirty="0"/>
              <a:t>/XDP</a:t>
            </a:r>
          </a:p>
          <a:p>
            <a:r>
              <a:rPr lang="en-US" b="1" dirty="0">
                <a:solidFill>
                  <a:schemeClr val="accent2"/>
                </a:solidFill>
              </a:rPr>
              <a:t>Use Linux kernel networking state </a:t>
            </a:r>
            <a:r>
              <a:rPr lang="en-US" dirty="0"/>
              <a:t>for both paths to maintain consistency</a:t>
            </a:r>
          </a:p>
          <a:p>
            <a:r>
              <a:rPr lang="en-US" dirty="0"/>
              <a:t>Modular design with </a:t>
            </a:r>
            <a:r>
              <a:rPr lang="en-US" dirty="0" err="1"/>
              <a:t>newFast</a:t>
            </a:r>
            <a:r>
              <a:rPr lang="en-US" dirty="0"/>
              <a:t> Path Module abstraction</a:t>
            </a:r>
          </a:p>
          <a:p>
            <a:r>
              <a:rPr lang="en-US" dirty="0"/>
              <a:t>Dynamic and automatic installation of FPMs, as-needed</a:t>
            </a:r>
          </a:p>
          <a:p>
            <a:pPr lvl="1"/>
            <a:endParaRPr lang="en-US" dirty="0">
              <a:solidFill>
                <a:schemeClr val="accent1"/>
              </a:solidFill>
            </a:endParaRP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793873-ABE0-242D-59C4-97FE143AE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A137B-0990-0F49-91F8-F963D2735700}" type="slidenum">
              <a:rPr lang="en-US" smtClean="0"/>
              <a:t>22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117A1F-A74C-950A-7105-F611E9030742}"/>
              </a:ext>
            </a:extLst>
          </p:cNvPr>
          <p:cNvSpPr/>
          <p:nvPr/>
        </p:nvSpPr>
        <p:spPr>
          <a:xfrm>
            <a:off x="719191" y="4037744"/>
            <a:ext cx="11188557" cy="1683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668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9C265-B2EC-9764-261D-33231C7AB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LinuxFP Design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9A4745-CFB6-9BFE-7004-33D177F49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Dual processing pipelines</a:t>
            </a:r>
          </a:p>
          <a:p>
            <a:pPr lvl="1"/>
            <a:r>
              <a:rPr lang="en-US" dirty="0"/>
              <a:t>Slow Path: Linux networking stack</a:t>
            </a:r>
          </a:p>
          <a:p>
            <a:pPr lvl="1"/>
            <a:r>
              <a:rPr lang="en-US" dirty="0"/>
              <a:t>Fast Path: </a:t>
            </a:r>
            <a:r>
              <a:rPr lang="en-US" dirty="0" err="1"/>
              <a:t>eBPF</a:t>
            </a:r>
            <a:r>
              <a:rPr lang="en-US" dirty="0"/>
              <a:t>/XDP</a:t>
            </a:r>
          </a:p>
          <a:p>
            <a:r>
              <a:rPr lang="en-US" dirty="0"/>
              <a:t>Use Linux kernel networking state for both paths to maintain consistency</a:t>
            </a:r>
          </a:p>
          <a:p>
            <a:r>
              <a:rPr lang="en-US" dirty="0"/>
              <a:t>Modular design with </a:t>
            </a:r>
            <a:r>
              <a:rPr lang="en-US" b="1" dirty="0">
                <a:solidFill>
                  <a:schemeClr val="accent2"/>
                </a:solidFill>
              </a:rPr>
              <a:t>new Fast Path Module (FPM) abstraction</a:t>
            </a:r>
          </a:p>
          <a:p>
            <a:r>
              <a:rPr lang="en-US" b="1" dirty="0">
                <a:solidFill>
                  <a:schemeClr val="accent2"/>
                </a:solidFill>
              </a:rPr>
              <a:t>Dynamic and automatic installation of FPMs, as-needed</a:t>
            </a:r>
          </a:p>
          <a:p>
            <a:pPr lvl="1"/>
            <a:endParaRPr lang="en-US" dirty="0">
              <a:solidFill>
                <a:schemeClr val="accent1"/>
              </a:solidFill>
            </a:endParaRP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793873-ABE0-242D-59C4-97FE143AE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A137B-0990-0F49-91F8-F963D2735700}" type="slidenum">
              <a:rPr lang="en-US" smtClean="0"/>
              <a:t>23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117A1F-A74C-950A-7105-F611E9030742}"/>
              </a:ext>
            </a:extLst>
          </p:cNvPr>
          <p:cNvSpPr/>
          <p:nvPr/>
        </p:nvSpPr>
        <p:spPr>
          <a:xfrm>
            <a:off x="719191" y="4469258"/>
            <a:ext cx="11188557" cy="12519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4209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9C265-B2EC-9764-261D-33231C7AB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LinuxFP Design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9A4745-CFB6-9BFE-7004-33D177F49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Dual processing pipelines</a:t>
            </a:r>
          </a:p>
          <a:p>
            <a:pPr lvl="1"/>
            <a:r>
              <a:rPr lang="en-US" dirty="0"/>
              <a:t>Slow Path: Linux networking stack</a:t>
            </a:r>
          </a:p>
          <a:p>
            <a:pPr lvl="1"/>
            <a:r>
              <a:rPr lang="en-US" dirty="0"/>
              <a:t>Fast Path: </a:t>
            </a:r>
            <a:r>
              <a:rPr lang="en-US" dirty="0" err="1"/>
              <a:t>eBPF</a:t>
            </a:r>
            <a:r>
              <a:rPr lang="en-US" dirty="0"/>
              <a:t>/XDP</a:t>
            </a:r>
          </a:p>
          <a:p>
            <a:r>
              <a:rPr lang="en-US" dirty="0"/>
              <a:t>Use Linux kernel networking state for both paths to maintain consistency</a:t>
            </a:r>
          </a:p>
          <a:p>
            <a:r>
              <a:rPr lang="en-US" dirty="0"/>
              <a:t>Modular design with </a:t>
            </a:r>
            <a:r>
              <a:rPr lang="en-US" dirty="0" err="1"/>
              <a:t>newFast</a:t>
            </a:r>
            <a:r>
              <a:rPr lang="en-US" dirty="0"/>
              <a:t> Path Module abstraction</a:t>
            </a:r>
          </a:p>
          <a:p>
            <a:r>
              <a:rPr lang="en-US" b="1" dirty="0">
                <a:solidFill>
                  <a:schemeClr val="accent2"/>
                </a:solidFill>
              </a:rPr>
              <a:t>Dynamic and automatic installation of FPMs, as-needed</a:t>
            </a:r>
          </a:p>
          <a:p>
            <a:pPr lvl="1"/>
            <a:endParaRPr lang="en-US" dirty="0">
              <a:solidFill>
                <a:schemeClr val="accent1"/>
              </a:solidFill>
            </a:endParaRP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793873-ABE0-242D-59C4-97FE143AE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A137B-0990-0F49-91F8-F963D273570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492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573D-620A-8DEA-DC4C-81A184D5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Linux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2548D-433C-C212-E9F3-6FDB96B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25</a:t>
            </a:fld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5FC8A3-1A3A-30B4-1313-D59599AD4BDF}"/>
              </a:ext>
            </a:extLst>
          </p:cNvPr>
          <p:cNvSpPr/>
          <p:nvPr/>
        </p:nvSpPr>
        <p:spPr>
          <a:xfrm>
            <a:off x="4111898" y="2700528"/>
            <a:ext cx="5334251" cy="30125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  Linux Kernel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CF0B28-14DB-8655-69EF-E0FAFA22B3F3}"/>
              </a:ext>
            </a:extLst>
          </p:cNvPr>
          <p:cNvSpPr/>
          <p:nvPr/>
        </p:nvSpPr>
        <p:spPr>
          <a:xfrm>
            <a:off x="5906779" y="2867723"/>
            <a:ext cx="3295135" cy="12641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Linux Networking Stack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85ECEC-21B6-EF2C-F2BB-B6F095186806}"/>
              </a:ext>
            </a:extLst>
          </p:cNvPr>
          <p:cNvSpPr/>
          <p:nvPr/>
        </p:nvSpPr>
        <p:spPr>
          <a:xfrm>
            <a:off x="6273758" y="3451296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418D9B-E3D1-78AA-B57D-061AE426338A}"/>
              </a:ext>
            </a:extLst>
          </p:cNvPr>
          <p:cNvSpPr/>
          <p:nvPr/>
        </p:nvSpPr>
        <p:spPr>
          <a:xfrm>
            <a:off x="7023401" y="3449235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787B22-819A-69AE-C19D-FF326AD9118C}"/>
              </a:ext>
            </a:extLst>
          </p:cNvPr>
          <p:cNvSpPr/>
          <p:nvPr/>
        </p:nvSpPr>
        <p:spPr>
          <a:xfrm>
            <a:off x="7789519" y="3231342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DFC1D9-106E-1951-9D84-0A1052B683CF}"/>
              </a:ext>
            </a:extLst>
          </p:cNvPr>
          <p:cNvSpPr/>
          <p:nvPr/>
        </p:nvSpPr>
        <p:spPr>
          <a:xfrm>
            <a:off x="7789519" y="3668266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A16307-D6DD-D086-7973-0A56DE952D85}"/>
              </a:ext>
            </a:extLst>
          </p:cNvPr>
          <p:cNvSpPr/>
          <p:nvPr/>
        </p:nvSpPr>
        <p:spPr>
          <a:xfrm>
            <a:off x="8555637" y="3444351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2D83792-9986-0045-D2D5-91A5C6BE4E11}"/>
              </a:ext>
            </a:extLst>
          </p:cNvPr>
          <p:cNvCxnSpPr>
            <a:stCxn id="26" idx="3"/>
            <a:endCxn id="27" idx="1"/>
          </p:cNvCxnSpPr>
          <p:nvPr/>
        </p:nvCxnSpPr>
        <p:spPr>
          <a:xfrm flipV="1">
            <a:off x="6759789" y="3606037"/>
            <a:ext cx="263612" cy="20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F5D6AFE-946F-52F4-733B-0C616B0A3200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7509432" y="3388144"/>
            <a:ext cx="280087" cy="120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A500932-0132-A641-E288-BAEF79CF8497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7509432" y="3701747"/>
            <a:ext cx="280087" cy="1233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86486A4-C284-5055-E849-58671CF6ABDC}"/>
              </a:ext>
            </a:extLst>
          </p:cNvPr>
          <p:cNvCxnSpPr>
            <a:cxnSpLocks/>
          </p:cNvCxnSpPr>
          <p:nvPr/>
        </p:nvCxnSpPr>
        <p:spPr>
          <a:xfrm>
            <a:off x="8275550" y="3388144"/>
            <a:ext cx="263612" cy="120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97378AA-C17A-6A64-962A-7161F729D4FC}"/>
              </a:ext>
            </a:extLst>
          </p:cNvPr>
          <p:cNvCxnSpPr>
            <a:cxnSpLocks/>
            <a:stCxn id="29" idx="3"/>
          </p:cNvCxnSpPr>
          <p:nvPr/>
        </p:nvCxnSpPr>
        <p:spPr>
          <a:xfrm flipV="1">
            <a:off x="8275550" y="3700797"/>
            <a:ext cx="280087" cy="1242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loud 55">
            <a:extLst>
              <a:ext uri="{FF2B5EF4-FFF2-40B4-BE49-F238E27FC236}">
                <a16:creationId xmlns:a16="http://schemas.microsoft.com/office/drawing/2014/main" id="{35214670-CF47-7E4F-07BC-40BE3E14C1EC}"/>
              </a:ext>
            </a:extLst>
          </p:cNvPr>
          <p:cNvSpPr/>
          <p:nvPr/>
        </p:nvSpPr>
        <p:spPr>
          <a:xfrm>
            <a:off x="1890545" y="4722416"/>
            <a:ext cx="1796995" cy="1037763"/>
          </a:xfrm>
          <a:prstGeom prst="cloud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Network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16787FB-04A0-F5C8-FC87-C14992932809}"/>
              </a:ext>
            </a:extLst>
          </p:cNvPr>
          <p:cNvCxnSpPr>
            <a:cxnSpLocks/>
            <a:stCxn id="56" idx="0"/>
          </p:cNvCxnSpPr>
          <p:nvPr/>
        </p:nvCxnSpPr>
        <p:spPr>
          <a:xfrm flipV="1">
            <a:off x="3686043" y="3451296"/>
            <a:ext cx="2220736" cy="17900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78C0770-8656-ED16-8404-CA73F2A822EC}"/>
              </a:ext>
            </a:extLst>
          </p:cNvPr>
          <p:cNvCxnSpPr>
            <a:cxnSpLocks/>
          </p:cNvCxnSpPr>
          <p:nvPr/>
        </p:nvCxnSpPr>
        <p:spPr>
          <a:xfrm>
            <a:off x="2981893" y="2403390"/>
            <a:ext cx="7464000" cy="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9090DFD7-51C2-4671-F094-0C8F6FA42745}"/>
              </a:ext>
            </a:extLst>
          </p:cNvPr>
          <p:cNvSpPr txBox="1"/>
          <p:nvPr/>
        </p:nvSpPr>
        <p:spPr>
          <a:xfrm>
            <a:off x="756038" y="2206892"/>
            <a:ext cx="2390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Linux Networking API</a:t>
            </a:r>
          </a:p>
        </p:txBody>
      </p:sp>
      <p:pic>
        <p:nvPicPr>
          <p:cNvPr id="105" name="Graphic 104" descr="Forest scene outline">
            <a:extLst>
              <a:ext uri="{FF2B5EF4-FFF2-40B4-BE49-F238E27FC236}">
                <a16:creationId xmlns:a16="http://schemas.microsoft.com/office/drawing/2014/main" id="{F9B6311A-7B94-FB84-861A-3BB76EF49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0075" y="642428"/>
            <a:ext cx="1624189" cy="1624189"/>
          </a:xfrm>
          <a:prstGeom prst="rect">
            <a:avLst/>
          </a:prstGeom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4B80D50F-1ED7-4E8F-243C-93F129ACF0CF}"/>
              </a:ext>
            </a:extLst>
          </p:cNvPr>
          <p:cNvSpPr txBox="1"/>
          <p:nvPr/>
        </p:nvSpPr>
        <p:spPr>
          <a:xfrm>
            <a:off x="9227275" y="1064496"/>
            <a:ext cx="21541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Ecosystem of services, tools, applications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D6A159C-52A7-7972-6D1B-34C15C07D6EA}"/>
              </a:ext>
            </a:extLst>
          </p:cNvPr>
          <p:cNvCxnSpPr>
            <a:cxnSpLocks/>
          </p:cNvCxnSpPr>
          <p:nvPr/>
        </p:nvCxnSpPr>
        <p:spPr>
          <a:xfrm>
            <a:off x="7691983" y="2181273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324DEB76-6792-310F-23B1-796353D5D3A0}"/>
              </a:ext>
            </a:extLst>
          </p:cNvPr>
          <p:cNvCxnSpPr>
            <a:cxnSpLocks/>
          </p:cNvCxnSpPr>
          <p:nvPr/>
        </p:nvCxnSpPr>
        <p:spPr>
          <a:xfrm>
            <a:off x="8098988" y="2172742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B50F507F-D6B1-06FE-A384-FB7E1F1DBCD5}"/>
              </a:ext>
            </a:extLst>
          </p:cNvPr>
          <p:cNvCxnSpPr>
            <a:cxnSpLocks/>
          </p:cNvCxnSpPr>
          <p:nvPr/>
        </p:nvCxnSpPr>
        <p:spPr>
          <a:xfrm>
            <a:off x="8493091" y="2189804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6DE09015-8601-B810-87AA-78CD4B6E48A6}"/>
              </a:ext>
            </a:extLst>
          </p:cNvPr>
          <p:cNvCxnSpPr>
            <a:cxnSpLocks/>
          </p:cNvCxnSpPr>
          <p:nvPr/>
        </p:nvCxnSpPr>
        <p:spPr>
          <a:xfrm>
            <a:off x="8900096" y="2206892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27414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573D-620A-8DEA-DC4C-81A184D5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LinuxFP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2548D-433C-C212-E9F3-6FDB96B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26</a:t>
            </a:fld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5FC8A3-1A3A-30B4-1313-D59599AD4BDF}"/>
              </a:ext>
            </a:extLst>
          </p:cNvPr>
          <p:cNvSpPr/>
          <p:nvPr/>
        </p:nvSpPr>
        <p:spPr>
          <a:xfrm>
            <a:off x="4111898" y="2700528"/>
            <a:ext cx="5334251" cy="30125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  Linux Kernel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CF0B28-14DB-8655-69EF-E0FAFA22B3F3}"/>
              </a:ext>
            </a:extLst>
          </p:cNvPr>
          <p:cNvSpPr/>
          <p:nvPr/>
        </p:nvSpPr>
        <p:spPr>
          <a:xfrm>
            <a:off x="5906779" y="2867723"/>
            <a:ext cx="3295135" cy="12641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Linux Networking Stack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85ECEC-21B6-EF2C-F2BB-B6F095186806}"/>
              </a:ext>
            </a:extLst>
          </p:cNvPr>
          <p:cNvSpPr/>
          <p:nvPr/>
        </p:nvSpPr>
        <p:spPr>
          <a:xfrm>
            <a:off x="6273758" y="3451296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418D9B-E3D1-78AA-B57D-061AE426338A}"/>
              </a:ext>
            </a:extLst>
          </p:cNvPr>
          <p:cNvSpPr/>
          <p:nvPr/>
        </p:nvSpPr>
        <p:spPr>
          <a:xfrm>
            <a:off x="7023401" y="3449235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787B22-819A-69AE-C19D-FF326AD9118C}"/>
              </a:ext>
            </a:extLst>
          </p:cNvPr>
          <p:cNvSpPr/>
          <p:nvPr/>
        </p:nvSpPr>
        <p:spPr>
          <a:xfrm>
            <a:off x="7789519" y="3231342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DFC1D9-106E-1951-9D84-0A1052B683CF}"/>
              </a:ext>
            </a:extLst>
          </p:cNvPr>
          <p:cNvSpPr/>
          <p:nvPr/>
        </p:nvSpPr>
        <p:spPr>
          <a:xfrm>
            <a:off x="7789519" y="3668266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A16307-D6DD-D086-7973-0A56DE952D85}"/>
              </a:ext>
            </a:extLst>
          </p:cNvPr>
          <p:cNvSpPr/>
          <p:nvPr/>
        </p:nvSpPr>
        <p:spPr>
          <a:xfrm>
            <a:off x="8555637" y="3444351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2D83792-9986-0045-D2D5-91A5C6BE4E11}"/>
              </a:ext>
            </a:extLst>
          </p:cNvPr>
          <p:cNvCxnSpPr>
            <a:stCxn id="26" idx="3"/>
            <a:endCxn id="27" idx="1"/>
          </p:cNvCxnSpPr>
          <p:nvPr/>
        </p:nvCxnSpPr>
        <p:spPr>
          <a:xfrm flipV="1">
            <a:off x="6759789" y="3606037"/>
            <a:ext cx="263612" cy="20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F5D6AFE-946F-52F4-733B-0C616B0A3200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7509432" y="3388144"/>
            <a:ext cx="280087" cy="120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A500932-0132-A641-E288-BAEF79CF8497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7509432" y="3701747"/>
            <a:ext cx="280087" cy="1233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86486A4-C284-5055-E849-58671CF6ABDC}"/>
              </a:ext>
            </a:extLst>
          </p:cNvPr>
          <p:cNvCxnSpPr>
            <a:cxnSpLocks/>
          </p:cNvCxnSpPr>
          <p:nvPr/>
        </p:nvCxnSpPr>
        <p:spPr>
          <a:xfrm>
            <a:off x="8275550" y="3388144"/>
            <a:ext cx="263612" cy="120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97378AA-C17A-6A64-962A-7161F729D4FC}"/>
              </a:ext>
            </a:extLst>
          </p:cNvPr>
          <p:cNvCxnSpPr>
            <a:cxnSpLocks/>
            <a:stCxn id="29" idx="3"/>
          </p:cNvCxnSpPr>
          <p:nvPr/>
        </p:nvCxnSpPr>
        <p:spPr>
          <a:xfrm flipV="1">
            <a:off x="8275550" y="3700797"/>
            <a:ext cx="280087" cy="1242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BA4B711C-197C-FA45-65B6-515469FB60D5}"/>
              </a:ext>
            </a:extLst>
          </p:cNvPr>
          <p:cNvSpPr/>
          <p:nvPr/>
        </p:nvSpPr>
        <p:spPr>
          <a:xfrm>
            <a:off x="4352979" y="4536032"/>
            <a:ext cx="4848935" cy="103776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2"/>
                </a:solidFill>
              </a:rPr>
              <a:t>LinuxFP Fast Path</a:t>
            </a:r>
          </a:p>
          <a:p>
            <a:pPr algn="ctr"/>
            <a:endParaRPr lang="en-US" dirty="0">
              <a:solidFill>
                <a:schemeClr val="accent2"/>
              </a:solidFill>
            </a:endParaRPr>
          </a:p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6" name="Cloud 55">
            <a:extLst>
              <a:ext uri="{FF2B5EF4-FFF2-40B4-BE49-F238E27FC236}">
                <a16:creationId xmlns:a16="http://schemas.microsoft.com/office/drawing/2014/main" id="{35214670-CF47-7E4F-07BC-40BE3E14C1EC}"/>
              </a:ext>
            </a:extLst>
          </p:cNvPr>
          <p:cNvSpPr/>
          <p:nvPr/>
        </p:nvSpPr>
        <p:spPr>
          <a:xfrm>
            <a:off x="1890545" y="4722416"/>
            <a:ext cx="1796995" cy="1037763"/>
          </a:xfrm>
          <a:prstGeom prst="cloud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Network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16787FB-04A0-F5C8-FC87-C14992932809}"/>
              </a:ext>
            </a:extLst>
          </p:cNvPr>
          <p:cNvCxnSpPr>
            <a:cxnSpLocks/>
            <a:stCxn id="56" idx="0"/>
          </p:cNvCxnSpPr>
          <p:nvPr/>
        </p:nvCxnSpPr>
        <p:spPr>
          <a:xfrm>
            <a:off x="3686043" y="5241298"/>
            <a:ext cx="66693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78C0770-8656-ED16-8404-CA73F2A822EC}"/>
              </a:ext>
            </a:extLst>
          </p:cNvPr>
          <p:cNvCxnSpPr>
            <a:cxnSpLocks/>
          </p:cNvCxnSpPr>
          <p:nvPr/>
        </p:nvCxnSpPr>
        <p:spPr>
          <a:xfrm>
            <a:off x="2981893" y="2403390"/>
            <a:ext cx="7464000" cy="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9090DFD7-51C2-4671-F094-0C8F6FA42745}"/>
              </a:ext>
            </a:extLst>
          </p:cNvPr>
          <p:cNvSpPr txBox="1"/>
          <p:nvPr/>
        </p:nvSpPr>
        <p:spPr>
          <a:xfrm>
            <a:off x="756038" y="2206892"/>
            <a:ext cx="2390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Linux Networking API</a:t>
            </a:r>
          </a:p>
        </p:txBody>
      </p:sp>
      <p:pic>
        <p:nvPicPr>
          <p:cNvPr id="105" name="Graphic 104" descr="Forest scene outline">
            <a:extLst>
              <a:ext uri="{FF2B5EF4-FFF2-40B4-BE49-F238E27FC236}">
                <a16:creationId xmlns:a16="http://schemas.microsoft.com/office/drawing/2014/main" id="{F9B6311A-7B94-FB84-861A-3BB76EF49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0075" y="642428"/>
            <a:ext cx="1624189" cy="1624189"/>
          </a:xfrm>
          <a:prstGeom prst="rect">
            <a:avLst/>
          </a:prstGeom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4B80D50F-1ED7-4E8F-243C-93F129ACF0CF}"/>
              </a:ext>
            </a:extLst>
          </p:cNvPr>
          <p:cNvSpPr txBox="1"/>
          <p:nvPr/>
        </p:nvSpPr>
        <p:spPr>
          <a:xfrm>
            <a:off x="9227275" y="1064496"/>
            <a:ext cx="21541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Ecosystem of services, tools, applications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D6A159C-52A7-7972-6D1B-34C15C07D6EA}"/>
              </a:ext>
            </a:extLst>
          </p:cNvPr>
          <p:cNvCxnSpPr>
            <a:cxnSpLocks/>
          </p:cNvCxnSpPr>
          <p:nvPr/>
        </p:nvCxnSpPr>
        <p:spPr>
          <a:xfrm>
            <a:off x="7691983" y="2181273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324DEB76-6792-310F-23B1-796353D5D3A0}"/>
              </a:ext>
            </a:extLst>
          </p:cNvPr>
          <p:cNvCxnSpPr>
            <a:cxnSpLocks/>
          </p:cNvCxnSpPr>
          <p:nvPr/>
        </p:nvCxnSpPr>
        <p:spPr>
          <a:xfrm>
            <a:off x="8098988" y="2172742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B50F507F-D6B1-06FE-A384-FB7E1F1DBCD5}"/>
              </a:ext>
            </a:extLst>
          </p:cNvPr>
          <p:cNvCxnSpPr>
            <a:cxnSpLocks/>
          </p:cNvCxnSpPr>
          <p:nvPr/>
        </p:nvCxnSpPr>
        <p:spPr>
          <a:xfrm>
            <a:off x="8493091" y="2189804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6DE09015-8601-B810-87AA-78CD4B6E48A6}"/>
              </a:ext>
            </a:extLst>
          </p:cNvPr>
          <p:cNvCxnSpPr>
            <a:cxnSpLocks/>
          </p:cNvCxnSpPr>
          <p:nvPr/>
        </p:nvCxnSpPr>
        <p:spPr>
          <a:xfrm>
            <a:off x="8900096" y="2206892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39802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573D-620A-8DEA-DC4C-81A184D5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LinuxFP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2548D-433C-C212-E9F3-6FDB96B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27</a:t>
            </a:fld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5FC8A3-1A3A-30B4-1313-D59599AD4BDF}"/>
              </a:ext>
            </a:extLst>
          </p:cNvPr>
          <p:cNvSpPr/>
          <p:nvPr/>
        </p:nvSpPr>
        <p:spPr>
          <a:xfrm>
            <a:off x="4111898" y="2700528"/>
            <a:ext cx="5334251" cy="30125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  Linux Kernel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CF0B28-14DB-8655-69EF-E0FAFA22B3F3}"/>
              </a:ext>
            </a:extLst>
          </p:cNvPr>
          <p:cNvSpPr/>
          <p:nvPr/>
        </p:nvSpPr>
        <p:spPr>
          <a:xfrm>
            <a:off x="5906779" y="2867723"/>
            <a:ext cx="3295135" cy="12641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Linux Networking Stack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85ECEC-21B6-EF2C-F2BB-B6F095186806}"/>
              </a:ext>
            </a:extLst>
          </p:cNvPr>
          <p:cNvSpPr/>
          <p:nvPr/>
        </p:nvSpPr>
        <p:spPr>
          <a:xfrm>
            <a:off x="6273758" y="3451296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418D9B-E3D1-78AA-B57D-061AE426338A}"/>
              </a:ext>
            </a:extLst>
          </p:cNvPr>
          <p:cNvSpPr/>
          <p:nvPr/>
        </p:nvSpPr>
        <p:spPr>
          <a:xfrm>
            <a:off x="7023401" y="3449235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787B22-819A-69AE-C19D-FF326AD9118C}"/>
              </a:ext>
            </a:extLst>
          </p:cNvPr>
          <p:cNvSpPr/>
          <p:nvPr/>
        </p:nvSpPr>
        <p:spPr>
          <a:xfrm>
            <a:off x="7789519" y="3231342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DFC1D9-106E-1951-9D84-0A1052B683CF}"/>
              </a:ext>
            </a:extLst>
          </p:cNvPr>
          <p:cNvSpPr/>
          <p:nvPr/>
        </p:nvSpPr>
        <p:spPr>
          <a:xfrm>
            <a:off x="7789519" y="3668266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A16307-D6DD-D086-7973-0A56DE952D85}"/>
              </a:ext>
            </a:extLst>
          </p:cNvPr>
          <p:cNvSpPr/>
          <p:nvPr/>
        </p:nvSpPr>
        <p:spPr>
          <a:xfrm>
            <a:off x="8555637" y="3444351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2D83792-9986-0045-D2D5-91A5C6BE4E11}"/>
              </a:ext>
            </a:extLst>
          </p:cNvPr>
          <p:cNvCxnSpPr>
            <a:stCxn id="26" idx="3"/>
            <a:endCxn id="27" idx="1"/>
          </p:cNvCxnSpPr>
          <p:nvPr/>
        </p:nvCxnSpPr>
        <p:spPr>
          <a:xfrm flipV="1">
            <a:off x="6759789" y="3606037"/>
            <a:ext cx="263612" cy="20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F5D6AFE-946F-52F4-733B-0C616B0A3200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7509432" y="3388144"/>
            <a:ext cx="280087" cy="120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A500932-0132-A641-E288-BAEF79CF8497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7509432" y="3701747"/>
            <a:ext cx="280087" cy="1233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86486A4-C284-5055-E849-58671CF6ABDC}"/>
              </a:ext>
            </a:extLst>
          </p:cNvPr>
          <p:cNvCxnSpPr>
            <a:cxnSpLocks/>
          </p:cNvCxnSpPr>
          <p:nvPr/>
        </p:nvCxnSpPr>
        <p:spPr>
          <a:xfrm>
            <a:off x="8275550" y="3388144"/>
            <a:ext cx="263612" cy="120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97378AA-C17A-6A64-962A-7161F729D4FC}"/>
              </a:ext>
            </a:extLst>
          </p:cNvPr>
          <p:cNvCxnSpPr>
            <a:cxnSpLocks/>
            <a:stCxn id="29" idx="3"/>
          </p:cNvCxnSpPr>
          <p:nvPr/>
        </p:nvCxnSpPr>
        <p:spPr>
          <a:xfrm flipV="1">
            <a:off x="8275550" y="3700797"/>
            <a:ext cx="280087" cy="1242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BA4B711C-197C-FA45-65B6-515469FB60D5}"/>
              </a:ext>
            </a:extLst>
          </p:cNvPr>
          <p:cNvSpPr/>
          <p:nvPr/>
        </p:nvSpPr>
        <p:spPr>
          <a:xfrm>
            <a:off x="4352979" y="4536032"/>
            <a:ext cx="4848935" cy="10377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LinuxFP Fast Path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6" name="Cloud 55">
            <a:extLst>
              <a:ext uri="{FF2B5EF4-FFF2-40B4-BE49-F238E27FC236}">
                <a16:creationId xmlns:a16="http://schemas.microsoft.com/office/drawing/2014/main" id="{35214670-CF47-7E4F-07BC-40BE3E14C1EC}"/>
              </a:ext>
            </a:extLst>
          </p:cNvPr>
          <p:cNvSpPr/>
          <p:nvPr/>
        </p:nvSpPr>
        <p:spPr>
          <a:xfrm>
            <a:off x="1890545" y="4722416"/>
            <a:ext cx="1796995" cy="1037763"/>
          </a:xfrm>
          <a:prstGeom prst="cloud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Network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16787FB-04A0-F5C8-FC87-C14992932809}"/>
              </a:ext>
            </a:extLst>
          </p:cNvPr>
          <p:cNvCxnSpPr>
            <a:cxnSpLocks/>
            <a:stCxn id="56" idx="0"/>
            <a:endCxn id="3" idx="1"/>
          </p:cNvCxnSpPr>
          <p:nvPr/>
        </p:nvCxnSpPr>
        <p:spPr>
          <a:xfrm>
            <a:off x="3686043" y="5241298"/>
            <a:ext cx="1490004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78C0770-8656-ED16-8404-CA73F2A822EC}"/>
              </a:ext>
            </a:extLst>
          </p:cNvPr>
          <p:cNvCxnSpPr>
            <a:cxnSpLocks/>
          </p:cNvCxnSpPr>
          <p:nvPr/>
        </p:nvCxnSpPr>
        <p:spPr>
          <a:xfrm>
            <a:off x="2981893" y="2403390"/>
            <a:ext cx="7464000" cy="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9090DFD7-51C2-4671-F094-0C8F6FA42745}"/>
              </a:ext>
            </a:extLst>
          </p:cNvPr>
          <p:cNvSpPr txBox="1"/>
          <p:nvPr/>
        </p:nvSpPr>
        <p:spPr>
          <a:xfrm>
            <a:off x="756038" y="2206892"/>
            <a:ext cx="2390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Linux Networking API</a:t>
            </a:r>
          </a:p>
        </p:txBody>
      </p:sp>
      <p:pic>
        <p:nvPicPr>
          <p:cNvPr id="105" name="Graphic 104" descr="Forest scene outline">
            <a:extLst>
              <a:ext uri="{FF2B5EF4-FFF2-40B4-BE49-F238E27FC236}">
                <a16:creationId xmlns:a16="http://schemas.microsoft.com/office/drawing/2014/main" id="{F9B6311A-7B94-FB84-861A-3BB76EF49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0075" y="642428"/>
            <a:ext cx="1624189" cy="1624189"/>
          </a:xfrm>
          <a:prstGeom prst="rect">
            <a:avLst/>
          </a:prstGeom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4B80D50F-1ED7-4E8F-243C-93F129ACF0CF}"/>
              </a:ext>
            </a:extLst>
          </p:cNvPr>
          <p:cNvSpPr txBox="1"/>
          <p:nvPr/>
        </p:nvSpPr>
        <p:spPr>
          <a:xfrm>
            <a:off x="9227275" y="1064496"/>
            <a:ext cx="21541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Ecosystem of services, tools, applications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D6A159C-52A7-7972-6D1B-34C15C07D6EA}"/>
              </a:ext>
            </a:extLst>
          </p:cNvPr>
          <p:cNvCxnSpPr>
            <a:cxnSpLocks/>
          </p:cNvCxnSpPr>
          <p:nvPr/>
        </p:nvCxnSpPr>
        <p:spPr>
          <a:xfrm>
            <a:off x="7691983" y="2181273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324DEB76-6792-310F-23B1-796353D5D3A0}"/>
              </a:ext>
            </a:extLst>
          </p:cNvPr>
          <p:cNvCxnSpPr>
            <a:cxnSpLocks/>
          </p:cNvCxnSpPr>
          <p:nvPr/>
        </p:nvCxnSpPr>
        <p:spPr>
          <a:xfrm>
            <a:off x="8098988" y="2172742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B50F507F-D6B1-06FE-A384-FB7E1F1DBCD5}"/>
              </a:ext>
            </a:extLst>
          </p:cNvPr>
          <p:cNvCxnSpPr>
            <a:cxnSpLocks/>
          </p:cNvCxnSpPr>
          <p:nvPr/>
        </p:nvCxnSpPr>
        <p:spPr>
          <a:xfrm>
            <a:off x="8493091" y="2189804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6DE09015-8601-B810-87AA-78CD4B6E48A6}"/>
              </a:ext>
            </a:extLst>
          </p:cNvPr>
          <p:cNvCxnSpPr>
            <a:cxnSpLocks/>
          </p:cNvCxnSpPr>
          <p:nvPr/>
        </p:nvCxnSpPr>
        <p:spPr>
          <a:xfrm>
            <a:off x="8900096" y="2206892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DC2A5E1-EBD6-4435-819C-31512F892E78}"/>
              </a:ext>
            </a:extLst>
          </p:cNvPr>
          <p:cNvSpPr/>
          <p:nvPr/>
        </p:nvSpPr>
        <p:spPr>
          <a:xfrm>
            <a:off x="5176047" y="5026619"/>
            <a:ext cx="665439" cy="4293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  <a:p>
            <a:pPr algn="ctr"/>
            <a:r>
              <a:rPr lang="en-US" dirty="0">
                <a:solidFill>
                  <a:schemeClr val="accent2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AF1963-640D-6CDD-4267-B60318252912}"/>
              </a:ext>
            </a:extLst>
          </p:cNvPr>
          <p:cNvSpPr/>
          <p:nvPr/>
        </p:nvSpPr>
        <p:spPr>
          <a:xfrm>
            <a:off x="6482783" y="5026617"/>
            <a:ext cx="665439" cy="4293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  <a:p>
            <a:pPr algn="ctr"/>
            <a:r>
              <a:rPr lang="en-US" dirty="0">
                <a:solidFill>
                  <a:schemeClr val="accent2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9202AA-0B4F-8087-FD15-CC7CB170FE18}"/>
              </a:ext>
            </a:extLst>
          </p:cNvPr>
          <p:cNvSpPr/>
          <p:nvPr/>
        </p:nvSpPr>
        <p:spPr>
          <a:xfrm>
            <a:off x="7789519" y="5026617"/>
            <a:ext cx="665439" cy="4293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  <a:p>
            <a:pPr algn="ctr"/>
            <a:r>
              <a:rPr lang="en-US" dirty="0">
                <a:solidFill>
                  <a:schemeClr val="accent2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90380B-4009-F47A-147E-DBB71C6C8906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 flipV="1">
            <a:off x="5841486" y="5241299"/>
            <a:ext cx="64129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C888FAB-283E-1DF6-595E-3D9032E07BA7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148222" y="5241299"/>
            <a:ext cx="6412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6766246-0737-A6E5-CB91-FEFB93E1AA43}"/>
              </a:ext>
            </a:extLst>
          </p:cNvPr>
          <p:cNvSpPr txBox="1"/>
          <p:nvPr/>
        </p:nvSpPr>
        <p:spPr>
          <a:xfrm>
            <a:off x="9510013" y="4887875"/>
            <a:ext cx="2664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FPM = Fast Path Module</a:t>
            </a:r>
          </a:p>
        </p:txBody>
      </p:sp>
    </p:spTree>
    <p:extLst>
      <p:ext uri="{BB962C8B-B14F-4D97-AF65-F5344CB8AC3E}">
        <p14:creationId xmlns:p14="http://schemas.microsoft.com/office/powerpoint/2010/main" val="35759644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573D-620A-8DEA-DC4C-81A184D5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LinuxFP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2548D-433C-C212-E9F3-6FDB96B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28</a:t>
            </a:fld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5FC8A3-1A3A-30B4-1313-D59599AD4BDF}"/>
              </a:ext>
            </a:extLst>
          </p:cNvPr>
          <p:cNvSpPr/>
          <p:nvPr/>
        </p:nvSpPr>
        <p:spPr>
          <a:xfrm>
            <a:off x="4111898" y="2700528"/>
            <a:ext cx="5334251" cy="30125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  Linux Kernel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CF0B28-14DB-8655-69EF-E0FAFA22B3F3}"/>
              </a:ext>
            </a:extLst>
          </p:cNvPr>
          <p:cNvSpPr/>
          <p:nvPr/>
        </p:nvSpPr>
        <p:spPr>
          <a:xfrm>
            <a:off x="5906779" y="2867723"/>
            <a:ext cx="3295135" cy="12641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Linux Networking Stack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85ECEC-21B6-EF2C-F2BB-B6F095186806}"/>
              </a:ext>
            </a:extLst>
          </p:cNvPr>
          <p:cNvSpPr/>
          <p:nvPr/>
        </p:nvSpPr>
        <p:spPr>
          <a:xfrm>
            <a:off x="6273758" y="3451296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418D9B-E3D1-78AA-B57D-061AE426338A}"/>
              </a:ext>
            </a:extLst>
          </p:cNvPr>
          <p:cNvSpPr/>
          <p:nvPr/>
        </p:nvSpPr>
        <p:spPr>
          <a:xfrm>
            <a:off x="7023401" y="3449235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787B22-819A-69AE-C19D-FF326AD9118C}"/>
              </a:ext>
            </a:extLst>
          </p:cNvPr>
          <p:cNvSpPr/>
          <p:nvPr/>
        </p:nvSpPr>
        <p:spPr>
          <a:xfrm>
            <a:off x="7789519" y="3231342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DFC1D9-106E-1951-9D84-0A1052B683CF}"/>
              </a:ext>
            </a:extLst>
          </p:cNvPr>
          <p:cNvSpPr/>
          <p:nvPr/>
        </p:nvSpPr>
        <p:spPr>
          <a:xfrm>
            <a:off x="7789519" y="3668266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A16307-D6DD-D086-7973-0A56DE952D85}"/>
              </a:ext>
            </a:extLst>
          </p:cNvPr>
          <p:cNvSpPr/>
          <p:nvPr/>
        </p:nvSpPr>
        <p:spPr>
          <a:xfrm>
            <a:off x="8555637" y="3444351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2D83792-9986-0045-D2D5-91A5C6BE4E11}"/>
              </a:ext>
            </a:extLst>
          </p:cNvPr>
          <p:cNvCxnSpPr>
            <a:stCxn id="26" idx="3"/>
            <a:endCxn id="27" idx="1"/>
          </p:cNvCxnSpPr>
          <p:nvPr/>
        </p:nvCxnSpPr>
        <p:spPr>
          <a:xfrm flipV="1">
            <a:off x="6759789" y="3606037"/>
            <a:ext cx="263612" cy="20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F5D6AFE-946F-52F4-733B-0C616B0A3200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7509432" y="3388144"/>
            <a:ext cx="280087" cy="120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A500932-0132-A641-E288-BAEF79CF8497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7509432" y="3701747"/>
            <a:ext cx="280087" cy="1233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86486A4-C284-5055-E849-58671CF6ABDC}"/>
              </a:ext>
            </a:extLst>
          </p:cNvPr>
          <p:cNvCxnSpPr>
            <a:cxnSpLocks/>
          </p:cNvCxnSpPr>
          <p:nvPr/>
        </p:nvCxnSpPr>
        <p:spPr>
          <a:xfrm>
            <a:off x="8275550" y="3388144"/>
            <a:ext cx="263612" cy="120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97378AA-C17A-6A64-962A-7161F729D4FC}"/>
              </a:ext>
            </a:extLst>
          </p:cNvPr>
          <p:cNvCxnSpPr>
            <a:cxnSpLocks/>
            <a:stCxn id="29" idx="3"/>
          </p:cNvCxnSpPr>
          <p:nvPr/>
        </p:nvCxnSpPr>
        <p:spPr>
          <a:xfrm flipV="1">
            <a:off x="8275550" y="3700797"/>
            <a:ext cx="280087" cy="1242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BA4B711C-197C-FA45-65B6-515469FB60D5}"/>
              </a:ext>
            </a:extLst>
          </p:cNvPr>
          <p:cNvSpPr/>
          <p:nvPr/>
        </p:nvSpPr>
        <p:spPr>
          <a:xfrm>
            <a:off x="4352979" y="4536032"/>
            <a:ext cx="4848935" cy="10377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LinuxFP Fast Path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6" name="Cloud 55">
            <a:extLst>
              <a:ext uri="{FF2B5EF4-FFF2-40B4-BE49-F238E27FC236}">
                <a16:creationId xmlns:a16="http://schemas.microsoft.com/office/drawing/2014/main" id="{35214670-CF47-7E4F-07BC-40BE3E14C1EC}"/>
              </a:ext>
            </a:extLst>
          </p:cNvPr>
          <p:cNvSpPr/>
          <p:nvPr/>
        </p:nvSpPr>
        <p:spPr>
          <a:xfrm>
            <a:off x="1890545" y="4722416"/>
            <a:ext cx="1796995" cy="1037763"/>
          </a:xfrm>
          <a:prstGeom prst="cloud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Network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16787FB-04A0-F5C8-FC87-C14992932809}"/>
              </a:ext>
            </a:extLst>
          </p:cNvPr>
          <p:cNvCxnSpPr>
            <a:cxnSpLocks/>
            <a:stCxn id="56" idx="0"/>
            <a:endCxn id="3" idx="1"/>
          </p:cNvCxnSpPr>
          <p:nvPr/>
        </p:nvCxnSpPr>
        <p:spPr>
          <a:xfrm>
            <a:off x="3686043" y="5241298"/>
            <a:ext cx="1490004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78C0770-8656-ED16-8404-CA73F2A822EC}"/>
              </a:ext>
            </a:extLst>
          </p:cNvPr>
          <p:cNvCxnSpPr>
            <a:cxnSpLocks/>
          </p:cNvCxnSpPr>
          <p:nvPr/>
        </p:nvCxnSpPr>
        <p:spPr>
          <a:xfrm>
            <a:off x="2981893" y="2403390"/>
            <a:ext cx="7464000" cy="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9090DFD7-51C2-4671-F094-0C8F6FA42745}"/>
              </a:ext>
            </a:extLst>
          </p:cNvPr>
          <p:cNvSpPr txBox="1"/>
          <p:nvPr/>
        </p:nvSpPr>
        <p:spPr>
          <a:xfrm>
            <a:off x="756038" y="2206892"/>
            <a:ext cx="2390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Linux Networking API</a:t>
            </a:r>
          </a:p>
        </p:txBody>
      </p:sp>
      <p:pic>
        <p:nvPicPr>
          <p:cNvPr id="105" name="Graphic 104" descr="Forest scene outline">
            <a:extLst>
              <a:ext uri="{FF2B5EF4-FFF2-40B4-BE49-F238E27FC236}">
                <a16:creationId xmlns:a16="http://schemas.microsoft.com/office/drawing/2014/main" id="{F9B6311A-7B94-FB84-861A-3BB76EF49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0075" y="642428"/>
            <a:ext cx="1624189" cy="1624189"/>
          </a:xfrm>
          <a:prstGeom prst="rect">
            <a:avLst/>
          </a:prstGeom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4B80D50F-1ED7-4E8F-243C-93F129ACF0CF}"/>
              </a:ext>
            </a:extLst>
          </p:cNvPr>
          <p:cNvSpPr txBox="1"/>
          <p:nvPr/>
        </p:nvSpPr>
        <p:spPr>
          <a:xfrm>
            <a:off x="9227275" y="1064496"/>
            <a:ext cx="21541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Ecosystem of services, tools, applications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D6A159C-52A7-7972-6D1B-34C15C07D6EA}"/>
              </a:ext>
            </a:extLst>
          </p:cNvPr>
          <p:cNvCxnSpPr>
            <a:cxnSpLocks/>
          </p:cNvCxnSpPr>
          <p:nvPr/>
        </p:nvCxnSpPr>
        <p:spPr>
          <a:xfrm>
            <a:off x="7691983" y="2181273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324DEB76-6792-310F-23B1-796353D5D3A0}"/>
              </a:ext>
            </a:extLst>
          </p:cNvPr>
          <p:cNvCxnSpPr>
            <a:cxnSpLocks/>
          </p:cNvCxnSpPr>
          <p:nvPr/>
        </p:nvCxnSpPr>
        <p:spPr>
          <a:xfrm>
            <a:off x="8098988" y="2172742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B50F507F-D6B1-06FE-A384-FB7E1F1DBCD5}"/>
              </a:ext>
            </a:extLst>
          </p:cNvPr>
          <p:cNvCxnSpPr>
            <a:cxnSpLocks/>
          </p:cNvCxnSpPr>
          <p:nvPr/>
        </p:nvCxnSpPr>
        <p:spPr>
          <a:xfrm>
            <a:off x="8493091" y="2189804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6DE09015-8601-B810-87AA-78CD4B6E48A6}"/>
              </a:ext>
            </a:extLst>
          </p:cNvPr>
          <p:cNvCxnSpPr>
            <a:cxnSpLocks/>
          </p:cNvCxnSpPr>
          <p:nvPr/>
        </p:nvCxnSpPr>
        <p:spPr>
          <a:xfrm>
            <a:off x="8900096" y="2206892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DC2A5E1-EBD6-4435-819C-31512F892E78}"/>
              </a:ext>
            </a:extLst>
          </p:cNvPr>
          <p:cNvSpPr/>
          <p:nvPr/>
        </p:nvSpPr>
        <p:spPr>
          <a:xfrm>
            <a:off x="5176047" y="5026619"/>
            <a:ext cx="665439" cy="4293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AF1963-640D-6CDD-4267-B60318252912}"/>
              </a:ext>
            </a:extLst>
          </p:cNvPr>
          <p:cNvSpPr/>
          <p:nvPr/>
        </p:nvSpPr>
        <p:spPr>
          <a:xfrm>
            <a:off x="6482783" y="5026617"/>
            <a:ext cx="665439" cy="4293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9202AA-0B4F-8087-FD15-CC7CB170FE18}"/>
              </a:ext>
            </a:extLst>
          </p:cNvPr>
          <p:cNvSpPr/>
          <p:nvPr/>
        </p:nvSpPr>
        <p:spPr>
          <a:xfrm>
            <a:off x="7789519" y="5026617"/>
            <a:ext cx="665439" cy="4293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90380B-4009-F47A-147E-DBB71C6C8906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 flipV="1">
            <a:off x="5841486" y="5241299"/>
            <a:ext cx="64129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C888FAB-283E-1DF6-595E-3D9032E07BA7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148222" y="5241299"/>
            <a:ext cx="6412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66D4643-599C-ACE1-3948-F30A0E4D6F42}"/>
              </a:ext>
            </a:extLst>
          </p:cNvPr>
          <p:cNvCxnSpPr>
            <a:cxnSpLocks/>
          </p:cNvCxnSpPr>
          <p:nvPr/>
        </p:nvCxnSpPr>
        <p:spPr>
          <a:xfrm flipV="1">
            <a:off x="6607533" y="3764899"/>
            <a:ext cx="0" cy="1261718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AB7C3A8-F3BC-DAE3-433A-1F22A4FC188E}"/>
              </a:ext>
            </a:extLst>
          </p:cNvPr>
          <p:cNvSpPr txBox="1"/>
          <p:nvPr/>
        </p:nvSpPr>
        <p:spPr>
          <a:xfrm>
            <a:off x="6607533" y="4174203"/>
            <a:ext cx="1264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Hand Off</a:t>
            </a:r>
          </a:p>
        </p:txBody>
      </p:sp>
    </p:spTree>
    <p:extLst>
      <p:ext uri="{BB962C8B-B14F-4D97-AF65-F5344CB8AC3E}">
        <p14:creationId xmlns:p14="http://schemas.microsoft.com/office/powerpoint/2010/main" val="8632046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573D-620A-8DEA-DC4C-81A184D5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LinuxFP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2548D-433C-C212-E9F3-6FDB96B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29</a:t>
            </a:fld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5FC8A3-1A3A-30B4-1313-D59599AD4BDF}"/>
              </a:ext>
            </a:extLst>
          </p:cNvPr>
          <p:cNvSpPr/>
          <p:nvPr/>
        </p:nvSpPr>
        <p:spPr>
          <a:xfrm>
            <a:off x="4111898" y="2700528"/>
            <a:ext cx="5334251" cy="30125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  Linux Kernel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CF0B28-14DB-8655-69EF-E0FAFA22B3F3}"/>
              </a:ext>
            </a:extLst>
          </p:cNvPr>
          <p:cNvSpPr/>
          <p:nvPr/>
        </p:nvSpPr>
        <p:spPr>
          <a:xfrm>
            <a:off x="5906779" y="2867723"/>
            <a:ext cx="3295135" cy="12641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Linux Networking Stack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85ECEC-21B6-EF2C-F2BB-B6F095186806}"/>
              </a:ext>
            </a:extLst>
          </p:cNvPr>
          <p:cNvSpPr/>
          <p:nvPr/>
        </p:nvSpPr>
        <p:spPr>
          <a:xfrm>
            <a:off x="6273758" y="3451296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418D9B-E3D1-78AA-B57D-061AE426338A}"/>
              </a:ext>
            </a:extLst>
          </p:cNvPr>
          <p:cNvSpPr/>
          <p:nvPr/>
        </p:nvSpPr>
        <p:spPr>
          <a:xfrm>
            <a:off x="7023401" y="3449235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787B22-819A-69AE-C19D-FF326AD9118C}"/>
              </a:ext>
            </a:extLst>
          </p:cNvPr>
          <p:cNvSpPr/>
          <p:nvPr/>
        </p:nvSpPr>
        <p:spPr>
          <a:xfrm>
            <a:off x="7789519" y="3231342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DFC1D9-106E-1951-9D84-0A1052B683CF}"/>
              </a:ext>
            </a:extLst>
          </p:cNvPr>
          <p:cNvSpPr/>
          <p:nvPr/>
        </p:nvSpPr>
        <p:spPr>
          <a:xfrm>
            <a:off x="7789519" y="3668266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A16307-D6DD-D086-7973-0A56DE952D85}"/>
              </a:ext>
            </a:extLst>
          </p:cNvPr>
          <p:cNvSpPr/>
          <p:nvPr/>
        </p:nvSpPr>
        <p:spPr>
          <a:xfrm>
            <a:off x="8555637" y="3444351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2D83792-9986-0045-D2D5-91A5C6BE4E11}"/>
              </a:ext>
            </a:extLst>
          </p:cNvPr>
          <p:cNvCxnSpPr>
            <a:stCxn id="26" idx="3"/>
            <a:endCxn id="27" idx="1"/>
          </p:cNvCxnSpPr>
          <p:nvPr/>
        </p:nvCxnSpPr>
        <p:spPr>
          <a:xfrm flipV="1">
            <a:off x="6759789" y="3606037"/>
            <a:ext cx="263612" cy="20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F5D6AFE-946F-52F4-733B-0C616B0A3200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7509432" y="3388144"/>
            <a:ext cx="280087" cy="120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A500932-0132-A641-E288-BAEF79CF8497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7509432" y="3701747"/>
            <a:ext cx="280087" cy="1233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86486A4-C284-5055-E849-58671CF6ABDC}"/>
              </a:ext>
            </a:extLst>
          </p:cNvPr>
          <p:cNvCxnSpPr>
            <a:cxnSpLocks/>
          </p:cNvCxnSpPr>
          <p:nvPr/>
        </p:nvCxnSpPr>
        <p:spPr>
          <a:xfrm>
            <a:off x="8275550" y="3388144"/>
            <a:ext cx="263612" cy="120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97378AA-C17A-6A64-962A-7161F729D4FC}"/>
              </a:ext>
            </a:extLst>
          </p:cNvPr>
          <p:cNvCxnSpPr>
            <a:cxnSpLocks/>
            <a:stCxn id="29" idx="3"/>
          </p:cNvCxnSpPr>
          <p:nvPr/>
        </p:nvCxnSpPr>
        <p:spPr>
          <a:xfrm flipV="1">
            <a:off x="8275550" y="3700797"/>
            <a:ext cx="280087" cy="1242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BA4B711C-197C-FA45-65B6-515469FB60D5}"/>
              </a:ext>
            </a:extLst>
          </p:cNvPr>
          <p:cNvSpPr/>
          <p:nvPr/>
        </p:nvSpPr>
        <p:spPr>
          <a:xfrm>
            <a:off x="4352979" y="4536032"/>
            <a:ext cx="4848935" cy="10377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LinuxFP Fast Path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6" name="Cloud 55">
            <a:extLst>
              <a:ext uri="{FF2B5EF4-FFF2-40B4-BE49-F238E27FC236}">
                <a16:creationId xmlns:a16="http://schemas.microsoft.com/office/drawing/2014/main" id="{35214670-CF47-7E4F-07BC-40BE3E14C1EC}"/>
              </a:ext>
            </a:extLst>
          </p:cNvPr>
          <p:cNvSpPr/>
          <p:nvPr/>
        </p:nvSpPr>
        <p:spPr>
          <a:xfrm>
            <a:off x="1890545" y="4722416"/>
            <a:ext cx="1796995" cy="1037763"/>
          </a:xfrm>
          <a:prstGeom prst="cloud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Network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16787FB-04A0-F5C8-FC87-C14992932809}"/>
              </a:ext>
            </a:extLst>
          </p:cNvPr>
          <p:cNvCxnSpPr>
            <a:cxnSpLocks/>
            <a:stCxn id="56" idx="0"/>
            <a:endCxn id="3" idx="1"/>
          </p:cNvCxnSpPr>
          <p:nvPr/>
        </p:nvCxnSpPr>
        <p:spPr>
          <a:xfrm>
            <a:off x="3686043" y="5241298"/>
            <a:ext cx="1490004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78C0770-8656-ED16-8404-CA73F2A822EC}"/>
              </a:ext>
            </a:extLst>
          </p:cNvPr>
          <p:cNvCxnSpPr>
            <a:cxnSpLocks/>
          </p:cNvCxnSpPr>
          <p:nvPr/>
        </p:nvCxnSpPr>
        <p:spPr>
          <a:xfrm>
            <a:off x="2981893" y="2403390"/>
            <a:ext cx="7464000" cy="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9090DFD7-51C2-4671-F094-0C8F6FA42745}"/>
              </a:ext>
            </a:extLst>
          </p:cNvPr>
          <p:cNvSpPr txBox="1"/>
          <p:nvPr/>
        </p:nvSpPr>
        <p:spPr>
          <a:xfrm>
            <a:off x="756038" y="2206892"/>
            <a:ext cx="2390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Linux Networking API</a:t>
            </a:r>
          </a:p>
        </p:txBody>
      </p:sp>
      <p:pic>
        <p:nvPicPr>
          <p:cNvPr id="105" name="Graphic 104" descr="Forest scene outline">
            <a:extLst>
              <a:ext uri="{FF2B5EF4-FFF2-40B4-BE49-F238E27FC236}">
                <a16:creationId xmlns:a16="http://schemas.microsoft.com/office/drawing/2014/main" id="{F9B6311A-7B94-FB84-861A-3BB76EF49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0075" y="642428"/>
            <a:ext cx="1624189" cy="1624189"/>
          </a:xfrm>
          <a:prstGeom prst="rect">
            <a:avLst/>
          </a:prstGeom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4B80D50F-1ED7-4E8F-243C-93F129ACF0CF}"/>
              </a:ext>
            </a:extLst>
          </p:cNvPr>
          <p:cNvSpPr txBox="1"/>
          <p:nvPr/>
        </p:nvSpPr>
        <p:spPr>
          <a:xfrm>
            <a:off x="9227275" y="1064496"/>
            <a:ext cx="21541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Ecosystem of services, tools, applications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D6A159C-52A7-7972-6D1B-34C15C07D6EA}"/>
              </a:ext>
            </a:extLst>
          </p:cNvPr>
          <p:cNvCxnSpPr>
            <a:cxnSpLocks/>
          </p:cNvCxnSpPr>
          <p:nvPr/>
        </p:nvCxnSpPr>
        <p:spPr>
          <a:xfrm>
            <a:off x="7691983" y="2181273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324DEB76-6792-310F-23B1-796353D5D3A0}"/>
              </a:ext>
            </a:extLst>
          </p:cNvPr>
          <p:cNvCxnSpPr>
            <a:cxnSpLocks/>
          </p:cNvCxnSpPr>
          <p:nvPr/>
        </p:nvCxnSpPr>
        <p:spPr>
          <a:xfrm>
            <a:off x="8098988" y="2172742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B50F507F-D6B1-06FE-A384-FB7E1F1DBCD5}"/>
              </a:ext>
            </a:extLst>
          </p:cNvPr>
          <p:cNvCxnSpPr>
            <a:cxnSpLocks/>
          </p:cNvCxnSpPr>
          <p:nvPr/>
        </p:nvCxnSpPr>
        <p:spPr>
          <a:xfrm>
            <a:off x="8493091" y="2189804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6DE09015-8601-B810-87AA-78CD4B6E48A6}"/>
              </a:ext>
            </a:extLst>
          </p:cNvPr>
          <p:cNvCxnSpPr>
            <a:cxnSpLocks/>
          </p:cNvCxnSpPr>
          <p:nvPr/>
        </p:nvCxnSpPr>
        <p:spPr>
          <a:xfrm>
            <a:off x="8900096" y="2206892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DC2A5E1-EBD6-4435-819C-31512F892E78}"/>
              </a:ext>
            </a:extLst>
          </p:cNvPr>
          <p:cNvSpPr/>
          <p:nvPr/>
        </p:nvSpPr>
        <p:spPr>
          <a:xfrm>
            <a:off x="5176047" y="5026619"/>
            <a:ext cx="665439" cy="4293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AF1963-640D-6CDD-4267-B60318252912}"/>
              </a:ext>
            </a:extLst>
          </p:cNvPr>
          <p:cNvSpPr/>
          <p:nvPr/>
        </p:nvSpPr>
        <p:spPr>
          <a:xfrm>
            <a:off x="6482783" y="5026617"/>
            <a:ext cx="665439" cy="4293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9202AA-0B4F-8087-FD15-CC7CB170FE18}"/>
              </a:ext>
            </a:extLst>
          </p:cNvPr>
          <p:cNvSpPr/>
          <p:nvPr/>
        </p:nvSpPr>
        <p:spPr>
          <a:xfrm>
            <a:off x="7789519" y="5026617"/>
            <a:ext cx="665439" cy="4293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90380B-4009-F47A-147E-DBB71C6C8906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 flipV="1">
            <a:off x="5841486" y="5241299"/>
            <a:ext cx="64129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C888FAB-283E-1DF6-595E-3D9032E07BA7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148222" y="5241299"/>
            <a:ext cx="6412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66D4643-599C-ACE1-3948-F30A0E4D6F42}"/>
              </a:ext>
            </a:extLst>
          </p:cNvPr>
          <p:cNvCxnSpPr>
            <a:cxnSpLocks/>
          </p:cNvCxnSpPr>
          <p:nvPr/>
        </p:nvCxnSpPr>
        <p:spPr>
          <a:xfrm flipV="1">
            <a:off x="6607533" y="3764899"/>
            <a:ext cx="0" cy="12617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AB7C3A8-F3BC-DAE3-433A-1F22A4FC188E}"/>
              </a:ext>
            </a:extLst>
          </p:cNvPr>
          <p:cNvSpPr txBox="1"/>
          <p:nvPr/>
        </p:nvSpPr>
        <p:spPr>
          <a:xfrm>
            <a:off x="6607533" y="4174203"/>
            <a:ext cx="1264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Hand Off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618AE73-BCFF-0094-B18B-39554535622A}"/>
              </a:ext>
            </a:extLst>
          </p:cNvPr>
          <p:cNvCxnSpPr/>
          <p:nvPr/>
        </p:nvCxnSpPr>
        <p:spPr>
          <a:xfrm flipV="1">
            <a:off x="7975157" y="3981869"/>
            <a:ext cx="0" cy="1044748"/>
          </a:xfrm>
          <a:prstGeom prst="straightConnector1">
            <a:avLst/>
          </a:prstGeom>
          <a:ln>
            <a:solidFill>
              <a:schemeClr val="accent2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3E2E414-8704-78D4-2FA1-2AE4C2E450DA}"/>
              </a:ext>
            </a:extLst>
          </p:cNvPr>
          <p:cNvCxnSpPr>
            <a:cxnSpLocks/>
          </p:cNvCxnSpPr>
          <p:nvPr/>
        </p:nvCxnSpPr>
        <p:spPr>
          <a:xfrm>
            <a:off x="8080241" y="3981869"/>
            <a:ext cx="1" cy="1044748"/>
          </a:xfrm>
          <a:prstGeom prst="straightConnector1">
            <a:avLst/>
          </a:prstGeom>
          <a:ln>
            <a:solidFill>
              <a:schemeClr val="accent2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14A582D-0C57-8E56-09A0-45D9385481D8}"/>
              </a:ext>
            </a:extLst>
          </p:cNvPr>
          <p:cNvSpPr txBox="1"/>
          <p:nvPr/>
        </p:nvSpPr>
        <p:spPr>
          <a:xfrm>
            <a:off x="8094255" y="4149290"/>
            <a:ext cx="134553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Read/Write</a:t>
            </a:r>
          </a:p>
        </p:txBody>
      </p:sp>
    </p:spTree>
    <p:extLst>
      <p:ext uri="{BB962C8B-B14F-4D97-AF65-F5344CB8AC3E}">
        <p14:creationId xmlns:p14="http://schemas.microsoft.com/office/powerpoint/2010/main" val="38190161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573D-620A-8DEA-DC4C-81A184D5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LinuxFP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2548D-433C-C212-E9F3-6FDB96B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30</a:t>
            </a:fld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5FC8A3-1A3A-30B4-1313-D59599AD4BDF}"/>
              </a:ext>
            </a:extLst>
          </p:cNvPr>
          <p:cNvSpPr/>
          <p:nvPr/>
        </p:nvSpPr>
        <p:spPr>
          <a:xfrm>
            <a:off x="4111898" y="2700528"/>
            <a:ext cx="5334251" cy="30125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  Linux Kernel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CF0B28-14DB-8655-69EF-E0FAFA22B3F3}"/>
              </a:ext>
            </a:extLst>
          </p:cNvPr>
          <p:cNvSpPr/>
          <p:nvPr/>
        </p:nvSpPr>
        <p:spPr>
          <a:xfrm>
            <a:off x="5906779" y="2867723"/>
            <a:ext cx="3295135" cy="12641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Linux Networking Stack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85ECEC-21B6-EF2C-F2BB-B6F095186806}"/>
              </a:ext>
            </a:extLst>
          </p:cNvPr>
          <p:cNvSpPr/>
          <p:nvPr/>
        </p:nvSpPr>
        <p:spPr>
          <a:xfrm>
            <a:off x="6273758" y="3451296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418D9B-E3D1-78AA-B57D-061AE426338A}"/>
              </a:ext>
            </a:extLst>
          </p:cNvPr>
          <p:cNvSpPr/>
          <p:nvPr/>
        </p:nvSpPr>
        <p:spPr>
          <a:xfrm>
            <a:off x="7023401" y="3449235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787B22-819A-69AE-C19D-FF326AD9118C}"/>
              </a:ext>
            </a:extLst>
          </p:cNvPr>
          <p:cNvSpPr/>
          <p:nvPr/>
        </p:nvSpPr>
        <p:spPr>
          <a:xfrm>
            <a:off x="7789519" y="3231342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DFC1D9-106E-1951-9D84-0A1052B683CF}"/>
              </a:ext>
            </a:extLst>
          </p:cNvPr>
          <p:cNvSpPr/>
          <p:nvPr/>
        </p:nvSpPr>
        <p:spPr>
          <a:xfrm>
            <a:off x="7789519" y="3668266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A16307-D6DD-D086-7973-0A56DE952D85}"/>
              </a:ext>
            </a:extLst>
          </p:cNvPr>
          <p:cNvSpPr/>
          <p:nvPr/>
        </p:nvSpPr>
        <p:spPr>
          <a:xfrm>
            <a:off x="8555637" y="3444351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2D83792-9986-0045-D2D5-91A5C6BE4E11}"/>
              </a:ext>
            </a:extLst>
          </p:cNvPr>
          <p:cNvCxnSpPr>
            <a:stCxn id="26" idx="3"/>
            <a:endCxn id="27" idx="1"/>
          </p:cNvCxnSpPr>
          <p:nvPr/>
        </p:nvCxnSpPr>
        <p:spPr>
          <a:xfrm flipV="1">
            <a:off x="6759789" y="3606037"/>
            <a:ext cx="263612" cy="20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F5D6AFE-946F-52F4-733B-0C616B0A3200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7509432" y="3388144"/>
            <a:ext cx="280087" cy="120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A500932-0132-A641-E288-BAEF79CF8497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7509432" y="3701747"/>
            <a:ext cx="280087" cy="1233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86486A4-C284-5055-E849-58671CF6ABDC}"/>
              </a:ext>
            </a:extLst>
          </p:cNvPr>
          <p:cNvCxnSpPr>
            <a:cxnSpLocks/>
          </p:cNvCxnSpPr>
          <p:nvPr/>
        </p:nvCxnSpPr>
        <p:spPr>
          <a:xfrm>
            <a:off x="8275550" y="3388144"/>
            <a:ext cx="263612" cy="120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97378AA-C17A-6A64-962A-7161F729D4FC}"/>
              </a:ext>
            </a:extLst>
          </p:cNvPr>
          <p:cNvCxnSpPr>
            <a:cxnSpLocks/>
            <a:stCxn id="29" idx="3"/>
          </p:cNvCxnSpPr>
          <p:nvPr/>
        </p:nvCxnSpPr>
        <p:spPr>
          <a:xfrm flipV="1">
            <a:off x="8275550" y="3700797"/>
            <a:ext cx="280087" cy="1242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BA4B711C-197C-FA45-65B6-515469FB60D5}"/>
              </a:ext>
            </a:extLst>
          </p:cNvPr>
          <p:cNvSpPr/>
          <p:nvPr/>
        </p:nvSpPr>
        <p:spPr>
          <a:xfrm>
            <a:off x="4352979" y="4536032"/>
            <a:ext cx="4848935" cy="10377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LinuxFP Fast Path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6" name="Cloud 55">
            <a:extLst>
              <a:ext uri="{FF2B5EF4-FFF2-40B4-BE49-F238E27FC236}">
                <a16:creationId xmlns:a16="http://schemas.microsoft.com/office/drawing/2014/main" id="{35214670-CF47-7E4F-07BC-40BE3E14C1EC}"/>
              </a:ext>
            </a:extLst>
          </p:cNvPr>
          <p:cNvSpPr/>
          <p:nvPr/>
        </p:nvSpPr>
        <p:spPr>
          <a:xfrm>
            <a:off x="1890545" y="4722416"/>
            <a:ext cx="1796995" cy="1037763"/>
          </a:xfrm>
          <a:prstGeom prst="cloud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Network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16787FB-04A0-F5C8-FC87-C14992932809}"/>
              </a:ext>
            </a:extLst>
          </p:cNvPr>
          <p:cNvCxnSpPr>
            <a:cxnSpLocks/>
            <a:stCxn id="56" idx="0"/>
            <a:endCxn id="3" idx="1"/>
          </p:cNvCxnSpPr>
          <p:nvPr/>
        </p:nvCxnSpPr>
        <p:spPr>
          <a:xfrm>
            <a:off x="3686043" y="5241298"/>
            <a:ext cx="1490004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78C0770-8656-ED16-8404-CA73F2A822EC}"/>
              </a:ext>
            </a:extLst>
          </p:cNvPr>
          <p:cNvCxnSpPr>
            <a:cxnSpLocks/>
          </p:cNvCxnSpPr>
          <p:nvPr/>
        </p:nvCxnSpPr>
        <p:spPr>
          <a:xfrm>
            <a:off x="2981893" y="2403390"/>
            <a:ext cx="7464000" cy="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9090DFD7-51C2-4671-F094-0C8F6FA42745}"/>
              </a:ext>
            </a:extLst>
          </p:cNvPr>
          <p:cNvSpPr txBox="1"/>
          <p:nvPr/>
        </p:nvSpPr>
        <p:spPr>
          <a:xfrm>
            <a:off x="756038" y="2206892"/>
            <a:ext cx="2390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Linux Networking API</a:t>
            </a:r>
          </a:p>
        </p:txBody>
      </p:sp>
      <p:pic>
        <p:nvPicPr>
          <p:cNvPr id="105" name="Graphic 104" descr="Forest scene outline">
            <a:extLst>
              <a:ext uri="{FF2B5EF4-FFF2-40B4-BE49-F238E27FC236}">
                <a16:creationId xmlns:a16="http://schemas.microsoft.com/office/drawing/2014/main" id="{F9B6311A-7B94-FB84-861A-3BB76EF49B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20075" y="642428"/>
            <a:ext cx="1624189" cy="1624189"/>
          </a:xfrm>
          <a:prstGeom prst="rect">
            <a:avLst/>
          </a:prstGeom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4B80D50F-1ED7-4E8F-243C-93F129ACF0CF}"/>
              </a:ext>
            </a:extLst>
          </p:cNvPr>
          <p:cNvSpPr txBox="1"/>
          <p:nvPr/>
        </p:nvSpPr>
        <p:spPr>
          <a:xfrm>
            <a:off x="9227275" y="1064496"/>
            <a:ext cx="21541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Ecosystem of services, tools, applications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D6A159C-52A7-7972-6D1B-34C15C07D6EA}"/>
              </a:ext>
            </a:extLst>
          </p:cNvPr>
          <p:cNvCxnSpPr>
            <a:cxnSpLocks/>
          </p:cNvCxnSpPr>
          <p:nvPr/>
        </p:nvCxnSpPr>
        <p:spPr>
          <a:xfrm>
            <a:off x="7691983" y="2181273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324DEB76-6792-310F-23B1-796353D5D3A0}"/>
              </a:ext>
            </a:extLst>
          </p:cNvPr>
          <p:cNvCxnSpPr>
            <a:cxnSpLocks/>
          </p:cNvCxnSpPr>
          <p:nvPr/>
        </p:nvCxnSpPr>
        <p:spPr>
          <a:xfrm>
            <a:off x="8098988" y="2172742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B50F507F-D6B1-06FE-A384-FB7E1F1DBCD5}"/>
              </a:ext>
            </a:extLst>
          </p:cNvPr>
          <p:cNvCxnSpPr>
            <a:cxnSpLocks/>
          </p:cNvCxnSpPr>
          <p:nvPr/>
        </p:nvCxnSpPr>
        <p:spPr>
          <a:xfrm>
            <a:off x="8493091" y="2189804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6DE09015-8601-B810-87AA-78CD4B6E48A6}"/>
              </a:ext>
            </a:extLst>
          </p:cNvPr>
          <p:cNvCxnSpPr>
            <a:cxnSpLocks/>
          </p:cNvCxnSpPr>
          <p:nvPr/>
        </p:nvCxnSpPr>
        <p:spPr>
          <a:xfrm>
            <a:off x="8900096" y="2206892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DC2A5E1-EBD6-4435-819C-31512F892E78}"/>
              </a:ext>
            </a:extLst>
          </p:cNvPr>
          <p:cNvSpPr/>
          <p:nvPr/>
        </p:nvSpPr>
        <p:spPr>
          <a:xfrm>
            <a:off x="5176047" y="5026619"/>
            <a:ext cx="665439" cy="4293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AF1963-640D-6CDD-4267-B60318252912}"/>
              </a:ext>
            </a:extLst>
          </p:cNvPr>
          <p:cNvSpPr/>
          <p:nvPr/>
        </p:nvSpPr>
        <p:spPr>
          <a:xfrm>
            <a:off x="6482783" y="5026617"/>
            <a:ext cx="665439" cy="4293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9202AA-0B4F-8087-FD15-CC7CB170FE18}"/>
              </a:ext>
            </a:extLst>
          </p:cNvPr>
          <p:cNvSpPr/>
          <p:nvPr/>
        </p:nvSpPr>
        <p:spPr>
          <a:xfrm>
            <a:off x="7789519" y="5026617"/>
            <a:ext cx="665439" cy="4293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90380B-4009-F47A-147E-DBB71C6C8906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 flipV="1">
            <a:off x="5841486" y="5241299"/>
            <a:ext cx="64129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C888FAB-283E-1DF6-595E-3D9032E07BA7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148222" y="5241299"/>
            <a:ext cx="6412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66D4643-599C-ACE1-3948-F30A0E4D6F42}"/>
              </a:ext>
            </a:extLst>
          </p:cNvPr>
          <p:cNvCxnSpPr>
            <a:cxnSpLocks/>
          </p:cNvCxnSpPr>
          <p:nvPr/>
        </p:nvCxnSpPr>
        <p:spPr>
          <a:xfrm flipV="1">
            <a:off x="6607533" y="3764899"/>
            <a:ext cx="0" cy="12617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AB7C3A8-F3BC-DAE3-433A-1F22A4FC188E}"/>
              </a:ext>
            </a:extLst>
          </p:cNvPr>
          <p:cNvSpPr txBox="1"/>
          <p:nvPr/>
        </p:nvSpPr>
        <p:spPr>
          <a:xfrm>
            <a:off x="6607533" y="4174203"/>
            <a:ext cx="1264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Hand Off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618AE73-BCFF-0094-B18B-39554535622A}"/>
              </a:ext>
            </a:extLst>
          </p:cNvPr>
          <p:cNvCxnSpPr/>
          <p:nvPr/>
        </p:nvCxnSpPr>
        <p:spPr>
          <a:xfrm flipV="1">
            <a:off x="7975157" y="3981869"/>
            <a:ext cx="0" cy="1044748"/>
          </a:xfrm>
          <a:prstGeom prst="straightConnector1">
            <a:avLst/>
          </a:prstGeom>
          <a:ln>
            <a:solidFill>
              <a:schemeClr val="accent2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3E2E414-8704-78D4-2FA1-2AE4C2E450DA}"/>
              </a:ext>
            </a:extLst>
          </p:cNvPr>
          <p:cNvCxnSpPr>
            <a:cxnSpLocks/>
          </p:cNvCxnSpPr>
          <p:nvPr/>
        </p:nvCxnSpPr>
        <p:spPr>
          <a:xfrm>
            <a:off x="8080241" y="3981869"/>
            <a:ext cx="1" cy="1044748"/>
          </a:xfrm>
          <a:prstGeom prst="straightConnector1">
            <a:avLst/>
          </a:prstGeom>
          <a:ln>
            <a:solidFill>
              <a:schemeClr val="accent2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14A582D-0C57-8E56-09A0-45D9385481D8}"/>
              </a:ext>
            </a:extLst>
          </p:cNvPr>
          <p:cNvSpPr txBox="1"/>
          <p:nvPr/>
        </p:nvSpPr>
        <p:spPr>
          <a:xfrm>
            <a:off x="8094255" y="4149290"/>
            <a:ext cx="134553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Read/Write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C38A9D-A4B8-5D65-85D9-16448B09245C}"/>
              </a:ext>
            </a:extLst>
          </p:cNvPr>
          <p:cNvSpPr txBox="1"/>
          <p:nvPr/>
        </p:nvSpPr>
        <p:spPr>
          <a:xfrm>
            <a:off x="9683814" y="3981869"/>
            <a:ext cx="2013735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71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Helper functions exist in the kernel</a:t>
            </a:r>
          </a:p>
        </p:txBody>
      </p:sp>
    </p:spTree>
    <p:extLst>
      <p:ext uri="{BB962C8B-B14F-4D97-AF65-F5344CB8AC3E}">
        <p14:creationId xmlns:p14="http://schemas.microsoft.com/office/powerpoint/2010/main" val="22091023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573D-620A-8DEA-DC4C-81A184D5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LinuxFP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2548D-433C-C212-E9F3-6FDB96B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31</a:t>
            </a:fld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5FC8A3-1A3A-30B4-1313-D59599AD4BDF}"/>
              </a:ext>
            </a:extLst>
          </p:cNvPr>
          <p:cNvSpPr/>
          <p:nvPr/>
        </p:nvSpPr>
        <p:spPr>
          <a:xfrm>
            <a:off x="4111898" y="2700528"/>
            <a:ext cx="5334251" cy="30125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  Linux Kernel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CF0B28-14DB-8655-69EF-E0FAFA22B3F3}"/>
              </a:ext>
            </a:extLst>
          </p:cNvPr>
          <p:cNvSpPr/>
          <p:nvPr/>
        </p:nvSpPr>
        <p:spPr>
          <a:xfrm>
            <a:off x="5906779" y="2867723"/>
            <a:ext cx="3295135" cy="12641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Linux Networking Stack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85ECEC-21B6-EF2C-F2BB-B6F095186806}"/>
              </a:ext>
            </a:extLst>
          </p:cNvPr>
          <p:cNvSpPr/>
          <p:nvPr/>
        </p:nvSpPr>
        <p:spPr>
          <a:xfrm>
            <a:off x="6273758" y="3451296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418D9B-E3D1-78AA-B57D-061AE426338A}"/>
              </a:ext>
            </a:extLst>
          </p:cNvPr>
          <p:cNvSpPr/>
          <p:nvPr/>
        </p:nvSpPr>
        <p:spPr>
          <a:xfrm>
            <a:off x="7023401" y="3449235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787B22-819A-69AE-C19D-FF326AD9118C}"/>
              </a:ext>
            </a:extLst>
          </p:cNvPr>
          <p:cNvSpPr/>
          <p:nvPr/>
        </p:nvSpPr>
        <p:spPr>
          <a:xfrm>
            <a:off x="7789519" y="3231342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DFC1D9-106E-1951-9D84-0A1052B683CF}"/>
              </a:ext>
            </a:extLst>
          </p:cNvPr>
          <p:cNvSpPr/>
          <p:nvPr/>
        </p:nvSpPr>
        <p:spPr>
          <a:xfrm>
            <a:off x="7789519" y="3668266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A16307-D6DD-D086-7973-0A56DE952D85}"/>
              </a:ext>
            </a:extLst>
          </p:cNvPr>
          <p:cNvSpPr/>
          <p:nvPr/>
        </p:nvSpPr>
        <p:spPr>
          <a:xfrm>
            <a:off x="8555637" y="3444351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2D83792-9986-0045-D2D5-91A5C6BE4E11}"/>
              </a:ext>
            </a:extLst>
          </p:cNvPr>
          <p:cNvCxnSpPr>
            <a:stCxn id="26" idx="3"/>
            <a:endCxn id="27" idx="1"/>
          </p:cNvCxnSpPr>
          <p:nvPr/>
        </p:nvCxnSpPr>
        <p:spPr>
          <a:xfrm flipV="1">
            <a:off x="6759789" y="3606037"/>
            <a:ext cx="263612" cy="20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F5D6AFE-946F-52F4-733B-0C616B0A3200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7509432" y="3388144"/>
            <a:ext cx="280087" cy="120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A500932-0132-A641-E288-BAEF79CF8497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7509432" y="3701747"/>
            <a:ext cx="280087" cy="1233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86486A4-C284-5055-E849-58671CF6ABDC}"/>
              </a:ext>
            </a:extLst>
          </p:cNvPr>
          <p:cNvCxnSpPr>
            <a:cxnSpLocks/>
          </p:cNvCxnSpPr>
          <p:nvPr/>
        </p:nvCxnSpPr>
        <p:spPr>
          <a:xfrm>
            <a:off x="8275550" y="3388144"/>
            <a:ext cx="263612" cy="120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97378AA-C17A-6A64-962A-7161F729D4FC}"/>
              </a:ext>
            </a:extLst>
          </p:cNvPr>
          <p:cNvCxnSpPr>
            <a:cxnSpLocks/>
            <a:stCxn id="29" idx="3"/>
          </p:cNvCxnSpPr>
          <p:nvPr/>
        </p:nvCxnSpPr>
        <p:spPr>
          <a:xfrm flipV="1">
            <a:off x="8275550" y="3700797"/>
            <a:ext cx="280087" cy="1242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BA4B711C-197C-FA45-65B6-515469FB60D5}"/>
              </a:ext>
            </a:extLst>
          </p:cNvPr>
          <p:cNvSpPr/>
          <p:nvPr/>
        </p:nvSpPr>
        <p:spPr>
          <a:xfrm>
            <a:off x="4352979" y="4536032"/>
            <a:ext cx="4848935" cy="10377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LinuxFP Fast Path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6" name="Cloud 55">
            <a:extLst>
              <a:ext uri="{FF2B5EF4-FFF2-40B4-BE49-F238E27FC236}">
                <a16:creationId xmlns:a16="http://schemas.microsoft.com/office/drawing/2014/main" id="{35214670-CF47-7E4F-07BC-40BE3E14C1EC}"/>
              </a:ext>
            </a:extLst>
          </p:cNvPr>
          <p:cNvSpPr/>
          <p:nvPr/>
        </p:nvSpPr>
        <p:spPr>
          <a:xfrm>
            <a:off x="1890545" y="4722416"/>
            <a:ext cx="1796995" cy="1037763"/>
          </a:xfrm>
          <a:prstGeom prst="cloud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Network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16787FB-04A0-F5C8-FC87-C14992932809}"/>
              </a:ext>
            </a:extLst>
          </p:cNvPr>
          <p:cNvCxnSpPr>
            <a:cxnSpLocks/>
            <a:stCxn id="56" idx="0"/>
            <a:endCxn id="3" idx="1"/>
          </p:cNvCxnSpPr>
          <p:nvPr/>
        </p:nvCxnSpPr>
        <p:spPr>
          <a:xfrm>
            <a:off x="3686043" y="5241298"/>
            <a:ext cx="1490004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78C0770-8656-ED16-8404-CA73F2A822EC}"/>
              </a:ext>
            </a:extLst>
          </p:cNvPr>
          <p:cNvCxnSpPr>
            <a:cxnSpLocks/>
          </p:cNvCxnSpPr>
          <p:nvPr/>
        </p:nvCxnSpPr>
        <p:spPr>
          <a:xfrm>
            <a:off x="2981893" y="2403390"/>
            <a:ext cx="7464000" cy="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9090DFD7-51C2-4671-F094-0C8F6FA42745}"/>
              </a:ext>
            </a:extLst>
          </p:cNvPr>
          <p:cNvSpPr txBox="1"/>
          <p:nvPr/>
        </p:nvSpPr>
        <p:spPr>
          <a:xfrm>
            <a:off x="756038" y="2206892"/>
            <a:ext cx="2390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Linux Networking API</a:t>
            </a:r>
          </a:p>
        </p:txBody>
      </p:sp>
      <p:pic>
        <p:nvPicPr>
          <p:cNvPr id="105" name="Graphic 104" descr="Forest scene outline">
            <a:extLst>
              <a:ext uri="{FF2B5EF4-FFF2-40B4-BE49-F238E27FC236}">
                <a16:creationId xmlns:a16="http://schemas.microsoft.com/office/drawing/2014/main" id="{F9B6311A-7B94-FB84-861A-3BB76EF49B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20075" y="642428"/>
            <a:ext cx="1624189" cy="1624189"/>
          </a:xfrm>
          <a:prstGeom prst="rect">
            <a:avLst/>
          </a:prstGeom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4B80D50F-1ED7-4E8F-243C-93F129ACF0CF}"/>
              </a:ext>
            </a:extLst>
          </p:cNvPr>
          <p:cNvSpPr txBox="1"/>
          <p:nvPr/>
        </p:nvSpPr>
        <p:spPr>
          <a:xfrm>
            <a:off x="9227275" y="1064496"/>
            <a:ext cx="21541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Ecosystem of services, tools, applications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D6A159C-52A7-7972-6D1B-34C15C07D6EA}"/>
              </a:ext>
            </a:extLst>
          </p:cNvPr>
          <p:cNvCxnSpPr>
            <a:cxnSpLocks/>
          </p:cNvCxnSpPr>
          <p:nvPr/>
        </p:nvCxnSpPr>
        <p:spPr>
          <a:xfrm>
            <a:off x="7691983" y="2181273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324DEB76-6792-310F-23B1-796353D5D3A0}"/>
              </a:ext>
            </a:extLst>
          </p:cNvPr>
          <p:cNvCxnSpPr>
            <a:cxnSpLocks/>
          </p:cNvCxnSpPr>
          <p:nvPr/>
        </p:nvCxnSpPr>
        <p:spPr>
          <a:xfrm>
            <a:off x="8098988" y="2172742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B50F507F-D6B1-06FE-A384-FB7E1F1DBCD5}"/>
              </a:ext>
            </a:extLst>
          </p:cNvPr>
          <p:cNvCxnSpPr>
            <a:cxnSpLocks/>
          </p:cNvCxnSpPr>
          <p:nvPr/>
        </p:nvCxnSpPr>
        <p:spPr>
          <a:xfrm>
            <a:off x="8493091" y="2189804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6DE09015-8601-B810-87AA-78CD4B6E48A6}"/>
              </a:ext>
            </a:extLst>
          </p:cNvPr>
          <p:cNvCxnSpPr>
            <a:cxnSpLocks/>
          </p:cNvCxnSpPr>
          <p:nvPr/>
        </p:nvCxnSpPr>
        <p:spPr>
          <a:xfrm>
            <a:off x="8900096" y="2206892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DC2A5E1-EBD6-4435-819C-31512F892E78}"/>
              </a:ext>
            </a:extLst>
          </p:cNvPr>
          <p:cNvSpPr/>
          <p:nvPr/>
        </p:nvSpPr>
        <p:spPr>
          <a:xfrm>
            <a:off x="5176047" y="5026619"/>
            <a:ext cx="665439" cy="4293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AF1963-640D-6CDD-4267-B60318252912}"/>
              </a:ext>
            </a:extLst>
          </p:cNvPr>
          <p:cNvSpPr/>
          <p:nvPr/>
        </p:nvSpPr>
        <p:spPr>
          <a:xfrm>
            <a:off x="6482783" y="5026617"/>
            <a:ext cx="665439" cy="4293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9202AA-0B4F-8087-FD15-CC7CB170FE18}"/>
              </a:ext>
            </a:extLst>
          </p:cNvPr>
          <p:cNvSpPr/>
          <p:nvPr/>
        </p:nvSpPr>
        <p:spPr>
          <a:xfrm>
            <a:off x="7789519" y="5026617"/>
            <a:ext cx="665439" cy="4293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90380B-4009-F47A-147E-DBB71C6C8906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 flipV="1">
            <a:off x="5841486" y="5241299"/>
            <a:ext cx="64129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C888FAB-283E-1DF6-595E-3D9032E07BA7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148222" y="5241299"/>
            <a:ext cx="6412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66D4643-599C-ACE1-3948-F30A0E4D6F42}"/>
              </a:ext>
            </a:extLst>
          </p:cNvPr>
          <p:cNvCxnSpPr>
            <a:cxnSpLocks/>
          </p:cNvCxnSpPr>
          <p:nvPr/>
        </p:nvCxnSpPr>
        <p:spPr>
          <a:xfrm flipV="1">
            <a:off x="6607533" y="3764899"/>
            <a:ext cx="0" cy="12617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AB7C3A8-F3BC-DAE3-433A-1F22A4FC188E}"/>
              </a:ext>
            </a:extLst>
          </p:cNvPr>
          <p:cNvSpPr txBox="1"/>
          <p:nvPr/>
        </p:nvSpPr>
        <p:spPr>
          <a:xfrm>
            <a:off x="6607533" y="4174203"/>
            <a:ext cx="1264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Hand Off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618AE73-BCFF-0094-B18B-39554535622A}"/>
              </a:ext>
            </a:extLst>
          </p:cNvPr>
          <p:cNvCxnSpPr/>
          <p:nvPr/>
        </p:nvCxnSpPr>
        <p:spPr>
          <a:xfrm flipV="1">
            <a:off x="7975157" y="3981869"/>
            <a:ext cx="0" cy="1044748"/>
          </a:xfrm>
          <a:prstGeom prst="straightConnector1">
            <a:avLst/>
          </a:prstGeom>
          <a:ln>
            <a:solidFill>
              <a:schemeClr val="accent2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3E2E414-8704-78D4-2FA1-2AE4C2E450DA}"/>
              </a:ext>
            </a:extLst>
          </p:cNvPr>
          <p:cNvCxnSpPr>
            <a:cxnSpLocks/>
          </p:cNvCxnSpPr>
          <p:nvPr/>
        </p:nvCxnSpPr>
        <p:spPr>
          <a:xfrm>
            <a:off x="8080241" y="3981869"/>
            <a:ext cx="1" cy="1044748"/>
          </a:xfrm>
          <a:prstGeom prst="straightConnector1">
            <a:avLst/>
          </a:prstGeom>
          <a:ln>
            <a:solidFill>
              <a:schemeClr val="accent2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14A582D-0C57-8E56-09A0-45D9385481D8}"/>
              </a:ext>
            </a:extLst>
          </p:cNvPr>
          <p:cNvSpPr txBox="1"/>
          <p:nvPr/>
        </p:nvSpPr>
        <p:spPr>
          <a:xfrm>
            <a:off x="8094255" y="4149290"/>
            <a:ext cx="134553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Read/Write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C38A9D-A4B8-5D65-85D9-16448B09245C}"/>
              </a:ext>
            </a:extLst>
          </p:cNvPr>
          <p:cNvSpPr txBox="1"/>
          <p:nvPr/>
        </p:nvSpPr>
        <p:spPr>
          <a:xfrm>
            <a:off x="9683814" y="3981869"/>
            <a:ext cx="2013735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71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Helper functions exist in the kernel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46D648-BC92-E0D1-AEB8-EBA786226905}"/>
              </a:ext>
            </a:extLst>
          </p:cNvPr>
          <p:cNvSpPr txBox="1"/>
          <p:nvPr/>
        </p:nvSpPr>
        <p:spPr>
          <a:xfrm>
            <a:off x="9631787" y="4629408"/>
            <a:ext cx="23908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 </a:t>
            </a:r>
          </a:p>
          <a:p>
            <a:r>
              <a:rPr lang="en-US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bpf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fib_lookup</a:t>
            </a:r>
            <a:r>
              <a:rPr lang="en-US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0623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573D-620A-8DEA-DC4C-81A184D5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LinuxFP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2548D-433C-C212-E9F3-6FDB96B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32</a:t>
            </a:fld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5FC8A3-1A3A-30B4-1313-D59599AD4BDF}"/>
              </a:ext>
            </a:extLst>
          </p:cNvPr>
          <p:cNvSpPr/>
          <p:nvPr/>
        </p:nvSpPr>
        <p:spPr>
          <a:xfrm>
            <a:off x="4111898" y="2700528"/>
            <a:ext cx="5334251" cy="30125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  Linux Kernel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CF0B28-14DB-8655-69EF-E0FAFA22B3F3}"/>
              </a:ext>
            </a:extLst>
          </p:cNvPr>
          <p:cNvSpPr/>
          <p:nvPr/>
        </p:nvSpPr>
        <p:spPr>
          <a:xfrm>
            <a:off x="5906779" y="2867723"/>
            <a:ext cx="3295135" cy="12641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Linux Networking Stack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85ECEC-21B6-EF2C-F2BB-B6F095186806}"/>
              </a:ext>
            </a:extLst>
          </p:cNvPr>
          <p:cNvSpPr/>
          <p:nvPr/>
        </p:nvSpPr>
        <p:spPr>
          <a:xfrm>
            <a:off x="6273758" y="3451296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418D9B-E3D1-78AA-B57D-061AE426338A}"/>
              </a:ext>
            </a:extLst>
          </p:cNvPr>
          <p:cNvSpPr/>
          <p:nvPr/>
        </p:nvSpPr>
        <p:spPr>
          <a:xfrm>
            <a:off x="7023401" y="3449235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787B22-819A-69AE-C19D-FF326AD9118C}"/>
              </a:ext>
            </a:extLst>
          </p:cNvPr>
          <p:cNvSpPr/>
          <p:nvPr/>
        </p:nvSpPr>
        <p:spPr>
          <a:xfrm>
            <a:off x="7789519" y="3231342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DFC1D9-106E-1951-9D84-0A1052B683CF}"/>
              </a:ext>
            </a:extLst>
          </p:cNvPr>
          <p:cNvSpPr/>
          <p:nvPr/>
        </p:nvSpPr>
        <p:spPr>
          <a:xfrm>
            <a:off x="7789519" y="3668266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A16307-D6DD-D086-7973-0A56DE952D85}"/>
              </a:ext>
            </a:extLst>
          </p:cNvPr>
          <p:cNvSpPr/>
          <p:nvPr/>
        </p:nvSpPr>
        <p:spPr>
          <a:xfrm>
            <a:off x="8555637" y="3444351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2D83792-9986-0045-D2D5-91A5C6BE4E11}"/>
              </a:ext>
            </a:extLst>
          </p:cNvPr>
          <p:cNvCxnSpPr>
            <a:stCxn id="26" idx="3"/>
            <a:endCxn id="27" idx="1"/>
          </p:cNvCxnSpPr>
          <p:nvPr/>
        </p:nvCxnSpPr>
        <p:spPr>
          <a:xfrm flipV="1">
            <a:off x="6759789" y="3606037"/>
            <a:ext cx="263612" cy="20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F5D6AFE-946F-52F4-733B-0C616B0A3200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7509432" y="3388144"/>
            <a:ext cx="280087" cy="120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A500932-0132-A641-E288-BAEF79CF8497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7509432" y="3701747"/>
            <a:ext cx="280087" cy="1233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86486A4-C284-5055-E849-58671CF6ABDC}"/>
              </a:ext>
            </a:extLst>
          </p:cNvPr>
          <p:cNvCxnSpPr>
            <a:cxnSpLocks/>
          </p:cNvCxnSpPr>
          <p:nvPr/>
        </p:nvCxnSpPr>
        <p:spPr>
          <a:xfrm>
            <a:off x="8275550" y="3388144"/>
            <a:ext cx="263612" cy="120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97378AA-C17A-6A64-962A-7161F729D4FC}"/>
              </a:ext>
            </a:extLst>
          </p:cNvPr>
          <p:cNvCxnSpPr>
            <a:cxnSpLocks/>
            <a:stCxn id="29" idx="3"/>
          </p:cNvCxnSpPr>
          <p:nvPr/>
        </p:nvCxnSpPr>
        <p:spPr>
          <a:xfrm flipV="1">
            <a:off x="8275550" y="3700797"/>
            <a:ext cx="280087" cy="1242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BA4B711C-197C-FA45-65B6-515469FB60D5}"/>
              </a:ext>
            </a:extLst>
          </p:cNvPr>
          <p:cNvSpPr/>
          <p:nvPr/>
        </p:nvSpPr>
        <p:spPr>
          <a:xfrm>
            <a:off x="4352979" y="4536032"/>
            <a:ext cx="4848935" cy="10377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LinuxFP Fast Path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6" name="Cloud 55">
            <a:extLst>
              <a:ext uri="{FF2B5EF4-FFF2-40B4-BE49-F238E27FC236}">
                <a16:creationId xmlns:a16="http://schemas.microsoft.com/office/drawing/2014/main" id="{35214670-CF47-7E4F-07BC-40BE3E14C1EC}"/>
              </a:ext>
            </a:extLst>
          </p:cNvPr>
          <p:cNvSpPr/>
          <p:nvPr/>
        </p:nvSpPr>
        <p:spPr>
          <a:xfrm>
            <a:off x="1890545" y="4722416"/>
            <a:ext cx="1796995" cy="1037763"/>
          </a:xfrm>
          <a:prstGeom prst="cloud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Network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16787FB-04A0-F5C8-FC87-C14992932809}"/>
              </a:ext>
            </a:extLst>
          </p:cNvPr>
          <p:cNvCxnSpPr>
            <a:cxnSpLocks/>
            <a:stCxn id="56" idx="0"/>
            <a:endCxn id="3" idx="1"/>
          </p:cNvCxnSpPr>
          <p:nvPr/>
        </p:nvCxnSpPr>
        <p:spPr>
          <a:xfrm>
            <a:off x="3686043" y="5241298"/>
            <a:ext cx="1490004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78C0770-8656-ED16-8404-CA73F2A822EC}"/>
              </a:ext>
            </a:extLst>
          </p:cNvPr>
          <p:cNvCxnSpPr>
            <a:cxnSpLocks/>
          </p:cNvCxnSpPr>
          <p:nvPr/>
        </p:nvCxnSpPr>
        <p:spPr>
          <a:xfrm>
            <a:off x="2981893" y="2403390"/>
            <a:ext cx="7464000" cy="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9090DFD7-51C2-4671-F094-0C8F6FA42745}"/>
              </a:ext>
            </a:extLst>
          </p:cNvPr>
          <p:cNvSpPr txBox="1"/>
          <p:nvPr/>
        </p:nvSpPr>
        <p:spPr>
          <a:xfrm>
            <a:off x="756038" y="2206892"/>
            <a:ext cx="2390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Linux Networking API</a:t>
            </a:r>
          </a:p>
        </p:txBody>
      </p:sp>
      <p:pic>
        <p:nvPicPr>
          <p:cNvPr id="105" name="Graphic 104" descr="Forest scene outline">
            <a:extLst>
              <a:ext uri="{FF2B5EF4-FFF2-40B4-BE49-F238E27FC236}">
                <a16:creationId xmlns:a16="http://schemas.microsoft.com/office/drawing/2014/main" id="{F9B6311A-7B94-FB84-861A-3BB76EF49B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20075" y="642428"/>
            <a:ext cx="1624189" cy="1624189"/>
          </a:xfrm>
          <a:prstGeom prst="rect">
            <a:avLst/>
          </a:prstGeom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4B80D50F-1ED7-4E8F-243C-93F129ACF0CF}"/>
              </a:ext>
            </a:extLst>
          </p:cNvPr>
          <p:cNvSpPr txBox="1"/>
          <p:nvPr/>
        </p:nvSpPr>
        <p:spPr>
          <a:xfrm>
            <a:off x="9227275" y="1064496"/>
            <a:ext cx="21541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Ecosystem of services, tools, applications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D6A159C-52A7-7972-6D1B-34C15C07D6EA}"/>
              </a:ext>
            </a:extLst>
          </p:cNvPr>
          <p:cNvCxnSpPr>
            <a:cxnSpLocks/>
          </p:cNvCxnSpPr>
          <p:nvPr/>
        </p:nvCxnSpPr>
        <p:spPr>
          <a:xfrm>
            <a:off x="7691983" y="2181273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324DEB76-6792-310F-23B1-796353D5D3A0}"/>
              </a:ext>
            </a:extLst>
          </p:cNvPr>
          <p:cNvCxnSpPr>
            <a:cxnSpLocks/>
          </p:cNvCxnSpPr>
          <p:nvPr/>
        </p:nvCxnSpPr>
        <p:spPr>
          <a:xfrm>
            <a:off x="8098988" y="2172742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B50F507F-D6B1-06FE-A384-FB7E1F1DBCD5}"/>
              </a:ext>
            </a:extLst>
          </p:cNvPr>
          <p:cNvCxnSpPr>
            <a:cxnSpLocks/>
          </p:cNvCxnSpPr>
          <p:nvPr/>
        </p:nvCxnSpPr>
        <p:spPr>
          <a:xfrm>
            <a:off x="8493091" y="2189804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6DE09015-8601-B810-87AA-78CD4B6E48A6}"/>
              </a:ext>
            </a:extLst>
          </p:cNvPr>
          <p:cNvCxnSpPr>
            <a:cxnSpLocks/>
          </p:cNvCxnSpPr>
          <p:nvPr/>
        </p:nvCxnSpPr>
        <p:spPr>
          <a:xfrm>
            <a:off x="8900096" y="2206892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DC2A5E1-EBD6-4435-819C-31512F892E78}"/>
              </a:ext>
            </a:extLst>
          </p:cNvPr>
          <p:cNvSpPr/>
          <p:nvPr/>
        </p:nvSpPr>
        <p:spPr>
          <a:xfrm>
            <a:off x="5176047" y="5026619"/>
            <a:ext cx="665439" cy="4293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AF1963-640D-6CDD-4267-B60318252912}"/>
              </a:ext>
            </a:extLst>
          </p:cNvPr>
          <p:cNvSpPr/>
          <p:nvPr/>
        </p:nvSpPr>
        <p:spPr>
          <a:xfrm>
            <a:off x="6482783" y="5026617"/>
            <a:ext cx="665439" cy="4293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9202AA-0B4F-8087-FD15-CC7CB170FE18}"/>
              </a:ext>
            </a:extLst>
          </p:cNvPr>
          <p:cNvSpPr/>
          <p:nvPr/>
        </p:nvSpPr>
        <p:spPr>
          <a:xfrm>
            <a:off x="7789519" y="5026617"/>
            <a:ext cx="665439" cy="4293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90380B-4009-F47A-147E-DBB71C6C8906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 flipV="1">
            <a:off x="5841486" y="5241299"/>
            <a:ext cx="64129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C888FAB-283E-1DF6-595E-3D9032E07BA7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148222" y="5241299"/>
            <a:ext cx="6412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66D4643-599C-ACE1-3948-F30A0E4D6F42}"/>
              </a:ext>
            </a:extLst>
          </p:cNvPr>
          <p:cNvCxnSpPr>
            <a:cxnSpLocks/>
          </p:cNvCxnSpPr>
          <p:nvPr/>
        </p:nvCxnSpPr>
        <p:spPr>
          <a:xfrm flipV="1">
            <a:off x="6607533" y="3764899"/>
            <a:ext cx="0" cy="12617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AB7C3A8-F3BC-DAE3-433A-1F22A4FC188E}"/>
              </a:ext>
            </a:extLst>
          </p:cNvPr>
          <p:cNvSpPr txBox="1"/>
          <p:nvPr/>
        </p:nvSpPr>
        <p:spPr>
          <a:xfrm>
            <a:off x="6607533" y="4174203"/>
            <a:ext cx="1264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Hand Off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618AE73-BCFF-0094-B18B-39554535622A}"/>
              </a:ext>
            </a:extLst>
          </p:cNvPr>
          <p:cNvCxnSpPr/>
          <p:nvPr/>
        </p:nvCxnSpPr>
        <p:spPr>
          <a:xfrm flipV="1">
            <a:off x="7975157" y="3981869"/>
            <a:ext cx="0" cy="1044748"/>
          </a:xfrm>
          <a:prstGeom prst="straightConnector1">
            <a:avLst/>
          </a:prstGeom>
          <a:ln>
            <a:solidFill>
              <a:schemeClr val="accent2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3E2E414-8704-78D4-2FA1-2AE4C2E450DA}"/>
              </a:ext>
            </a:extLst>
          </p:cNvPr>
          <p:cNvCxnSpPr>
            <a:cxnSpLocks/>
          </p:cNvCxnSpPr>
          <p:nvPr/>
        </p:nvCxnSpPr>
        <p:spPr>
          <a:xfrm>
            <a:off x="8080241" y="3981869"/>
            <a:ext cx="1" cy="1044748"/>
          </a:xfrm>
          <a:prstGeom prst="straightConnector1">
            <a:avLst/>
          </a:prstGeom>
          <a:ln>
            <a:solidFill>
              <a:schemeClr val="accent2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14A582D-0C57-8E56-09A0-45D9385481D8}"/>
              </a:ext>
            </a:extLst>
          </p:cNvPr>
          <p:cNvSpPr txBox="1"/>
          <p:nvPr/>
        </p:nvSpPr>
        <p:spPr>
          <a:xfrm>
            <a:off x="8094255" y="4149290"/>
            <a:ext cx="134553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Read/Write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C38A9D-A4B8-5D65-85D9-16448B09245C}"/>
              </a:ext>
            </a:extLst>
          </p:cNvPr>
          <p:cNvSpPr txBox="1"/>
          <p:nvPr/>
        </p:nvSpPr>
        <p:spPr>
          <a:xfrm>
            <a:off x="9683814" y="3981869"/>
            <a:ext cx="2013735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71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Helper functions exist in the kernel*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46D648-BC92-E0D1-AEB8-EBA786226905}"/>
              </a:ext>
            </a:extLst>
          </p:cNvPr>
          <p:cNvSpPr txBox="1"/>
          <p:nvPr/>
        </p:nvSpPr>
        <p:spPr>
          <a:xfrm>
            <a:off x="9631787" y="4629408"/>
            <a:ext cx="23908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 </a:t>
            </a:r>
          </a:p>
          <a:p>
            <a:r>
              <a:rPr lang="en-US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bpf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fib_lookup</a:t>
            </a:r>
            <a:r>
              <a:rPr lang="en-US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B41BC6-918A-4FC2-CAF3-F3EF516B680B}"/>
              </a:ext>
            </a:extLst>
          </p:cNvPr>
          <p:cNvSpPr txBox="1"/>
          <p:nvPr/>
        </p:nvSpPr>
        <p:spPr>
          <a:xfrm>
            <a:off x="9683814" y="5294454"/>
            <a:ext cx="23908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*New Example: </a:t>
            </a:r>
          </a:p>
          <a:p>
            <a:r>
              <a:rPr lang="en-US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bpf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_ipt</a:t>
            </a:r>
            <a:r>
              <a:rPr lang="en-US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_lookup</a:t>
            </a:r>
            <a:r>
              <a:rPr lang="en-US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9271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573D-620A-8DEA-DC4C-81A184D5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LinuxFP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2548D-433C-C212-E9F3-6FDB96B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33</a:t>
            </a:fld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5FC8A3-1A3A-30B4-1313-D59599AD4BDF}"/>
              </a:ext>
            </a:extLst>
          </p:cNvPr>
          <p:cNvSpPr/>
          <p:nvPr/>
        </p:nvSpPr>
        <p:spPr>
          <a:xfrm>
            <a:off x="4111898" y="2700528"/>
            <a:ext cx="5334251" cy="30125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  Linux Kernel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CF0B28-14DB-8655-69EF-E0FAFA22B3F3}"/>
              </a:ext>
            </a:extLst>
          </p:cNvPr>
          <p:cNvSpPr/>
          <p:nvPr/>
        </p:nvSpPr>
        <p:spPr>
          <a:xfrm>
            <a:off x="5906779" y="2867723"/>
            <a:ext cx="3295135" cy="12641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Linux Networking Stack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85ECEC-21B6-EF2C-F2BB-B6F095186806}"/>
              </a:ext>
            </a:extLst>
          </p:cNvPr>
          <p:cNvSpPr/>
          <p:nvPr/>
        </p:nvSpPr>
        <p:spPr>
          <a:xfrm>
            <a:off x="6273758" y="3451296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418D9B-E3D1-78AA-B57D-061AE426338A}"/>
              </a:ext>
            </a:extLst>
          </p:cNvPr>
          <p:cNvSpPr/>
          <p:nvPr/>
        </p:nvSpPr>
        <p:spPr>
          <a:xfrm>
            <a:off x="7023401" y="3449235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787B22-819A-69AE-C19D-FF326AD9118C}"/>
              </a:ext>
            </a:extLst>
          </p:cNvPr>
          <p:cNvSpPr/>
          <p:nvPr/>
        </p:nvSpPr>
        <p:spPr>
          <a:xfrm>
            <a:off x="7789519" y="3231342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DFC1D9-106E-1951-9D84-0A1052B683CF}"/>
              </a:ext>
            </a:extLst>
          </p:cNvPr>
          <p:cNvSpPr/>
          <p:nvPr/>
        </p:nvSpPr>
        <p:spPr>
          <a:xfrm>
            <a:off x="7789519" y="3668266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A16307-D6DD-D086-7973-0A56DE952D85}"/>
              </a:ext>
            </a:extLst>
          </p:cNvPr>
          <p:cNvSpPr/>
          <p:nvPr/>
        </p:nvSpPr>
        <p:spPr>
          <a:xfrm>
            <a:off x="8555637" y="3444351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2D83792-9986-0045-D2D5-91A5C6BE4E11}"/>
              </a:ext>
            </a:extLst>
          </p:cNvPr>
          <p:cNvCxnSpPr>
            <a:stCxn id="26" idx="3"/>
            <a:endCxn id="27" idx="1"/>
          </p:cNvCxnSpPr>
          <p:nvPr/>
        </p:nvCxnSpPr>
        <p:spPr>
          <a:xfrm flipV="1">
            <a:off x="6759789" y="3606037"/>
            <a:ext cx="263612" cy="20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F5D6AFE-946F-52F4-733B-0C616B0A3200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7509432" y="3388144"/>
            <a:ext cx="280087" cy="120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A500932-0132-A641-E288-BAEF79CF8497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7509432" y="3701747"/>
            <a:ext cx="280087" cy="1233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86486A4-C284-5055-E849-58671CF6ABDC}"/>
              </a:ext>
            </a:extLst>
          </p:cNvPr>
          <p:cNvCxnSpPr>
            <a:cxnSpLocks/>
          </p:cNvCxnSpPr>
          <p:nvPr/>
        </p:nvCxnSpPr>
        <p:spPr>
          <a:xfrm>
            <a:off x="8275550" y="3388144"/>
            <a:ext cx="263612" cy="120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97378AA-C17A-6A64-962A-7161F729D4FC}"/>
              </a:ext>
            </a:extLst>
          </p:cNvPr>
          <p:cNvCxnSpPr>
            <a:cxnSpLocks/>
            <a:stCxn id="29" idx="3"/>
          </p:cNvCxnSpPr>
          <p:nvPr/>
        </p:nvCxnSpPr>
        <p:spPr>
          <a:xfrm flipV="1">
            <a:off x="8275550" y="3700797"/>
            <a:ext cx="280087" cy="1242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BA4B711C-197C-FA45-65B6-515469FB60D5}"/>
              </a:ext>
            </a:extLst>
          </p:cNvPr>
          <p:cNvSpPr/>
          <p:nvPr/>
        </p:nvSpPr>
        <p:spPr>
          <a:xfrm>
            <a:off x="4352979" y="4536032"/>
            <a:ext cx="4848935" cy="10377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LinuxFP Fast Path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6" name="Cloud 55">
            <a:extLst>
              <a:ext uri="{FF2B5EF4-FFF2-40B4-BE49-F238E27FC236}">
                <a16:creationId xmlns:a16="http://schemas.microsoft.com/office/drawing/2014/main" id="{35214670-CF47-7E4F-07BC-40BE3E14C1EC}"/>
              </a:ext>
            </a:extLst>
          </p:cNvPr>
          <p:cNvSpPr/>
          <p:nvPr/>
        </p:nvSpPr>
        <p:spPr>
          <a:xfrm>
            <a:off x="1890545" y="4722416"/>
            <a:ext cx="1796995" cy="1037763"/>
          </a:xfrm>
          <a:prstGeom prst="cloud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Network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16787FB-04A0-F5C8-FC87-C14992932809}"/>
              </a:ext>
            </a:extLst>
          </p:cNvPr>
          <p:cNvCxnSpPr>
            <a:cxnSpLocks/>
            <a:stCxn id="56" idx="0"/>
            <a:endCxn id="3" idx="1"/>
          </p:cNvCxnSpPr>
          <p:nvPr/>
        </p:nvCxnSpPr>
        <p:spPr>
          <a:xfrm>
            <a:off x="3686043" y="5241298"/>
            <a:ext cx="1490004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78C0770-8656-ED16-8404-CA73F2A822EC}"/>
              </a:ext>
            </a:extLst>
          </p:cNvPr>
          <p:cNvCxnSpPr>
            <a:cxnSpLocks/>
          </p:cNvCxnSpPr>
          <p:nvPr/>
        </p:nvCxnSpPr>
        <p:spPr>
          <a:xfrm>
            <a:off x="2981893" y="2403390"/>
            <a:ext cx="7464000" cy="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9090DFD7-51C2-4671-F094-0C8F6FA42745}"/>
              </a:ext>
            </a:extLst>
          </p:cNvPr>
          <p:cNvSpPr txBox="1"/>
          <p:nvPr/>
        </p:nvSpPr>
        <p:spPr>
          <a:xfrm>
            <a:off x="756038" y="2206892"/>
            <a:ext cx="2390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Linux Networking API</a:t>
            </a:r>
          </a:p>
        </p:txBody>
      </p:sp>
      <p:pic>
        <p:nvPicPr>
          <p:cNvPr id="105" name="Graphic 104" descr="Forest scene outline">
            <a:extLst>
              <a:ext uri="{FF2B5EF4-FFF2-40B4-BE49-F238E27FC236}">
                <a16:creationId xmlns:a16="http://schemas.microsoft.com/office/drawing/2014/main" id="{F9B6311A-7B94-FB84-861A-3BB76EF49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0075" y="642428"/>
            <a:ext cx="1624189" cy="1624189"/>
          </a:xfrm>
          <a:prstGeom prst="rect">
            <a:avLst/>
          </a:prstGeom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4B80D50F-1ED7-4E8F-243C-93F129ACF0CF}"/>
              </a:ext>
            </a:extLst>
          </p:cNvPr>
          <p:cNvSpPr txBox="1"/>
          <p:nvPr/>
        </p:nvSpPr>
        <p:spPr>
          <a:xfrm>
            <a:off x="9227275" y="1064496"/>
            <a:ext cx="21541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Ecosystem of services, tools, applications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D6A159C-52A7-7972-6D1B-34C15C07D6EA}"/>
              </a:ext>
            </a:extLst>
          </p:cNvPr>
          <p:cNvCxnSpPr>
            <a:cxnSpLocks/>
          </p:cNvCxnSpPr>
          <p:nvPr/>
        </p:nvCxnSpPr>
        <p:spPr>
          <a:xfrm>
            <a:off x="7691983" y="2181273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324DEB76-6792-310F-23B1-796353D5D3A0}"/>
              </a:ext>
            </a:extLst>
          </p:cNvPr>
          <p:cNvCxnSpPr>
            <a:cxnSpLocks/>
          </p:cNvCxnSpPr>
          <p:nvPr/>
        </p:nvCxnSpPr>
        <p:spPr>
          <a:xfrm>
            <a:off x="8098988" y="2172742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B50F507F-D6B1-06FE-A384-FB7E1F1DBCD5}"/>
              </a:ext>
            </a:extLst>
          </p:cNvPr>
          <p:cNvCxnSpPr>
            <a:cxnSpLocks/>
          </p:cNvCxnSpPr>
          <p:nvPr/>
        </p:nvCxnSpPr>
        <p:spPr>
          <a:xfrm>
            <a:off x="8493091" y="2189804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6DE09015-8601-B810-87AA-78CD4B6E48A6}"/>
              </a:ext>
            </a:extLst>
          </p:cNvPr>
          <p:cNvCxnSpPr>
            <a:cxnSpLocks/>
          </p:cNvCxnSpPr>
          <p:nvPr/>
        </p:nvCxnSpPr>
        <p:spPr>
          <a:xfrm>
            <a:off x="8900096" y="2206892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DC2A5E1-EBD6-4435-819C-31512F892E78}"/>
              </a:ext>
            </a:extLst>
          </p:cNvPr>
          <p:cNvSpPr/>
          <p:nvPr/>
        </p:nvSpPr>
        <p:spPr>
          <a:xfrm>
            <a:off x="5176047" y="5026619"/>
            <a:ext cx="665439" cy="4293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AF1963-640D-6CDD-4267-B60318252912}"/>
              </a:ext>
            </a:extLst>
          </p:cNvPr>
          <p:cNvSpPr/>
          <p:nvPr/>
        </p:nvSpPr>
        <p:spPr>
          <a:xfrm>
            <a:off x="6482783" y="5026617"/>
            <a:ext cx="665439" cy="4293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9202AA-0B4F-8087-FD15-CC7CB170FE18}"/>
              </a:ext>
            </a:extLst>
          </p:cNvPr>
          <p:cNvSpPr/>
          <p:nvPr/>
        </p:nvSpPr>
        <p:spPr>
          <a:xfrm>
            <a:off x="7789519" y="5026617"/>
            <a:ext cx="665439" cy="4293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90380B-4009-F47A-147E-DBB71C6C8906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 flipV="1">
            <a:off x="5841486" y="5241299"/>
            <a:ext cx="64129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C888FAB-283E-1DF6-595E-3D9032E07BA7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148222" y="5241299"/>
            <a:ext cx="6412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66D4643-599C-ACE1-3948-F30A0E4D6F42}"/>
              </a:ext>
            </a:extLst>
          </p:cNvPr>
          <p:cNvCxnSpPr>
            <a:cxnSpLocks/>
          </p:cNvCxnSpPr>
          <p:nvPr/>
        </p:nvCxnSpPr>
        <p:spPr>
          <a:xfrm flipV="1">
            <a:off x="6607533" y="3764899"/>
            <a:ext cx="0" cy="12617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AB7C3A8-F3BC-DAE3-433A-1F22A4FC188E}"/>
              </a:ext>
            </a:extLst>
          </p:cNvPr>
          <p:cNvSpPr txBox="1"/>
          <p:nvPr/>
        </p:nvSpPr>
        <p:spPr>
          <a:xfrm>
            <a:off x="6607533" y="4174203"/>
            <a:ext cx="1264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Hand Off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618AE73-BCFF-0094-B18B-39554535622A}"/>
              </a:ext>
            </a:extLst>
          </p:cNvPr>
          <p:cNvCxnSpPr/>
          <p:nvPr/>
        </p:nvCxnSpPr>
        <p:spPr>
          <a:xfrm flipV="1">
            <a:off x="7975157" y="3981869"/>
            <a:ext cx="0" cy="1044748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3E2E414-8704-78D4-2FA1-2AE4C2E450DA}"/>
              </a:ext>
            </a:extLst>
          </p:cNvPr>
          <p:cNvCxnSpPr>
            <a:cxnSpLocks/>
          </p:cNvCxnSpPr>
          <p:nvPr/>
        </p:nvCxnSpPr>
        <p:spPr>
          <a:xfrm>
            <a:off x="8080241" y="3981869"/>
            <a:ext cx="1" cy="1044748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14A582D-0C57-8E56-09A0-45D9385481D8}"/>
              </a:ext>
            </a:extLst>
          </p:cNvPr>
          <p:cNvSpPr txBox="1"/>
          <p:nvPr/>
        </p:nvSpPr>
        <p:spPr>
          <a:xfrm>
            <a:off x="8094255" y="4149290"/>
            <a:ext cx="134553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Read/Write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4DDB07-4E49-6C9F-7398-F8D552D9812F}"/>
              </a:ext>
            </a:extLst>
          </p:cNvPr>
          <p:cNvSpPr/>
          <p:nvPr/>
        </p:nvSpPr>
        <p:spPr>
          <a:xfrm>
            <a:off x="4111897" y="1418544"/>
            <a:ext cx="2161847" cy="56928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2"/>
                </a:solidFill>
              </a:rPr>
              <a:t>LinuxFP Controller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74CD089-6B4B-AC30-7ADA-E124C2B0783B}"/>
              </a:ext>
            </a:extLst>
          </p:cNvPr>
          <p:cNvCxnSpPr>
            <a:cxnSpLocks/>
          </p:cNvCxnSpPr>
          <p:nvPr/>
        </p:nvCxnSpPr>
        <p:spPr>
          <a:xfrm>
            <a:off x="5695785" y="1987827"/>
            <a:ext cx="0" cy="2516452"/>
          </a:xfrm>
          <a:prstGeom prst="straightConnector1">
            <a:avLst/>
          </a:prstGeom>
          <a:ln>
            <a:solidFill>
              <a:schemeClr val="accent2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65154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573D-620A-8DEA-DC4C-81A184D5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LinuxFP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2548D-433C-C212-E9F3-6FDB96B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34</a:t>
            </a:fld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5FC8A3-1A3A-30B4-1313-D59599AD4BDF}"/>
              </a:ext>
            </a:extLst>
          </p:cNvPr>
          <p:cNvSpPr/>
          <p:nvPr/>
        </p:nvSpPr>
        <p:spPr>
          <a:xfrm>
            <a:off x="4111898" y="2700528"/>
            <a:ext cx="5334251" cy="30125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  Linux Kernel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accent2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CF0B28-14DB-8655-69EF-E0FAFA22B3F3}"/>
              </a:ext>
            </a:extLst>
          </p:cNvPr>
          <p:cNvSpPr/>
          <p:nvPr/>
        </p:nvSpPr>
        <p:spPr>
          <a:xfrm>
            <a:off x="5906779" y="2867723"/>
            <a:ext cx="3295135" cy="12641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Linux Networking Stack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85ECEC-21B6-EF2C-F2BB-B6F095186806}"/>
              </a:ext>
            </a:extLst>
          </p:cNvPr>
          <p:cNvSpPr/>
          <p:nvPr/>
        </p:nvSpPr>
        <p:spPr>
          <a:xfrm>
            <a:off x="6273758" y="3451296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418D9B-E3D1-78AA-B57D-061AE426338A}"/>
              </a:ext>
            </a:extLst>
          </p:cNvPr>
          <p:cNvSpPr/>
          <p:nvPr/>
        </p:nvSpPr>
        <p:spPr>
          <a:xfrm>
            <a:off x="7023401" y="3449235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787B22-819A-69AE-C19D-FF326AD9118C}"/>
              </a:ext>
            </a:extLst>
          </p:cNvPr>
          <p:cNvSpPr/>
          <p:nvPr/>
        </p:nvSpPr>
        <p:spPr>
          <a:xfrm>
            <a:off x="7789519" y="3231342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DFC1D9-106E-1951-9D84-0A1052B683CF}"/>
              </a:ext>
            </a:extLst>
          </p:cNvPr>
          <p:cNvSpPr/>
          <p:nvPr/>
        </p:nvSpPr>
        <p:spPr>
          <a:xfrm>
            <a:off x="7789519" y="3668266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A16307-D6DD-D086-7973-0A56DE952D85}"/>
              </a:ext>
            </a:extLst>
          </p:cNvPr>
          <p:cNvSpPr/>
          <p:nvPr/>
        </p:nvSpPr>
        <p:spPr>
          <a:xfrm>
            <a:off x="8555637" y="3444351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2D83792-9986-0045-D2D5-91A5C6BE4E11}"/>
              </a:ext>
            </a:extLst>
          </p:cNvPr>
          <p:cNvCxnSpPr>
            <a:stCxn id="26" idx="3"/>
            <a:endCxn id="27" idx="1"/>
          </p:cNvCxnSpPr>
          <p:nvPr/>
        </p:nvCxnSpPr>
        <p:spPr>
          <a:xfrm flipV="1">
            <a:off x="6759789" y="3606037"/>
            <a:ext cx="263612" cy="20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F5D6AFE-946F-52F4-733B-0C616B0A3200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7509432" y="3388144"/>
            <a:ext cx="280087" cy="120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A500932-0132-A641-E288-BAEF79CF8497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7509432" y="3701747"/>
            <a:ext cx="280087" cy="1233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86486A4-C284-5055-E849-58671CF6ABDC}"/>
              </a:ext>
            </a:extLst>
          </p:cNvPr>
          <p:cNvCxnSpPr>
            <a:cxnSpLocks/>
          </p:cNvCxnSpPr>
          <p:nvPr/>
        </p:nvCxnSpPr>
        <p:spPr>
          <a:xfrm>
            <a:off x="8275550" y="3388144"/>
            <a:ext cx="263612" cy="120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97378AA-C17A-6A64-962A-7161F729D4FC}"/>
              </a:ext>
            </a:extLst>
          </p:cNvPr>
          <p:cNvCxnSpPr>
            <a:cxnSpLocks/>
            <a:stCxn id="29" idx="3"/>
          </p:cNvCxnSpPr>
          <p:nvPr/>
        </p:nvCxnSpPr>
        <p:spPr>
          <a:xfrm flipV="1">
            <a:off x="8275550" y="3700797"/>
            <a:ext cx="280087" cy="1242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BA4B711C-197C-FA45-65B6-515469FB60D5}"/>
              </a:ext>
            </a:extLst>
          </p:cNvPr>
          <p:cNvSpPr/>
          <p:nvPr/>
        </p:nvSpPr>
        <p:spPr>
          <a:xfrm>
            <a:off x="4352979" y="4536032"/>
            <a:ext cx="4848935" cy="103776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2"/>
                </a:solidFill>
              </a:rPr>
              <a:t>LinuxFP Fast Path</a:t>
            </a:r>
          </a:p>
          <a:p>
            <a:pPr algn="ctr"/>
            <a:endParaRPr lang="en-US" dirty="0">
              <a:solidFill>
                <a:schemeClr val="accent2"/>
              </a:solidFill>
            </a:endParaRPr>
          </a:p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6" name="Cloud 55">
            <a:extLst>
              <a:ext uri="{FF2B5EF4-FFF2-40B4-BE49-F238E27FC236}">
                <a16:creationId xmlns:a16="http://schemas.microsoft.com/office/drawing/2014/main" id="{35214670-CF47-7E4F-07BC-40BE3E14C1EC}"/>
              </a:ext>
            </a:extLst>
          </p:cNvPr>
          <p:cNvSpPr/>
          <p:nvPr/>
        </p:nvSpPr>
        <p:spPr>
          <a:xfrm>
            <a:off x="1890545" y="4722416"/>
            <a:ext cx="1796995" cy="1037763"/>
          </a:xfrm>
          <a:prstGeom prst="cloud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Network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16787FB-04A0-F5C8-FC87-C14992932809}"/>
              </a:ext>
            </a:extLst>
          </p:cNvPr>
          <p:cNvCxnSpPr>
            <a:cxnSpLocks/>
            <a:stCxn id="56" idx="0"/>
            <a:endCxn id="3" idx="1"/>
          </p:cNvCxnSpPr>
          <p:nvPr/>
        </p:nvCxnSpPr>
        <p:spPr>
          <a:xfrm>
            <a:off x="3686043" y="5241298"/>
            <a:ext cx="1490004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78C0770-8656-ED16-8404-CA73F2A822EC}"/>
              </a:ext>
            </a:extLst>
          </p:cNvPr>
          <p:cNvCxnSpPr>
            <a:cxnSpLocks/>
          </p:cNvCxnSpPr>
          <p:nvPr/>
        </p:nvCxnSpPr>
        <p:spPr>
          <a:xfrm>
            <a:off x="2981893" y="2403390"/>
            <a:ext cx="7464000" cy="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9090DFD7-51C2-4671-F094-0C8F6FA42745}"/>
              </a:ext>
            </a:extLst>
          </p:cNvPr>
          <p:cNvSpPr txBox="1"/>
          <p:nvPr/>
        </p:nvSpPr>
        <p:spPr>
          <a:xfrm>
            <a:off x="756038" y="2206892"/>
            <a:ext cx="2390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Linux Networking API</a:t>
            </a:r>
          </a:p>
        </p:txBody>
      </p:sp>
      <p:pic>
        <p:nvPicPr>
          <p:cNvPr id="105" name="Graphic 104" descr="Forest scene outline">
            <a:extLst>
              <a:ext uri="{FF2B5EF4-FFF2-40B4-BE49-F238E27FC236}">
                <a16:creationId xmlns:a16="http://schemas.microsoft.com/office/drawing/2014/main" id="{F9B6311A-7B94-FB84-861A-3BB76EF49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0075" y="642428"/>
            <a:ext cx="1624189" cy="1624189"/>
          </a:xfrm>
          <a:prstGeom prst="rect">
            <a:avLst/>
          </a:prstGeom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4B80D50F-1ED7-4E8F-243C-93F129ACF0CF}"/>
              </a:ext>
            </a:extLst>
          </p:cNvPr>
          <p:cNvSpPr txBox="1"/>
          <p:nvPr/>
        </p:nvSpPr>
        <p:spPr>
          <a:xfrm>
            <a:off x="9227275" y="1064496"/>
            <a:ext cx="21541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Ecosystem of services, tools, applications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D6A159C-52A7-7972-6D1B-34C15C07D6EA}"/>
              </a:ext>
            </a:extLst>
          </p:cNvPr>
          <p:cNvCxnSpPr>
            <a:cxnSpLocks/>
          </p:cNvCxnSpPr>
          <p:nvPr/>
        </p:nvCxnSpPr>
        <p:spPr>
          <a:xfrm>
            <a:off x="7691983" y="2181273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324DEB76-6792-310F-23B1-796353D5D3A0}"/>
              </a:ext>
            </a:extLst>
          </p:cNvPr>
          <p:cNvCxnSpPr>
            <a:cxnSpLocks/>
          </p:cNvCxnSpPr>
          <p:nvPr/>
        </p:nvCxnSpPr>
        <p:spPr>
          <a:xfrm>
            <a:off x="8098988" y="2172742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B50F507F-D6B1-06FE-A384-FB7E1F1DBCD5}"/>
              </a:ext>
            </a:extLst>
          </p:cNvPr>
          <p:cNvCxnSpPr>
            <a:cxnSpLocks/>
          </p:cNvCxnSpPr>
          <p:nvPr/>
        </p:nvCxnSpPr>
        <p:spPr>
          <a:xfrm>
            <a:off x="8493091" y="2189804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6DE09015-8601-B810-87AA-78CD4B6E48A6}"/>
              </a:ext>
            </a:extLst>
          </p:cNvPr>
          <p:cNvCxnSpPr>
            <a:cxnSpLocks/>
          </p:cNvCxnSpPr>
          <p:nvPr/>
        </p:nvCxnSpPr>
        <p:spPr>
          <a:xfrm>
            <a:off x="8900096" y="2206892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DC2A5E1-EBD6-4435-819C-31512F892E78}"/>
              </a:ext>
            </a:extLst>
          </p:cNvPr>
          <p:cNvSpPr/>
          <p:nvPr/>
        </p:nvSpPr>
        <p:spPr>
          <a:xfrm>
            <a:off x="5176047" y="5026619"/>
            <a:ext cx="665439" cy="4293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  <a:p>
            <a:pPr algn="ctr"/>
            <a:r>
              <a:rPr lang="en-US" dirty="0">
                <a:solidFill>
                  <a:schemeClr val="accent2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AF1963-640D-6CDD-4267-B60318252912}"/>
              </a:ext>
            </a:extLst>
          </p:cNvPr>
          <p:cNvSpPr/>
          <p:nvPr/>
        </p:nvSpPr>
        <p:spPr>
          <a:xfrm>
            <a:off x="6482783" y="5026617"/>
            <a:ext cx="665439" cy="4293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  <a:p>
            <a:pPr algn="ctr"/>
            <a:r>
              <a:rPr lang="en-US" dirty="0">
                <a:solidFill>
                  <a:schemeClr val="accent2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9202AA-0B4F-8087-FD15-CC7CB170FE18}"/>
              </a:ext>
            </a:extLst>
          </p:cNvPr>
          <p:cNvSpPr/>
          <p:nvPr/>
        </p:nvSpPr>
        <p:spPr>
          <a:xfrm>
            <a:off x="7789519" y="5026617"/>
            <a:ext cx="665439" cy="4293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  <a:p>
            <a:pPr algn="ctr"/>
            <a:r>
              <a:rPr lang="en-US" dirty="0">
                <a:solidFill>
                  <a:schemeClr val="accent2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90380B-4009-F47A-147E-DBB71C6C8906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 flipV="1">
            <a:off x="5841486" y="5241299"/>
            <a:ext cx="64129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C888FAB-283E-1DF6-595E-3D9032E07BA7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148222" y="5241299"/>
            <a:ext cx="6412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66D4643-599C-ACE1-3948-F30A0E4D6F42}"/>
              </a:ext>
            </a:extLst>
          </p:cNvPr>
          <p:cNvCxnSpPr>
            <a:cxnSpLocks/>
          </p:cNvCxnSpPr>
          <p:nvPr/>
        </p:nvCxnSpPr>
        <p:spPr>
          <a:xfrm flipV="1">
            <a:off x="6607533" y="3764899"/>
            <a:ext cx="0" cy="1261718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AB7C3A8-F3BC-DAE3-433A-1F22A4FC188E}"/>
              </a:ext>
            </a:extLst>
          </p:cNvPr>
          <p:cNvSpPr txBox="1"/>
          <p:nvPr/>
        </p:nvSpPr>
        <p:spPr>
          <a:xfrm>
            <a:off x="6607533" y="4174203"/>
            <a:ext cx="1264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Hand Off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618AE73-BCFF-0094-B18B-39554535622A}"/>
              </a:ext>
            </a:extLst>
          </p:cNvPr>
          <p:cNvCxnSpPr/>
          <p:nvPr/>
        </p:nvCxnSpPr>
        <p:spPr>
          <a:xfrm flipV="1">
            <a:off x="7975157" y="3981869"/>
            <a:ext cx="0" cy="1044748"/>
          </a:xfrm>
          <a:prstGeom prst="straightConnector1">
            <a:avLst/>
          </a:prstGeom>
          <a:ln>
            <a:solidFill>
              <a:schemeClr val="accent2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3E2E414-8704-78D4-2FA1-2AE4C2E450DA}"/>
              </a:ext>
            </a:extLst>
          </p:cNvPr>
          <p:cNvCxnSpPr>
            <a:cxnSpLocks/>
          </p:cNvCxnSpPr>
          <p:nvPr/>
        </p:nvCxnSpPr>
        <p:spPr>
          <a:xfrm>
            <a:off x="8080241" y="3981869"/>
            <a:ext cx="1" cy="1044748"/>
          </a:xfrm>
          <a:prstGeom prst="straightConnector1">
            <a:avLst/>
          </a:prstGeom>
          <a:ln>
            <a:solidFill>
              <a:schemeClr val="accent2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14A582D-0C57-8E56-09A0-45D9385481D8}"/>
              </a:ext>
            </a:extLst>
          </p:cNvPr>
          <p:cNvSpPr txBox="1"/>
          <p:nvPr/>
        </p:nvSpPr>
        <p:spPr>
          <a:xfrm>
            <a:off x="8094255" y="4149290"/>
            <a:ext cx="134553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Read/Write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4DDB07-4E49-6C9F-7398-F8D552D9812F}"/>
              </a:ext>
            </a:extLst>
          </p:cNvPr>
          <p:cNvSpPr/>
          <p:nvPr/>
        </p:nvSpPr>
        <p:spPr>
          <a:xfrm>
            <a:off x="4111897" y="1418544"/>
            <a:ext cx="2161847" cy="56928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2"/>
                </a:solidFill>
              </a:rPr>
              <a:t>LinuxFP Controller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74CD089-6B4B-AC30-7ADA-E124C2B0783B}"/>
              </a:ext>
            </a:extLst>
          </p:cNvPr>
          <p:cNvCxnSpPr>
            <a:cxnSpLocks/>
          </p:cNvCxnSpPr>
          <p:nvPr/>
        </p:nvCxnSpPr>
        <p:spPr>
          <a:xfrm>
            <a:off x="5695785" y="1987827"/>
            <a:ext cx="0" cy="2516452"/>
          </a:xfrm>
          <a:prstGeom prst="straightConnector1">
            <a:avLst/>
          </a:prstGeom>
          <a:ln>
            <a:solidFill>
              <a:schemeClr val="accent2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722CC0C-2F41-19CA-6BCF-C4D1D81825B6}"/>
              </a:ext>
            </a:extLst>
          </p:cNvPr>
          <p:cNvSpPr txBox="1"/>
          <p:nvPr/>
        </p:nvSpPr>
        <p:spPr>
          <a:xfrm>
            <a:off x="838199" y="948425"/>
            <a:ext cx="2847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How</a:t>
            </a:r>
            <a:r>
              <a:rPr lang="en-US" sz="2400" dirty="0">
                <a:solidFill>
                  <a:schemeClr val="accent2"/>
                </a:solidFill>
              </a:rPr>
              <a:t> to Accelerate</a:t>
            </a:r>
          </a:p>
        </p:txBody>
      </p:sp>
    </p:spTree>
    <p:extLst>
      <p:ext uri="{BB962C8B-B14F-4D97-AF65-F5344CB8AC3E}">
        <p14:creationId xmlns:p14="http://schemas.microsoft.com/office/powerpoint/2010/main" val="41129532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573D-620A-8DEA-DC4C-81A184D5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LinuxFP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2548D-433C-C212-E9F3-6FDB96B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35</a:t>
            </a:fld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5FC8A3-1A3A-30B4-1313-D59599AD4BDF}"/>
              </a:ext>
            </a:extLst>
          </p:cNvPr>
          <p:cNvSpPr/>
          <p:nvPr/>
        </p:nvSpPr>
        <p:spPr>
          <a:xfrm>
            <a:off x="4111898" y="2700528"/>
            <a:ext cx="5334251" cy="30125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  Linux Kernel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CF0B28-14DB-8655-69EF-E0FAFA22B3F3}"/>
              </a:ext>
            </a:extLst>
          </p:cNvPr>
          <p:cNvSpPr/>
          <p:nvPr/>
        </p:nvSpPr>
        <p:spPr>
          <a:xfrm>
            <a:off x="5906779" y="2867723"/>
            <a:ext cx="3295135" cy="12641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Linux Networking Stack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85ECEC-21B6-EF2C-F2BB-B6F095186806}"/>
              </a:ext>
            </a:extLst>
          </p:cNvPr>
          <p:cNvSpPr/>
          <p:nvPr/>
        </p:nvSpPr>
        <p:spPr>
          <a:xfrm>
            <a:off x="6273758" y="3451296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418D9B-E3D1-78AA-B57D-061AE426338A}"/>
              </a:ext>
            </a:extLst>
          </p:cNvPr>
          <p:cNvSpPr/>
          <p:nvPr/>
        </p:nvSpPr>
        <p:spPr>
          <a:xfrm>
            <a:off x="7023401" y="3449235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787B22-819A-69AE-C19D-FF326AD9118C}"/>
              </a:ext>
            </a:extLst>
          </p:cNvPr>
          <p:cNvSpPr/>
          <p:nvPr/>
        </p:nvSpPr>
        <p:spPr>
          <a:xfrm>
            <a:off x="7789519" y="3231342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DFC1D9-106E-1951-9D84-0A1052B683CF}"/>
              </a:ext>
            </a:extLst>
          </p:cNvPr>
          <p:cNvSpPr/>
          <p:nvPr/>
        </p:nvSpPr>
        <p:spPr>
          <a:xfrm>
            <a:off x="7789519" y="3668266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A16307-D6DD-D086-7973-0A56DE952D85}"/>
              </a:ext>
            </a:extLst>
          </p:cNvPr>
          <p:cNvSpPr/>
          <p:nvPr/>
        </p:nvSpPr>
        <p:spPr>
          <a:xfrm>
            <a:off x="8555637" y="3444351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2D83792-9986-0045-D2D5-91A5C6BE4E11}"/>
              </a:ext>
            </a:extLst>
          </p:cNvPr>
          <p:cNvCxnSpPr>
            <a:stCxn id="26" idx="3"/>
            <a:endCxn id="27" idx="1"/>
          </p:cNvCxnSpPr>
          <p:nvPr/>
        </p:nvCxnSpPr>
        <p:spPr>
          <a:xfrm flipV="1">
            <a:off x="6759789" y="3606037"/>
            <a:ext cx="263612" cy="20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F5D6AFE-946F-52F4-733B-0C616B0A3200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7509432" y="3388144"/>
            <a:ext cx="280087" cy="120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A500932-0132-A641-E288-BAEF79CF8497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7509432" y="3701747"/>
            <a:ext cx="280087" cy="1233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86486A4-C284-5055-E849-58671CF6ABDC}"/>
              </a:ext>
            </a:extLst>
          </p:cNvPr>
          <p:cNvCxnSpPr>
            <a:cxnSpLocks/>
          </p:cNvCxnSpPr>
          <p:nvPr/>
        </p:nvCxnSpPr>
        <p:spPr>
          <a:xfrm>
            <a:off x="8275550" y="3388144"/>
            <a:ext cx="263612" cy="120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97378AA-C17A-6A64-962A-7161F729D4FC}"/>
              </a:ext>
            </a:extLst>
          </p:cNvPr>
          <p:cNvCxnSpPr>
            <a:cxnSpLocks/>
            <a:stCxn id="29" idx="3"/>
          </p:cNvCxnSpPr>
          <p:nvPr/>
        </p:nvCxnSpPr>
        <p:spPr>
          <a:xfrm flipV="1">
            <a:off x="8275550" y="3700797"/>
            <a:ext cx="280087" cy="1242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BA4B711C-197C-FA45-65B6-515469FB60D5}"/>
              </a:ext>
            </a:extLst>
          </p:cNvPr>
          <p:cNvSpPr/>
          <p:nvPr/>
        </p:nvSpPr>
        <p:spPr>
          <a:xfrm>
            <a:off x="4352979" y="4536032"/>
            <a:ext cx="4848935" cy="10377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LinuxFP Fast Path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6" name="Cloud 55">
            <a:extLst>
              <a:ext uri="{FF2B5EF4-FFF2-40B4-BE49-F238E27FC236}">
                <a16:creationId xmlns:a16="http://schemas.microsoft.com/office/drawing/2014/main" id="{35214670-CF47-7E4F-07BC-40BE3E14C1EC}"/>
              </a:ext>
            </a:extLst>
          </p:cNvPr>
          <p:cNvSpPr/>
          <p:nvPr/>
        </p:nvSpPr>
        <p:spPr>
          <a:xfrm>
            <a:off x="1890545" y="4722416"/>
            <a:ext cx="1796995" cy="1037763"/>
          </a:xfrm>
          <a:prstGeom prst="cloud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Network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16787FB-04A0-F5C8-FC87-C14992932809}"/>
              </a:ext>
            </a:extLst>
          </p:cNvPr>
          <p:cNvCxnSpPr>
            <a:cxnSpLocks/>
            <a:stCxn id="56" idx="0"/>
            <a:endCxn id="3" idx="1"/>
          </p:cNvCxnSpPr>
          <p:nvPr/>
        </p:nvCxnSpPr>
        <p:spPr>
          <a:xfrm>
            <a:off x="3686043" y="5241298"/>
            <a:ext cx="1490004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78C0770-8656-ED16-8404-CA73F2A822EC}"/>
              </a:ext>
            </a:extLst>
          </p:cNvPr>
          <p:cNvCxnSpPr>
            <a:cxnSpLocks/>
          </p:cNvCxnSpPr>
          <p:nvPr/>
        </p:nvCxnSpPr>
        <p:spPr>
          <a:xfrm>
            <a:off x="2981893" y="2403390"/>
            <a:ext cx="7464000" cy="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9090DFD7-51C2-4671-F094-0C8F6FA42745}"/>
              </a:ext>
            </a:extLst>
          </p:cNvPr>
          <p:cNvSpPr txBox="1"/>
          <p:nvPr/>
        </p:nvSpPr>
        <p:spPr>
          <a:xfrm>
            <a:off x="756038" y="2206892"/>
            <a:ext cx="2390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Linux Networking API</a:t>
            </a:r>
          </a:p>
        </p:txBody>
      </p:sp>
      <p:pic>
        <p:nvPicPr>
          <p:cNvPr id="105" name="Graphic 104" descr="Forest scene outline">
            <a:extLst>
              <a:ext uri="{FF2B5EF4-FFF2-40B4-BE49-F238E27FC236}">
                <a16:creationId xmlns:a16="http://schemas.microsoft.com/office/drawing/2014/main" id="{F9B6311A-7B94-FB84-861A-3BB76EF49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0075" y="642428"/>
            <a:ext cx="1624189" cy="1624189"/>
          </a:xfrm>
          <a:prstGeom prst="rect">
            <a:avLst/>
          </a:prstGeom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4B80D50F-1ED7-4E8F-243C-93F129ACF0CF}"/>
              </a:ext>
            </a:extLst>
          </p:cNvPr>
          <p:cNvSpPr txBox="1"/>
          <p:nvPr/>
        </p:nvSpPr>
        <p:spPr>
          <a:xfrm>
            <a:off x="9227275" y="1064496"/>
            <a:ext cx="21541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Ecosystem of services, tools, applications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D6A159C-52A7-7972-6D1B-34C15C07D6EA}"/>
              </a:ext>
            </a:extLst>
          </p:cNvPr>
          <p:cNvCxnSpPr>
            <a:cxnSpLocks/>
          </p:cNvCxnSpPr>
          <p:nvPr/>
        </p:nvCxnSpPr>
        <p:spPr>
          <a:xfrm>
            <a:off x="7691983" y="2181273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324DEB76-6792-310F-23B1-796353D5D3A0}"/>
              </a:ext>
            </a:extLst>
          </p:cNvPr>
          <p:cNvCxnSpPr>
            <a:cxnSpLocks/>
          </p:cNvCxnSpPr>
          <p:nvPr/>
        </p:nvCxnSpPr>
        <p:spPr>
          <a:xfrm>
            <a:off x="8098988" y="2172742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B50F507F-D6B1-06FE-A384-FB7E1F1DBCD5}"/>
              </a:ext>
            </a:extLst>
          </p:cNvPr>
          <p:cNvCxnSpPr>
            <a:cxnSpLocks/>
          </p:cNvCxnSpPr>
          <p:nvPr/>
        </p:nvCxnSpPr>
        <p:spPr>
          <a:xfrm>
            <a:off x="8493091" y="2189804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6DE09015-8601-B810-87AA-78CD4B6E48A6}"/>
              </a:ext>
            </a:extLst>
          </p:cNvPr>
          <p:cNvCxnSpPr>
            <a:cxnSpLocks/>
          </p:cNvCxnSpPr>
          <p:nvPr/>
        </p:nvCxnSpPr>
        <p:spPr>
          <a:xfrm>
            <a:off x="8900096" y="2206892"/>
            <a:ext cx="1324" cy="39495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DC2A5E1-EBD6-4435-819C-31512F892E78}"/>
              </a:ext>
            </a:extLst>
          </p:cNvPr>
          <p:cNvSpPr/>
          <p:nvPr/>
        </p:nvSpPr>
        <p:spPr>
          <a:xfrm>
            <a:off x="5176047" y="5026619"/>
            <a:ext cx="665439" cy="4293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AF1963-640D-6CDD-4267-B60318252912}"/>
              </a:ext>
            </a:extLst>
          </p:cNvPr>
          <p:cNvSpPr/>
          <p:nvPr/>
        </p:nvSpPr>
        <p:spPr>
          <a:xfrm>
            <a:off x="6482783" y="5026617"/>
            <a:ext cx="665439" cy="4293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9202AA-0B4F-8087-FD15-CC7CB170FE18}"/>
              </a:ext>
            </a:extLst>
          </p:cNvPr>
          <p:cNvSpPr/>
          <p:nvPr/>
        </p:nvSpPr>
        <p:spPr>
          <a:xfrm>
            <a:off x="7789519" y="5026617"/>
            <a:ext cx="665439" cy="4293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90380B-4009-F47A-147E-DBB71C6C8906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 flipV="1">
            <a:off x="5841486" y="5241299"/>
            <a:ext cx="64129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C888FAB-283E-1DF6-595E-3D9032E07BA7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148222" y="5241299"/>
            <a:ext cx="6412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66D4643-599C-ACE1-3948-F30A0E4D6F42}"/>
              </a:ext>
            </a:extLst>
          </p:cNvPr>
          <p:cNvCxnSpPr>
            <a:cxnSpLocks/>
          </p:cNvCxnSpPr>
          <p:nvPr/>
        </p:nvCxnSpPr>
        <p:spPr>
          <a:xfrm flipV="1">
            <a:off x="6607533" y="3764899"/>
            <a:ext cx="0" cy="12617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AB7C3A8-F3BC-DAE3-433A-1F22A4FC188E}"/>
              </a:ext>
            </a:extLst>
          </p:cNvPr>
          <p:cNvSpPr txBox="1"/>
          <p:nvPr/>
        </p:nvSpPr>
        <p:spPr>
          <a:xfrm>
            <a:off x="6607533" y="4174203"/>
            <a:ext cx="126425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Hand Off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618AE73-BCFF-0094-B18B-39554535622A}"/>
              </a:ext>
            </a:extLst>
          </p:cNvPr>
          <p:cNvCxnSpPr/>
          <p:nvPr/>
        </p:nvCxnSpPr>
        <p:spPr>
          <a:xfrm flipV="1">
            <a:off x="7975157" y="3981869"/>
            <a:ext cx="0" cy="1044748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3E2E414-8704-78D4-2FA1-2AE4C2E450DA}"/>
              </a:ext>
            </a:extLst>
          </p:cNvPr>
          <p:cNvCxnSpPr>
            <a:cxnSpLocks/>
          </p:cNvCxnSpPr>
          <p:nvPr/>
        </p:nvCxnSpPr>
        <p:spPr>
          <a:xfrm>
            <a:off x="8080241" y="3981869"/>
            <a:ext cx="1" cy="1044748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14A582D-0C57-8E56-09A0-45D9385481D8}"/>
              </a:ext>
            </a:extLst>
          </p:cNvPr>
          <p:cNvSpPr txBox="1"/>
          <p:nvPr/>
        </p:nvSpPr>
        <p:spPr>
          <a:xfrm>
            <a:off x="8094255" y="4149290"/>
            <a:ext cx="134553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Read/Write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4DDB07-4E49-6C9F-7398-F8D552D9812F}"/>
              </a:ext>
            </a:extLst>
          </p:cNvPr>
          <p:cNvSpPr/>
          <p:nvPr/>
        </p:nvSpPr>
        <p:spPr>
          <a:xfrm>
            <a:off x="4111897" y="1418544"/>
            <a:ext cx="2161847" cy="5692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LinuxFP Controller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74CD089-6B4B-AC30-7ADA-E124C2B0783B}"/>
              </a:ext>
            </a:extLst>
          </p:cNvPr>
          <p:cNvCxnSpPr>
            <a:cxnSpLocks/>
          </p:cNvCxnSpPr>
          <p:nvPr/>
        </p:nvCxnSpPr>
        <p:spPr>
          <a:xfrm>
            <a:off x="5695785" y="1987827"/>
            <a:ext cx="0" cy="2516452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09F7967-EDA9-6E37-140B-238C2C7267FC}"/>
              </a:ext>
            </a:extLst>
          </p:cNvPr>
          <p:cNvSpPr txBox="1"/>
          <p:nvPr/>
        </p:nvSpPr>
        <p:spPr>
          <a:xfrm>
            <a:off x="838199" y="948425"/>
            <a:ext cx="2847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What</a:t>
            </a:r>
            <a:r>
              <a:rPr lang="en-US" sz="2400" dirty="0">
                <a:solidFill>
                  <a:schemeClr val="accent2"/>
                </a:solidFill>
              </a:rPr>
              <a:t> to Accelerate</a:t>
            </a:r>
          </a:p>
        </p:txBody>
      </p:sp>
    </p:spTree>
    <p:extLst>
      <p:ext uri="{BB962C8B-B14F-4D97-AF65-F5344CB8AC3E}">
        <p14:creationId xmlns:p14="http://schemas.microsoft.com/office/powerpoint/2010/main" val="23283533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573D-620A-8DEA-DC4C-81A184D5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LinuxFP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2548D-433C-C212-E9F3-6FDB96B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36</a:t>
            </a:fld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5FC8A3-1A3A-30B4-1313-D59599AD4BDF}"/>
              </a:ext>
            </a:extLst>
          </p:cNvPr>
          <p:cNvSpPr/>
          <p:nvPr/>
        </p:nvSpPr>
        <p:spPr>
          <a:xfrm>
            <a:off x="4111898" y="2700528"/>
            <a:ext cx="5334251" cy="30125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  Linux Kernel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CF0B28-14DB-8655-69EF-E0FAFA22B3F3}"/>
              </a:ext>
            </a:extLst>
          </p:cNvPr>
          <p:cNvSpPr/>
          <p:nvPr/>
        </p:nvSpPr>
        <p:spPr>
          <a:xfrm>
            <a:off x="5906779" y="2867723"/>
            <a:ext cx="3295135" cy="12641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Linux Networking Stack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85ECEC-21B6-EF2C-F2BB-B6F095186806}"/>
              </a:ext>
            </a:extLst>
          </p:cNvPr>
          <p:cNvSpPr/>
          <p:nvPr/>
        </p:nvSpPr>
        <p:spPr>
          <a:xfrm>
            <a:off x="6273758" y="3451296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418D9B-E3D1-78AA-B57D-061AE426338A}"/>
              </a:ext>
            </a:extLst>
          </p:cNvPr>
          <p:cNvSpPr/>
          <p:nvPr/>
        </p:nvSpPr>
        <p:spPr>
          <a:xfrm>
            <a:off x="7023401" y="3449235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787B22-819A-69AE-C19D-FF326AD9118C}"/>
              </a:ext>
            </a:extLst>
          </p:cNvPr>
          <p:cNvSpPr/>
          <p:nvPr/>
        </p:nvSpPr>
        <p:spPr>
          <a:xfrm>
            <a:off x="7789519" y="3231342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DFC1D9-106E-1951-9D84-0A1052B683CF}"/>
              </a:ext>
            </a:extLst>
          </p:cNvPr>
          <p:cNvSpPr/>
          <p:nvPr/>
        </p:nvSpPr>
        <p:spPr>
          <a:xfrm>
            <a:off x="7789519" y="3668266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A16307-D6DD-D086-7973-0A56DE952D85}"/>
              </a:ext>
            </a:extLst>
          </p:cNvPr>
          <p:cNvSpPr/>
          <p:nvPr/>
        </p:nvSpPr>
        <p:spPr>
          <a:xfrm>
            <a:off x="8555637" y="3444351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2D83792-9986-0045-D2D5-91A5C6BE4E11}"/>
              </a:ext>
            </a:extLst>
          </p:cNvPr>
          <p:cNvCxnSpPr>
            <a:stCxn id="26" idx="3"/>
            <a:endCxn id="27" idx="1"/>
          </p:cNvCxnSpPr>
          <p:nvPr/>
        </p:nvCxnSpPr>
        <p:spPr>
          <a:xfrm flipV="1">
            <a:off x="6759789" y="3606037"/>
            <a:ext cx="263612" cy="20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F5D6AFE-946F-52F4-733B-0C616B0A3200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7509432" y="3388144"/>
            <a:ext cx="280087" cy="120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A500932-0132-A641-E288-BAEF79CF8497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7509432" y="3701747"/>
            <a:ext cx="280087" cy="1233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86486A4-C284-5055-E849-58671CF6ABDC}"/>
              </a:ext>
            </a:extLst>
          </p:cNvPr>
          <p:cNvCxnSpPr>
            <a:cxnSpLocks/>
          </p:cNvCxnSpPr>
          <p:nvPr/>
        </p:nvCxnSpPr>
        <p:spPr>
          <a:xfrm>
            <a:off x="8275550" y="3388144"/>
            <a:ext cx="263612" cy="120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97378AA-C17A-6A64-962A-7161F729D4FC}"/>
              </a:ext>
            </a:extLst>
          </p:cNvPr>
          <p:cNvCxnSpPr>
            <a:cxnSpLocks/>
            <a:stCxn id="29" idx="3"/>
          </p:cNvCxnSpPr>
          <p:nvPr/>
        </p:nvCxnSpPr>
        <p:spPr>
          <a:xfrm flipV="1">
            <a:off x="8275550" y="3700797"/>
            <a:ext cx="280087" cy="1242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BA4B711C-197C-FA45-65B6-515469FB60D5}"/>
              </a:ext>
            </a:extLst>
          </p:cNvPr>
          <p:cNvSpPr/>
          <p:nvPr/>
        </p:nvSpPr>
        <p:spPr>
          <a:xfrm>
            <a:off x="4352979" y="4536032"/>
            <a:ext cx="4848935" cy="10377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LinuxFP Fast Path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6" name="Cloud 55">
            <a:extLst>
              <a:ext uri="{FF2B5EF4-FFF2-40B4-BE49-F238E27FC236}">
                <a16:creationId xmlns:a16="http://schemas.microsoft.com/office/drawing/2014/main" id="{35214670-CF47-7E4F-07BC-40BE3E14C1EC}"/>
              </a:ext>
            </a:extLst>
          </p:cNvPr>
          <p:cNvSpPr/>
          <p:nvPr/>
        </p:nvSpPr>
        <p:spPr>
          <a:xfrm>
            <a:off x="1890545" y="4722416"/>
            <a:ext cx="1796995" cy="1037763"/>
          </a:xfrm>
          <a:prstGeom prst="cloud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Network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16787FB-04A0-F5C8-FC87-C14992932809}"/>
              </a:ext>
            </a:extLst>
          </p:cNvPr>
          <p:cNvCxnSpPr>
            <a:cxnSpLocks/>
            <a:stCxn id="56" idx="0"/>
            <a:endCxn id="3" idx="1"/>
          </p:cNvCxnSpPr>
          <p:nvPr/>
        </p:nvCxnSpPr>
        <p:spPr>
          <a:xfrm>
            <a:off x="3686043" y="5241298"/>
            <a:ext cx="1490004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78C0770-8656-ED16-8404-CA73F2A822EC}"/>
              </a:ext>
            </a:extLst>
          </p:cNvPr>
          <p:cNvCxnSpPr>
            <a:cxnSpLocks/>
          </p:cNvCxnSpPr>
          <p:nvPr/>
        </p:nvCxnSpPr>
        <p:spPr>
          <a:xfrm>
            <a:off x="2981893" y="2403390"/>
            <a:ext cx="7464000" cy="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9090DFD7-51C2-4671-F094-0C8F6FA42745}"/>
              </a:ext>
            </a:extLst>
          </p:cNvPr>
          <p:cNvSpPr txBox="1"/>
          <p:nvPr/>
        </p:nvSpPr>
        <p:spPr>
          <a:xfrm>
            <a:off x="756038" y="2206892"/>
            <a:ext cx="2390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Linux Networking API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B80D50F-1ED7-4E8F-243C-93F129ACF0CF}"/>
              </a:ext>
            </a:extLst>
          </p:cNvPr>
          <p:cNvSpPr txBox="1"/>
          <p:nvPr/>
        </p:nvSpPr>
        <p:spPr>
          <a:xfrm>
            <a:off x="6685147" y="436230"/>
            <a:ext cx="466865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This is my virtual router setup script</a:t>
            </a:r>
          </a:p>
          <a:p>
            <a:r>
              <a:rPr lang="en-US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 add 10.0.1.1/24 dev ens1f0np0</a:t>
            </a:r>
          </a:p>
          <a:p>
            <a:r>
              <a:rPr lang="en-US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 add 10.0.2.1/24 dev ens1f1np1</a:t>
            </a:r>
          </a:p>
          <a:p>
            <a:r>
              <a:rPr lang="en-US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 set up dev ens1f0np0</a:t>
            </a:r>
          </a:p>
          <a:p>
            <a:r>
              <a:rPr lang="en-US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 set up dev ens1f1np1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D6A159C-52A7-7972-6D1B-34C15C07D6EA}"/>
              </a:ext>
            </a:extLst>
          </p:cNvPr>
          <p:cNvCxnSpPr>
            <a:cxnSpLocks/>
          </p:cNvCxnSpPr>
          <p:nvPr/>
        </p:nvCxnSpPr>
        <p:spPr>
          <a:xfrm>
            <a:off x="7693307" y="1690688"/>
            <a:ext cx="0" cy="885536"/>
          </a:xfrm>
          <a:prstGeom prst="straightConnector1">
            <a:avLst/>
          </a:prstGeom>
          <a:ln>
            <a:solidFill>
              <a:schemeClr val="accent2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DC2A5E1-EBD6-4435-819C-31512F892E78}"/>
              </a:ext>
            </a:extLst>
          </p:cNvPr>
          <p:cNvSpPr/>
          <p:nvPr/>
        </p:nvSpPr>
        <p:spPr>
          <a:xfrm>
            <a:off x="5176047" y="5026619"/>
            <a:ext cx="665439" cy="4293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AF1963-640D-6CDD-4267-B60318252912}"/>
              </a:ext>
            </a:extLst>
          </p:cNvPr>
          <p:cNvSpPr/>
          <p:nvPr/>
        </p:nvSpPr>
        <p:spPr>
          <a:xfrm>
            <a:off x="6482783" y="5026617"/>
            <a:ext cx="665439" cy="4293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9202AA-0B4F-8087-FD15-CC7CB170FE18}"/>
              </a:ext>
            </a:extLst>
          </p:cNvPr>
          <p:cNvSpPr/>
          <p:nvPr/>
        </p:nvSpPr>
        <p:spPr>
          <a:xfrm>
            <a:off x="7789519" y="5026617"/>
            <a:ext cx="665439" cy="4293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90380B-4009-F47A-147E-DBB71C6C8906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 flipV="1">
            <a:off x="5841486" y="5241299"/>
            <a:ext cx="64129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C888FAB-283E-1DF6-595E-3D9032E07BA7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148222" y="5241299"/>
            <a:ext cx="6412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66D4643-599C-ACE1-3948-F30A0E4D6F42}"/>
              </a:ext>
            </a:extLst>
          </p:cNvPr>
          <p:cNvCxnSpPr>
            <a:cxnSpLocks/>
          </p:cNvCxnSpPr>
          <p:nvPr/>
        </p:nvCxnSpPr>
        <p:spPr>
          <a:xfrm flipV="1">
            <a:off x="6607533" y="3764899"/>
            <a:ext cx="0" cy="12617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AB7C3A8-F3BC-DAE3-433A-1F22A4FC188E}"/>
              </a:ext>
            </a:extLst>
          </p:cNvPr>
          <p:cNvSpPr txBox="1"/>
          <p:nvPr/>
        </p:nvSpPr>
        <p:spPr>
          <a:xfrm>
            <a:off x="6607533" y="4174203"/>
            <a:ext cx="126425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Hand Off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618AE73-BCFF-0094-B18B-39554535622A}"/>
              </a:ext>
            </a:extLst>
          </p:cNvPr>
          <p:cNvCxnSpPr/>
          <p:nvPr/>
        </p:nvCxnSpPr>
        <p:spPr>
          <a:xfrm flipV="1">
            <a:off x="7975157" y="3981869"/>
            <a:ext cx="0" cy="1044748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3E2E414-8704-78D4-2FA1-2AE4C2E450DA}"/>
              </a:ext>
            </a:extLst>
          </p:cNvPr>
          <p:cNvCxnSpPr>
            <a:cxnSpLocks/>
          </p:cNvCxnSpPr>
          <p:nvPr/>
        </p:nvCxnSpPr>
        <p:spPr>
          <a:xfrm>
            <a:off x="8080241" y="3981869"/>
            <a:ext cx="1" cy="1044748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14A582D-0C57-8E56-09A0-45D9385481D8}"/>
              </a:ext>
            </a:extLst>
          </p:cNvPr>
          <p:cNvSpPr txBox="1"/>
          <p:nvPr/>
        </p:nvSpPr>
        <p:spPr>
          <a:xfrm>
            <a:off x="8094255" y="4149290"/>
            <a:ext cx="134553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Read/Write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4DDB07-4E49-6C9F-7398-F8D552D9812F}"/>
              </a:ext>
            </a:extLst>
          </p:cNvPr>
          <p:cNvSpPr/>
          <p:nvPr/>
        </p:nvSpPr>
        <p:spPr>
          <a:xfrm>
            <a:off x="4111897" y="1418544"/>
            <a:ext cx="2161847" cy="5692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LinuxFP Controller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74CD089-6B4B-AC30-7ADA-E124C2B0783B}"/>
              </a:ext>
            </a:extLst>
          </p:cNvPr>
          <p:cNvCxnSpPr>
            <a:cxnSpLocks/>
          </p:cNvCxnSpPr>
          <p:nvPr/>
        </p:nvCxnSpPr>
        <p:spPr>
          <a:xfrm>
            <a:off x="5695785" y="1987827"/>
            <a:ext cx="0" cy="2516452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09F7967-EDA9-6E37-140B-238C2C7267FC}"/>
              </a:ext>
            </a:extLst>
          </p:cNvPr>
          <p:cNvSpPr txBox="1"/>
          <p:nvPr/>
        </p:nvSpPr>
        <p:spPr>
          <a:xfrm>
            <a:off x="838199" y="948425"/>
            <a:ext cx="2847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What</a:t>
            </a:r>
            <a:r>
              <a:rPr lang="en-US" sz="2400" dirty="0">
                <a:solidFill>
                  <a:schemeClr val="accent2"/>
                </a:solidFill>
              </a:rPr>
              <a:t> to Accelerate</a:t>
            </a:r>
          </a:p>
        </p:txBody>
      </p:sp>
      <p:pic>
        <p:nvPicPr>
          <p:cNvPr id="18" name="Graphic 17" descr="Programmer female with solid fill">
            <a:extLst>
              <a:ext uri="{FF2B5EF4-FFF2-40B4-BE49-F238E27FC236}">
                <a16:creationId xmlns:a16="http://schemas.microsoft.com/office/drawing/2014/main" id="{03734815-1523-8D36-BB42-13F4D71EE9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37946" y="125499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0491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573D-620A-8DEA-DC4C-81A184D5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LinuxFP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2548D-433C-C212-E9F3-6FDB96B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37</a:t>
            </a:fld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5FC8A3-1A3A-30B4-1313-D59599AD4BDF}"/>
              </a:ext>
            </a:extLst>
          </p:cNvPr>
          <p:cNvSpPr/>
          <p:nvPr/>
        </p:nvSpPr>
        <p:spPr>
          <a:xfrm>
            <a:off x="4111898" y="2700528"/>
            <a:ext cx="5334251" cy="30125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  Linux Kernel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CF0B28-14DB-8655-69EF-E0FAFA22B3F3}"/>
              </a:ext>
            </a:extLst>
          </p:cNvPr>
          <p:cNvSpPr/>
          <p:nvPr/>
        </p:nvSpPr>
        <p:spPr>
          <a:xfrm>
            <a:off x="5906779" y="2867723"/>
            <a:ext cx="3295135" cy="12641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Linux Networking Stack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85ECEC-21B6-EF2C-F2BB-B6F095186806}"/>
              </a:ext>
            </a:extLst>
          </p:cNvPr>
          <p:cNvSpPr/>
          <p:nvPr/>
        </p:nvSpPr>
        <p:spPr>
          <a:xfrm>
            <a:off x="6273758" y="3451296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418D9B-E3D1-78AA-B57D-061AE426338A}"/>
              </a:ext>
            </a:extLst>
          </p:cNvPr>
          <p:cNvSpPr/>
          <p:nvPr/>
        </p:nvSpPr>
        <p:spPr>
          <a:xfrm>
            <a:off x="7023401" y="3449235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787B22-819A-69AE-C19D-FF326AD9118C}"/>
              </a:ext>
            </a:extLst>
          </p:cNvPr>
          <p:cNvSpPr/>
          <p:nvPr/>
        </p:nvSpPr>
        <p:spPr>
          <a:xfrm>
            <a:off x="7789519" y="3231342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DFC1D9-106E-1951-9D84-0A1052B683CF}"/>
              </a:ext>
            </a:extLst>
          </p:cNvPr>
          <p:cNvSpPr/>
          <p:nvPr/>
        </p:nvSpPr>
        <p:spPr>
          <a:xfrm>
            <a:off x="7789519" y="3668266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A16307-D6DD-D086-7973-0A56DE952D85}"/>
              </a:ext>
            </a:extLst>
          </p:cNvPr>
          <p:cNvSpPr/>
          <p:nvPr/>
        </p:nvSpPr>
        <p:spPr>
          <a:xfrm>
            <a:off x="8555637" y="3444351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2D83792-9986-0045-D2D5-91A5C6BE4E11}"/>
              </a:ext>
            </a:extLst>
          </p:cNvPr>
          <p:cNvCxnSpPr>
            <a:stCxn id="26" idx="3"/>
            <a:endCxn id="27" idx="1"/>
          </p:cNvCxnSpPr>
          <p:nvPr/>
        </p:nvCxnSpPr>
        <p:spPr>
          <a:xfrm flipV="1">
            <a:off x="6759789" y="3606037"/>
            <a:ext cx="263612" cy="20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F5D6AFE-946F-52F4-733B-0C616B0A3200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7509432" y="3388144"/>
            <a:ext cx="280087" cy="120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A500932-0132-A641-E288-BAEF79CF8497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7509432" y="3701747"/>
            <a:ext cx="280087" cy="1233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86486A4-C284-5055-E849-58671CF6ABDC}"/>
              </a:ext>
            </a:extLst>
          </p:cNvPr>
          <p:cNvCxnSpPr>
            <a:cxnSpLocks/>
          </p:cNvCxnSpPr>
          <p:nvPr/>
        </p:nvCxnSpPr>
        <p:spPr>
          <a:xfrm>
            <a:off x="8275550" y="3388144"/>
            <a:ext cx="263612" cy="120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97378AA-C17A-6A64-962A-7161F729D4FC}"/>
              </a:ext>
            </a:extLst>
          </p:cNvPr>
          <p:cNvCxnSpPr>
            <a:cxnSpLocks/>
            <a:stCxn id="29" idx="3"/>
          </p:cNvCxnSpPr>
          <p:nvPr/>
        </p:nvCxnSpPr>
        <p:spPr>
          <a:xfrm flipV="1">
            <a:off x="8275550" y="3700797"/>
            <a:ext cx="280087" cy="1242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BA4B711C-197C-FA45-65B6-515469FB60D5}"/>
              </a:ext>
            </a:extLst>
          </p:cNvPr>
          <p:cNvSpPr/>
          <p:nvPr/>
        </p:nvSpPr>
        <p:spPr>
          <a:xfrm>
            <a:off x="4352979" y="4536032"/>
            <a:ext cx="4848935" cy="10377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LinuxFP Fast Path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6" name="Cloud 55">
            <a:extLst>
              <a:ext uri="{FF2B5EF4-FFF2-40B4-BE49-F238E27FC236}">
                <a16:creationId xmlns:a16="http://schemas.microsoft.com/office/drawing/2014/main" id="{35214670-CF47-7E4F-07BC-40BE3E14C1EC}"/>
              </a:ext>
            </a:extLst>
          </p:cNvPr>
          <p:cNvSpPr/>
          <p:nvPr/>
        </p:nvSpPr>
        <p:spPr>
          <a:xfrm>
            <a:off x="1890545" y="4722416"/>
            <a:ext cx="1796995" cy="1037763"/>
          </a:xfrm>
          <a:prstGeom prst="cloud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Network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16787FB-04A0-F5C8-FC87-C14992932809}"/>
              </a:ext>
            </a:extLst>
          </p:cNvPr>
          <p:cNvCxnSpPr>
            <a:cxnSpLocks/>
            <a:stCxn id="56" idx="0"/>
            <a:endCxn id="3" idx="1"/>
          </p:cNvCxnSpPr>
          <p:nvPr/>
        </p:nvCxnSpPr>
        <p:spPr>
          <a:xfrm>
            <a:off x="3686043" y="5241298"/>
            <a:ext cx="1490004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78C0770-8656-ED16-8404-CA73F2A822EC}"/>
              </a:ext>
            </a:extLst>
          </p:cNvPr>
          <p:cNvCxnSpPr>
            <a:cxnSpLocks/>
          </p:cNvCxnSpPr>
          <p:nvPr/>
        </p:nvCxnSpPr>
        <p:spPr>
          <a:xfrm>
            <a:off x="2981893" y="2403390"/>
            <a:ext cx="7464000" cy="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9090DFD7-51C2-4671-F094-0C8F6FA42745}"/>
              </a:ext>
            </a:extLst>
          </p:cNvPr>
          <p:cNvSpPr txBox="1"/>
          <p:nvPr/>
        </p:nvSpPr>
        <p:spPr>
          <a:xfrm>
            <a:off x="756038" y="2206892"/>
            <a:ext cx="2390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Linux Networking API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B80D50F-1ED7-4E8F-243C-93F129ACF0CF}"/>
              </a:ext>
            </a:extLst>
          </p:cNvPr>
          <p:cNvSpPr txBox="1"/>
          <p:nvPr/>
        </p:nvSpPr>
        <p:spPr>
          <a:xfrm>
            <a:off x="6685147" y="436230"/>
            <a:ext cx="466865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This is my virtual router setup script</a:t>
            </a:r>
          </a:p>
          <a:p>
            <a:r>
              <a:rPr lang="en-US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 add 10.0.1.1/24 dev ens1f0np0</a:t>
            </a:r>
          </a:p>
          <a:p>
            <a:r>
              <a:rPr lang="en-US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 add 10.0.2.1/24 dev ens1f1np1</a:t>
            </a:r>
          </a:p>
          <a:p>
            <a:r>
              <a:rPr lang="en-US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 set up dev ens1f0np0</a:t>
            </a:r>
          </a:p>
          <a:p>
            <a:r>
              <a:rPr lang="en-US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 set up dev ens1f1np1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D6A159C-52A7-7972-6D1B-34C15C07D6EA}"/>
              </a:ext>
            </a:extLst>
          </p:cNvPr>
          <p:cNvCxnSpPr>
            <a:cxnSpLocks/>
          </p:cNvCxnSpPr>
          <p:nvPr/>
        </p:nvCxnSpPr>
        <p:spPr>
          <a:xfrm>
            <a:off x="7693307" y="1690688"/>
            <a:ext cx="0" cy="885536"/>
          </a:xfrm>
          <a:prstGeom prst="straightConnector1">
            <a:avLst/>
          </a:prstGeom>
          <a:ln>
            <a:solidFill>
              <a:schemeClr val="accent2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DC2A5E1-EBD6-4435-819C-31512F892E78}"/>
              </a:ext>
            </a:extLst>
          </p:cNvPr>
          <p:cNvSpPr/>
          <p:nvPr/>
        </p:nvSpPr>
        <p:spPr>
          <a:xfrm>
            <a:off x="5176047" y="5026619"/>
            <a:ext cx="665439" cy="4293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AF1963-640D-6CDD-4267-B60318252912}"/>
              </a:ext>
            </a:extLst>
          </p:cNvPr>
          <p:cNvSpPr/>
          <p:nvPr/>
        </p:nvSpPr>
        <p:spPr>
          <a:xfrm>
            <a:off x="6482783" y="5026617"/>
            <a:ext cx="665439" cy="4293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9202AA-0B4F-8087-FD15-CC7CB170FE18}"/>
              </a:ext>
            </a:extLst>
          </p:cNvPr>
          <p:cNvSpPr/>
          <p:nvPr/>
        </p:nvSpPr>
        <p:spPr>
          <a:xfrm>
            <a:off x="7789519" y="5026617"/>
            <a:ext cx="665439" cy="4293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90380B-4009-F47A-147E-DBB71C6C8906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 flipV="1">
            <a:off x="5841486" y="5241299"/>
            <a:ext cx="64129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C888FAB-283E-1DF6-595E-3D9032E07BA7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148222" y="5241299"/>
            <a:ext cx="6412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66D4643-599C-ACE1-3948-F30A0E4D6F42}"/>
              </a:ext>
            </a:extLst>
          </p:cNvPr>
          <p:cNvCxnSpPr>
            <a:cxnSpLocks/>
          </p:cNvCxnSpPr>
          <p:nvPr/>
        </p:nvCxnSpPr>
        <p:spPr>
          <a:xfrm flipV="1">
            <a:off x="6607533" y="3764899"/>
            <a:ext cx="0" cy="12617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AB7C3A8-F3BC-DAE3-433A-1F22A4FC188E}"/>
              </a:ext>
            </a:extLst>
          </p:cNvPr>
          <p:cNvSpPr txBox="1"/>
          <p:nvPr/>
        </p:nvSpPr>
        <p:spPr>
          <a:xfrm>
            <a:off x="6607533" y="4174203"/>
            <a:ext cx="126425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Hand Off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618AE73-BCFF-0094-B18B-39554535622A}"/>
              </a:ext>
            </a:extLst>
          </p:cNvPr>
          <p:cNvCxnSpPr/>
          <p:nvPr/>
        </p:nvCxnSpPr>
        <p:spPr>
          <a:xfrm flipV="1">
            <a:off x="7975157" y="3981869"/>
            <a:ext cx="0" cy="1044748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3E2E414-8704-78D4-2FA1-2AE4C2E450DA}"/>
              </a:ext>
            </a:extLst>
          </p:cNvPr>
          <p:cNvCxnSpPr>
            <a:cxnSpLocks/>
          </p:cNvCxnSpPr>
          <p:nvPr/>
        </p:nvCxnSpPr>
        <p:spPr>
          <a:xfrm>
            <a:off x="8080241" y="3981869"/>
            <a:ext cx="1" cy="1044748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14A582D-0C57-8E56-09A0-45D9385481D8}"/>
              </a:ext>
            </a:extLst>
          </p:cNvPr>
          <p:cNvSpPr txBox="1"/>
          <p:nvPr/>
        </p:nvSpPr>
        <p:spPr>
          <a:xfrm>
            <a:off x="8094255" y="4149290"/>
            <a:ext cx="134553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Read/Write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4DDB07-4E49-6C9F-7398-F8D552D9812F}"/>
              </a:ext>
            </a:extLst>
          </p:cNvPr>
          <p:cNvSpPr/>
          <p:nvPr/>
        </p:nvSpPr>
        <p:spPr>
          <a:xfrm>
            <a:off x="4111897" y="1418544"/>
            <a:ext cx="2161847" cy="5692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LinuxFP Controller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74CD089-6B4B-AC30-7ADA-E124C2B0783B}"/>
              </a:ext>
            </a:extLst>
          </p:cNvPr>
          <p:cNvCxnSpPr>
            <a:cxnSpLocks/>
          </p:cNvCxnSpPr>
          <p:nvPr/>
        </p:nvCxnSpPr>
        <p:spPr>
          <a:xfrm>
            <a:off x="5695785" y="1987827"/>
            <a:ext cx="0" cy="2516452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09F7967-EDA9-6E37-140B-238C2C7267FC}"/>
              </a:ext>
            </a:extLst>
          </p:cNvPr>
          <p:cNvSpPr txBox="1"/>
          <p:nvPr/>
        </p:nvSpPr>
        <p:spPr>
          <a:xfrm>
            <a:off x="838199" y="948425"/>
            <a:ext cx="2847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What</a:t>
            </a:r>
            <a:r>
              <a:rPr lang="en-US" sz="2400" dirty="0">
                <a:solidFill>
                  <a:schemeClr val="accent2"/>
                </a:solidFill>
              </a:rPr>
              <a:t> to Accelerate</a:t>
            </a:r>
          </a:p>
        </p:txBody>
      </p:sp>
      <p:pic>
        <p:nvPicPr>
          <p:cNvPr id="18" name="Graphic 17" descr="Programmer female with solid fill">
            <a:extLst>
              <a:ext uri="{FF2B5EF4-FFF2-40B4-BE49-F238E27FC236}">
                <a16:creationId xmlns:a16="http://schemas.microsoft.com/office/drawing/2014/main" id="{03734815-1523-8D36-BB42-13F4D71EE9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37946" y="1254998"/>
            <a:ext cx="914400" cy="914400"/>
          </a:xfrm>
          <a:prstGeom prst="rect">
            <a:avLst/>
          </a:prstGeom>
        </p:spPr>
      </p:pic>
      <p:pic>
        <p:nvPicPr>
          <p:cNvPr id="38" name="Graphic 37" descr="Checkmark with solid fill">
            <a:extLst>
              <a:ext uri="{FF2B5EF4-FFF2-40B4-BE49-F238E27FC236}">
                <a16:creationId xmlns:a16="http://schemas.microsoft.com/office/drawing/2014/main" id="{2EC7DC5B-BC01-FDA5-7B95-AEC8DF8BAC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08091" y="119374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3614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573D-620A-8DEA-DC4C-81A184D5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LinuxFP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2548D-433C-C212-E9F3-6FDB96B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38</a:t>
            </a:fld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5FC8A3-1A3A-30B4-1313-D59599AD4BDF}"/>
              </a:ext>
            </a:extLst>
          </p:cNvPr>
          <p:cNvSpPr/>
          <p:nvPr/>
        </p:nvSpPr>
        <p:spPr>
          <a:xfrm>
            <a:off x="4111898" y="2700528"/>
            <a:ext cx="5334251" cy="30125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  Linux Kernel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CF0B28-14DB-8655-69EF-E0FAFA22B3F3}"/>
              </a:ext>
            </a:extLst>
          </p:cNvPr>
          <p:cNvSpPr/>
          <p:nvPr/>
        </p:nvSpPr>
        <p:spPr>
          <a:xfrm>
            <a:off x="5906779" y="2867723"/>
            <a:ext cx="3295135" cy="12641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Linux Networking Stack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85ECEC-21B6-EF2C-F2BB-B6F095186806}"/>
              </a:ext>
            </a:extLst>
          </p:cNvPr>
          <p:cNvSpPr/>
          <p:nvPr/>
        </p:nvSpPr>
        <p:spPr>
          <a:xfrm>
            <a:off x="6273758" y="3451296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418D9B-E3D1-78AA-B57D-061AE426338A}"/>
              </a:ext>
            </a:extLst>
          </p:cNvPr>
          <p:cNvSpPr/>
          <p:nvPr/>
        </p:nvSpPr>
        <p:spPr>
          <a:xfrm>
            <a:off x="7023401" y="3449235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787B22-819A-69AE-C19D-FF326AD9118C}"/>
              </a:ext>
            </a:extLst>
          </p:cNvPr>
          <p:cNvSpPr/>
          <p:nvPr/>
        </p:nvSpPr>
        <p:spPr>
          <a:xfrm>
            <a:off x="7789519" y="3231342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DFC1D9-106E-1951-9D84-0A1052B683CF}"/>
              </a:ext>
            </a:extLst>
          </p:cNvPr>
          <p:cNvSpPr/>
          <p:nvPr/>
        </p:nvSpPr>
        <p:spPr>
          <a:xfrm>
            <a:off x="7789519" y="3668266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A16307-D6DD-D086-7973-0A56DE952D85}"/>
              </a:ext>
            </a:extLst>
          </p:cNvPr>
          <p:cNvSpPr/>
          <p:nvPr/>
        </p:nvSpPr>
        <p:spPr>
          <a:xfrm>
            <a:off x="8555637" y="3444351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2D83792-9986-0045-D2D5-91A5C6BE4E11}"/>
              </a:ext>
            </a:extLst>
          </p:cNvPr>
          <p:cNvCxnSpPr>
            <a:stCxn id="26" idx="3"/>
            <a:endCxn id="27" idx="1"/>
          </p:cNvCxnSpPr>
          <p:nvPr/>
        </p:nvCxnSpPr>
        <p:spPr>
          <a:xfrm flipV="1">
            <a:off x="6759789" y="3606037"/>
            <a:ext cx="263612" cy="20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F5D6AFE-946F-52F4-733B-0C616B0A3200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7509432" y="3388144"/>
            <a:ext cx="280087" cy="120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A500932-0132-A641-E288-BAEF79CF8497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7509432" y="3701747"/>
            <a:ext cx="280087" cy="1233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86486A4-C284-5055-E849-58671CF6ABDC}"/>
              </a:ext>
            </a:extLst>
          </p:cNvPr>
          <p:cNvCxnSpPr>
            <a:cxnSpLocks/>
          </p:cNvCxnSpPr>
          <p:nvPr/>
        </p:nvCxnSpPr>
        <p:spPr>
          <a:xfrm>
            <a:off x="8275550" y="3388144"/>
            <a:ext cx="263612" cy="120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97378AA-C17A-6A64-962A-7161F729D4FC}"/>
              </a:ext>
            </a:extLst>
          </p:cNvPr>
          <p:cNvCxnSpPr>
            <a:cxnSpLocks/>
            <a:stCxn id="29" idx="3"/>
          </p:cNvCxnSpPr>
          <p:nvPr/>
        </p:nvCxnSpPr>
        <p:spPr>
          <a:xfrm flipV="1">
            <a:off x="8275550" y="3700797"/>
            <a:ext cx="280087" cy="1242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BA4B711C-197C-FA45-65B6-515469FB60D5}"/>
              </a:ext>
            </a:extLst>
          </p:cNvPr>
          <p:cNvSpPr/>
          <p:nvPr/>
        </p:nvSpPr>
        <p:spPr>
          <a:xfrm>
            <a:off x="4352979" y="4536032"/>
            <a:ext cx="4848935" cy="10377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LinuxFP Fast Path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6" name="Cloud 55">
            <a:extLst>
              <a:ext uri="{FF2B5EF4-FFF2-40B4-BE49-F238E27FC236}">
                <a16:creationId xmlns:a16="http://schemas.microsoft.com/office/drawing/2014/main" id="{35214670-CF47-7E4F-07BC-40BE3E14C1EC}"/>
              </a:ext>
            </a:extLst>
          </p:cNvPr>
          <p:cNvSpPr/>
          <p:nvPr/>
        </p:nvSpPr>
        <p:spPr>
          <a:xfrm>
            <a:off x="1890545" y="4722416"/>
            <a:ext cx="1796995" cy="1037763"/>
          </a:xfrm>
          <a:prstGeom prst="cloud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Network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16787FB-04A0-F5C8-FC87-C14992932809}"/>
              </a:ext>
            </a:extLst>
          </p:cNvPr>
          <p:cNvCxnSpPr>
            <a:cxnSpLocks/>
            <a:stCxn id="56" idx="0"/>
            <a:endCxn id="3" idx="1"/>
          </p:cNvCxnSpPr>
          <p:nvPr/>
        </p:nvCxnSpPr>
        <p:spPr>
          <a:xfrm>
            <a:off x="3686043" y="5241298"/>
            <a:ext cx="1490004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78C0770-8656-ED16-8404-CA73F2A822EC}"/>
              </a:ext>
            </a:extLst>
          </p:cNvPr>
          <p:cNvCxnSpPr>
            <a:cxnSpLocks/>
          </p:cNvCxnSpPr>
          <p:nvPr/>
        </p:nvCxnSpPr>
        <p:spPr>
          <a:xfrm>
            <a:off x="2981893" y="2403390"/>
            <a:ext cx="7464000" cy="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9090DFD7-51C2-4671-F094-0C8F6FA42745}"/>
              </a:ext>
            </a:extLst>
          </p:cNvPr>
          <p:cNvSpPr txBox="1"/>
          <p:nvPr/>
        </p:nvSpPr>
        <p:spPr>
          <a:xfrm>
            <a:off x="756038" y="2206892"/>
            <a:ext cx="2390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Linux Networking API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C2A5E1-EBD6-4435-819C-31512F892E78}"/>
              </a:ext>
            </a:extLst>
          </p:cNvPr>
          <p:cNvSpPr/>
          <p:nvPr/>
        </p:nvSpPr>
        <p:spPr>
          <a:xfrm>
            <a:off x="5176047" y="5026619"/>
            <a:ext cx="665439" cy="4293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AF1963-640D-6CDD-4267-B60318252912}"/>
              </a:ext>
            </a:extLst>
          </p:cNvPr>
          <p:cNvSpPr/>
          <p:nvPr/>
        </p:nvSpPr>
        <p:spPr>
          <a:xfrm>
            <a:off x="6482783" y="5026617"/>
            <a:ext cx="665439" cy="4293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9202AA-0B4F-8087-FD15-CC7CB170FE18}"/>
              </a:ext>
            </a:extLst>
          </p:cNvPr>
          <p:cNvSpPr/>
          <p:nvPr/>
        </p:nvSpPr>
        <p:spPr>
          <a:xfrm>
            <a:off x="7789519" y="5026617"/>
            <a:ext cx="665439" cy="4293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90380B-4009-F47A-147E-DBB71C6C8906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 flipV="1">
            <a:off x="5841486" y="5241299"/>
            <a:ext cx="64129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C888FAB-283E-1DF6-595E-3D9032E07BA7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148222" y="5241299"/>
            <a:ext cx="6412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66D4643-599C-ACE1-3948-F30A0E4D6F42}"/>
              </a:ext>
            </a:extLst>
          </p:cNvPr>
          <p:cNvCxnSpPr>
            <a:cxnSpLocks/>
          </p:cNvCxnSpPr>
          <p:nvPr/>
        </p:nvCxnSpPr>
        <p:spPr>
          <a:xfrm flipV="1">
            <a:off x="6607533" y="3764899"/>
            <a:ext cx="0" cy="12617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AB7C3A8-F3BC-DAE3-433A-1F22A4FC188E}"/>
              </a:ext>
            </a:extLst>
          </p:cNvPr>
          <p:cNvSpPr txBox="1"/>
          <p:nvPr/>
        </p:nvSpPr>
        <p:spPr>
          <a:xfrm>
            <a:off x="6607533" y="4174203"/>
            <a:ext cx="126425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Hand Off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618AE73-BCFF-0094-B18B-39554535622A}"/>
              </a:ext>
            </a:extLst>
          </p:cNvPr>
          <p:cNvCxnSpPr/>
          <p:nvPr/>
        </p:nvCxnSpPr>
        <p:spPr>
          <a:xfrm flipV="1">
            <a:off x="7975157" y="3981869"/>
            <a:ext cx="0" cy="1044748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3E2E414-8704-78D4-2FA1-2AE4C2E450DA}"/>
              </a:ext>
            </a:extLst>
          </p:cNvPr>
          <p:cNvCxnSpPr>
            <a:cxnSpLocks/>
          </p:cNvCxnSpPr>
          <p:nvPr/>
        </p:nvCxnSpPr>
        <p:spPr>
          <a:xfrm>
            <a:off x="8080241" y="3981869"/>
            <a:ext cx="1" cy="1044748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14A582D-0C57-8E56-09A0-45D9385481D8}"/>
              </a:ext>
            </a:extLst>
          </p:cNvPr>
          <p:cNvSpPr txBox="1"/>
          <p:nvPr/>
        </p:nvSpPr>
        <p:spPr>
          <a:xfrm>
            <a:off x="8094255" y="4149290"/>
            <a:ext cx="134553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Read/Write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4DDB07-4E49-6C9F-7398-F8D552D9812F}"/>
              </a:ext>
            </a:extLst>
          </p:cNvPr>
          <p:cNvSpPr/>
          <p:nvPr/>
        </p:nvSpPr>
        <p:spPr>
          <a:xfrm>
            <a:off x="4111897" y="1418544"/>
            <a:ext cx="2161847" cy="56928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2"/>
                </a:solidFill>
              </a:rPr>
              <a:t>LinuxFP Controller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74CD089-6B4B-AC30-7ADA-E124C2B0783B}"/>
              </a:ext>
            </a:extLst>
          </p:cNvPr>
          <p:cNvCxnSpPr>
            <a:cxnSpLocks/>
          </p:cNvCxnSpPr>
          <p:nvPr/>
        </p:nvCxnSpPr>
        <p:spPr>
          <a:xfrm>
            <a:off x="5695785" y="1987827"/>
            <a:ext cx="0" cy="2516452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47AFF25-3222-738F-7A09-E3FF9B9CDC93}"/>
              </a:ext>
            </a:extLst>
          </p:cNvPr>
          <p:cNvCxnSpPr>
            <a:cxnSpLocks/>
          </p:cNvCxnSpPr>
          <p:nvPr/>
        </p:nvCxnSpPr>
        <p:spPr>
          <a:xfrm>
            <a:off x="6090698" y="1987826"/>
            <a:ext cx="0" cy="588398"/>
          </a:xfrm>
          <a:prstGeom prst="straightConnector1">
            <a:avLst/>
          </a:prstGeom>
          <a:ln>
            <a:solidFill>
              <a:schemeClr val="accent2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B9C9305-F86F-A291-1C33-7200E05A6BD5}"/>
              </a:ext>
            </a:extLst>
          </p:cNvPr>
          <p:cNvSpPr txBox="1"/>
          <p:nvPr/>
        </p:nvSpPr>
        <p:spPr>
          <a:xfrm>
            <a:off x="6078506" y="2034059"/>
            <a:ext cx="1264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Introspect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91B999-81F7-EB34-5E99-EC68F06B9EE4}"/>
              </a:ext>
            </a:extLst>
          </p:cNvPr>
          <p:cNvSpPr txBox="1"/>
          <p:nvPr/>
        </p:nvSpPr>
        <p:spPr>
          <a:xfrm>
            <a:off x="838199" y="948425"/>
            <a:ext cx="2847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What</a:t>
            </a:r>
            <a:r>
              <a:rPr lang="en-US" sz="2400" dirty="0">
                <a:solidFill>
                  <a:schemeClr val="accent2"/>
                </a:solidFill>
              </a:rPr>
              <a:t> to Accelerate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0B87D99-5D6A-26A4-C8C8-3C31395D95C3}"/>
              </a:ext>
            </a:extLst>
          </p:cNvPr>
          <p:cNvCxnSpPr>
            <a:cxnSpLocks/>
          </p:cNvCxnSpPr>
          <p:nvPr/>
        </p:nvCxnSpPr>
        <p:spPr>
          <a:xfrm>
            <a:off x="7693307" y="1690688"/>
            <a:ext cx="0" cy="885536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Graphic 20" descr="Programmer female with solid fill">
            <a:extLst>
              <a:ext uri="{FF2B5EF4-FFF2-40B4-BE49-F238E27FC236}">
                <a16:creationId xmlns:a16="http://schemas.microsoft.com/office/drawing/2014/main" id="{B7731022-D5B5-AE39-1EA8-2A2D7D21C1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7946" y="1254998"/>
            <a:ext cx="914400" cy="9144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74F9B64-1850-7E1C-87A6-356EE0360A4A}"/>
              </a:ext>
            </a:extLst>
          </p:cNvPr>
          <p:cNvSpPr txBox="1"/>
          <p:nvPr/>
        </p:nvSpPr>
        <p:spPr>
          <a:xfrm>
            <a:off x="6685147" y="436230"/>
            <a:ext cx="466865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 This is my virtual router setup script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a add 10.0.1.1/24 dev ens1f0np0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a add 10.0.2.1/24 dev ens1f1np1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l set up dev ens1f0np0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l set up dev ens1f1np1</a:t>
            </a:r>
          </a:p>
        </p:txBody>
      </p:sp>
    </p:spTree>
    <p:extLst>
      <p:ext uri="{BB962C8B-B14F-4D97-AF65-F5344CB8AC3E}">
        <p14:creationId xmlns:p14="http://schemas.microsoft.com/office/powerpoint/2010/main" val="32702115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573D-620A-8DEA-DC4C-81A184D5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LinuxFP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2548D-433C-C212-E9F3-6FDB96B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39</a:t>
            </a:fld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5FC8A3-1A3A-30B4-1313-D59599AD4BDF}"/>
              </a:ext>
            </a:extLst>
          </p:cNvPr>
          <p:cNvSpPr/>
          <p:nvPr/>
        </p:nvSpPr>
        <p:spPr>
          <a:xfrm>
            <a:off x="4111898" y="2700528"/>
            <a:ext cx="5334251" cy="30125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  Linux Kernel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CF0B28-14DB-8655-69EF-E0FAFA22B3F3}"/>
              </a:ext>
            </a:extLst>
          </p:cNvPr>
          <p:cNvSpPr/>
          <p:nvPr/>
        </p:nvSpPr>
        <p:spPr>
          <a:xfrm>
            <a:off x="5906779" y="2867723"/>
            <a:ext cx="3295135" cy="12641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Linux Networking Stack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85ECEC-21B6-EF2C-F2BB-B6F095186806}"/>
              </a:ext>
            </a:extLst>
          </p:cNvPr>
          <p:cNvSpPr/>
          <p:nvPr/>
        </p:nvSpPr>
        <p:spPr>
          <a:xfrm>
            <a:off x="6273758" y="3451296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418D9B-E3D1-78AA-B57D-061AE426338A}"/>
              </a:ext>
            </a:extLst>
          </p:cNvPr>
          <p:cNvSpPr/>
          <p:nvPr/>
        </p:nvSpPr>
        <p:spPr>
          <a:xfrm>
            <a:off x="7023401" y="3449235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787B22-819A-69AE-C19D-FF326AD9118C}"/>
              </a:ext>
            </a:extLst>
          </p:cNvPr>
          <p:cNvSpPr/>
          <p:nvPr/>
        </p:nvSpPr>
        <p:spPr>
          <a:xfrm>
            <a:off x="7789519" y="3231342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DFC1D9-106E-1951-9D84-0A1052B683CF}"/>
              </a:ext>
            </a:extLst>
          </p:cNvPr>
          <p:cNvSpPr/>
          <p:nvPr/>
        </p:nvSpPr>
        <p:spPr>
          <a:xfrm>
            <a:off x="7789519" y="3668266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A16307-D6DD-D086-7973-0A56DE952D85}"/>
              </a:ext>
            </a:extLst>
          </p:cNvPr>
          <p:cNvSpPr/>
          <p:nvPr/>
        </p:nvSpPr>
        <p:spPr>
          <a:xfrm>
            <a:off x="8555637" y="3444351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2D83792-9986-0045-D2D5-91A5C6BE4E11}"/>
              </a:ext>
            </a:extLst>
          </p:cNvPr>
          <p:cNvCxnSpPr>
            <a:stCxn id="26" idx="3"/>
            <a:endCxn id="27" idx="1"/>
          </p:cNvCxnSpPr>
          <p:nvPr/>
        </p:nvCxnSpPr>
        <p:spPr>
          <a:xfrm flipV="1">
            <a:off x="6759789" y="3606037"/>
            <a:ext cx="263612" cy="20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F5D6AFE-946F-52F4-733B-0C616B0A3200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7509432" y="3388144"/>
            <a:ext cx="280087" cy="120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A500932-0132-A641-E288-BAEF79CF8497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7509432" y="3701747"/>
            <a:ext cx="280087" cy="1233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86486A4-C284-5055-E849-58671CF6ABDC}"/>
              </a:ext>
            </a:extLst>
          </p:cNvPr>
          <p:cNvCxnSpPr>
            <a:cxnSpLocks/>
          </p:cNvCxnSpPr>
          <p:nvPr/>
        </p:nvCxnSpPr>
        <p:spPr>
          <a:xfrm>
            <a:off x="8275550" y="3388144"/>
            <a:ext cx="263612" cy="120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97378AA-C17A-6A64-962A-7161F729D4FC}"/>
              </a:ext>
            </a:extLst>
          </p:cNvPr>
          <p:cNvCxnSpPr>
            <a:cxnSpLocks/>
            <a:stCxn id="29" idx="3"/>
          </p:cNvCxnSpPr>
          <p:nvPr/>
        </p:nvCxnSpPr>
        <p:spPr>
          <a:xfrm flipV="1">
            <a:off x="8275550" y="3700797"/>
            <a:ext cx="280087" cy="1242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BA4B711C-197C-FA45-65B6-515469FB60D5}"/>
              </a:ext>
            </a:extLst>
          </p:cNvPr>
          <p:cNvSpPr/>
          <p:nvPr/>
        </p:nvSpPr>
        <p:spPr>
          <a:xfrm>
            <a:off x="4352979" y="4536032"/>
            <a:ext cx="4848935" cy="10377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LinuxFP Fast Path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6" name="Cloud 55">
            <a:extLst>
              <a:ext uri="{FF2B5EF4-FFF2-40B4-BE49-F238E27FC236}">
                <a16:creationId xmlns:a16="http://schemas.microsoft.com/office/drawing/2014/main" id="{35214670-CF47-7E4F-07BC-40BE3E14C1EC}"/>
              </a:ext>
            </a:extLst>
          </p:cNvPr>
          <p:cNvSpPr/>
          <p:nvPr/>
        </p:nvSpPr>
        <p:spPr>
          <a:xfrm>
            <a:off x="1890545" y="4722416"/>
            <a:ext cx="1796995" cy="1037763"/>
          </a:xfrm>
          <a:prstGeom prst="cloud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Network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16787FB-04A0-F5C8-FC87-C14992932809}"/>
              </a:ext>
            </a:extLst>
          </p:cNvPr>
          <p:cNvCxnSpPr>
            <a:cxnSpLocks/>
            <a:stCxn id="56" idx="0"/>
            <a:endCxn id="3" idx="1"/>
          </p:cNvCxnSpPr>
          <p:nvPr/>
        </p:nvCxnSpPr>
        <p:spPr>
          <a:xfrm>
            <a:off x="3686043" y="5241298"/>
            <a:ext cx="1490004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78C0770-8656-ED16-8404-CA73F2A822EC}"/>
              </a:ext>
            </a:extLst>
          </p:cNvPr>
          <p:cNvCxnSpPr>
            <a:cxnSpLocks/>
          </p:cNvCxnSpPr>
          <p:nvPr/>
        </p:nvCxnSpPr>
        <p:spPr>
          <a:xfrm>
            <a:off x="2981893" y="2403390"/>
            <a:ext cx="7464000" cy="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9090DFD7-51C2-4671-F094-0C8F6FA42745}"/>
              </a:ext>
            </a:extLst>
          </p:cNvPr>
          <p:cNvSpPr txBox="1"/>
          <p:nvPr/>
        </p:nvSpPr>
        <p:spPr>
          <a:xfrm>
            <a:off x="756038" y="2206892"/>
            <a:ext cx="2390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Linux Networking API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C2A5E1-EBD6-4435-819C-31512F892E78}"/>
              </a:ext>
            </a:extLst>
          </p:cNvPr>
          <p:cNvSpPr/>
          <p:nvPr/>
        </p:nvSpPr>
        <p:spPr>
          <a:xfrm>
            <a:off x="5176047" y="5026619"/>
            <a:ext cx="665439" cy="4293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AF1963-640D-6CDD-4267-B60318252912}"/>
              </a:ext>
            </a:extLst>
          </p:cNvPr>
          <p:cNvSpPr/>
          <p:nvPr/>
        </p:nvSpPr>
        <p:spPr>
          <a:xfrm>
            <a:off x="6482783" y="5026617"/>
            <a:ext cx="665439" cy="4293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9202AA-0B4F-8087-FD15-CC7CB170FE18}"/>
              </a:ext>
            </a:extLst>
          </p:cNvPr>
          <p:cNvSpPr/>
          <p:nvPr/>
        </p:nvSpPr>
        <p:spPr>
          <a:xfrm>
            <a:off x="7789519" y="5026617"/>
            <a:ext cx="665439" cy="4293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90380B-4009-F47A-147E-DBB71C6C8906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 flipV="1">
            <a:off x="5841486" y="5241299"/>
            <a:ext cx="64129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C888FAB-283E-1DF6-595E-3D9032E07BA7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148222" y="5241299"/>
            <a:ext cx="6412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66D4643-599C-ACE1-3948-F30A0E4D6F42}"/>
              </a:ext>
            </a:extLst>
          </p:cNvPr>
          <p:cNvCxnSpPr>
            <a:cxnSpLocks/>
          </p:cNvCxnSpPr>
          <p:nvPr/>
        </p:nvCxnSpPr>
        <p:spPr>
          <a:xfrm flipV="1">
            <a:off x="6607533" y="3764899"/>
            <a:ext cx="0" cy="12617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AB7C3A8-F3BC-DAE3-433A-1F22A4FC188E}"/>
              </a:ext>
            </a:extLst>
          </p:cNvPr>
          <p:cNvSpPr txBox="1"/>
          <p:nvPr/>
        </p:nvSpPr>
        <p:spPr>
          <a:xfrm>
            <a:off x="6607533" y="4174203"/>
            <a:ext cx="126425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Hand Off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618AE73-BCFF-0094-B18B-39554535622A}"/>
              </a:ext>
            </a:extLst>
          </p:cNvPr>
          <p:cNvCxnSpPr/>
          <p:nvPr/>
        </p:nvCxnSpPr>
        <p:spPr>
          <a:xfrm flipV="1">
            <a:off x="7975157" y="3981869"/>
            <a:ext cx="0" cy="1044748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3E2E414-8704-78D4-2FA1-2AE4C2E450DA}"/>
              </a:ext>
            </a:extLst>
          </p:cNvPr>
          <p:cNvCxnSpPr>
            <a:cxnSpLocks/>
          </p:cNvCxnSpPr>
          <p:nvPr/>
        </p:nvCxnSpPr>
        <p:spPr>
          <a:xfrm>
            <a:off x="8080241" y="3981869"/>
            <a:ext cx="1" cy="1044748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14A582D-0C57-8E56-09A0-45D9385481D8}"/>
              </a:ext>
            </a:extLst>
          </p:cNvPr>
          <p:cNvSpPr txBox="1"/>
          <p:nvPr/>
        </p:nvSpPr>
        <p:spPr>
          <a:xfrm>
            <a:off x="8094255" y="4149290"/>
            <a:ext cx="134553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Read/Write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4DDB07-4E49-6C9F-7398-F8D552D9812F}"/>
              </a:ext>
            </a:extLst>
          </p:cNvPr>
          <p:cNvSpPr/>
          <p:nvPr/>
        </p:nvSpPr>
        <p:spPr>
          <a:xfrm>
            <a:off x="4111897" y="1418544"/>
            <a:ext cx="2161847" cy="56928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2"/>
                </a:solidFill>
              </a:rPr>
              <a:t>LinuxFP Controller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74CD089-6B4B-AC30-7ADA-E124C2B0783B}"/>
              </a:ext>
            </a:extLst>
          </p:cNvPr>
          <p:cNvCxnSpPr>
            <a:cxnSpLocks/>
          </p:cNvCxnSpPr>
          <p:nvPr/>
        </p:nvCxnSpPr>
        <p:spPr>
          <a:xfrm>
            <a:off x="5695785" y="1987827"/>
            <a:ext cx="0" cy="2516452"/>
          </a:xfrm>
          <a:prstGeom prst="straightConnector1">
            <a:avLst/>
          </a:prstGeom>
          <a:ln>
            <a:solidFill>
              <a:schemeClr val="accent2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F4839F6-240F-B37E-7C27-1AF15D458519}"/>
              </a:ext>
            </a:extLst>
          </p:cNvPr>
          <p:cNvSpPr txBox="1"/>
          <p:nvPr/>
        </p:nvSpPr>
        <p:spPr>
          <a:xfrm>
            <a:off x="4502478" y="3782361"/>
            <a:ext cx="1264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Assemble Fast Path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47AFF25-3222-738F-7A09-E3FF9B9CDC93}"/>
              </a:ext>
            </a:extLst>
          </p:cNvPr>
          <p:cNvCxnSpPr>
            <a:cxnSpLocks/>
          </p:cNvCxnSpPr>
          <p:nvPr/>
        </p:nvCxnSpPr>
        <p:spPr>
          <a:xfrm>
            <a:off x="6090698" y="1987826"/>
            <a:ext cx="0" cy="588398"/>
          </a:xfrm>
          <a:prstGeom prst="straightConnector1">
            <a:avLst/>
          </a:prstGeom>
          <a:ln>
            <a:solidFill>
              <a:schemeClr val="accent2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B9C9305-F86F-A291-1C33-7200E05A6BD5}"/>
              </a:ext>
            </a:extLst>
          </p:cNvPr>
          <p:cNvSpPr txBox="1"/>
          <p:nvPr/>
        </p:nvSpPr>
        <p:spPr>
          <a:xfrm>
            <a:off x="6078506" y="2034059"/>
            <a:ext cx="1264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Introspect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91B999-81F7-EB34-5E99-EC68F06B9EE4}"/>
              </a:ext>
            </a:extLst>
          </p:cNvPr>
          <p:cNvSpPr txBox="1"/>
          <p:nvPr/>
        </p:nvSpPr>
        <p:spPr>
          <a:xfrm>
            <a:off x="838199" y="948425"/>
            <a:ext cx="2847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What</a:t>
            </a:r>
            <a:r>
              <a:rPr lang="en-US" sz="2400" dirty="0">
                <a:solidFill>
                  <a:schemeClr val="accent2"/>
                </a:solidFill>
              </a:rPr>
              <a:t> to Accelerate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D84F6C8-5E78-EDC9-399A-8F9FA20CAF97}"/>
              </a:ext>
            </a:extLst>
          </p:cNvPr>
          <p:cNvCxnSpPr>
            <a:cxnSpLocks/>
          </p:cNvCxnSpPr>
          <p:nvPr/>
        </p:nvCxnSpPr>
        <p:spPr>
          <a:xfrm>
            <a:off x="7693307" y="1690688"/>
            <a:ext cx="0" cy="885536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Graphic 21" descr="Programmer female with solid fill">
            <a:extLst>
              <a:ext uri="{FF2B5EF4-FFF2-40B4-BE49-F238E27FC236}">
                <a16:creationId xmlns:a16="http://schemas.microsoft.com/office/drawing/2014/main" id="{1090C794-E1B5-3232-C164-01EFB518D5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7946" y="1254998"/>
            <a:ext cx="914400" cy="9144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273C42EF-6665-E5AB-601E-BCB2E369BC4E}"/>
              </a:ext>
            </a:extLst>
          </p:cNvPr>
          <p:cNvSpPr txBox="1"/>
          <p:nvPr/>
        </p:nvSpPr>
        <p:spPr>
          <a:xfrm>
            <a:off x="6685147" y="436230"/>
            <a:ext cx="466865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 This is my virtual router setup script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a add 10.0.1.1/24 dev ens1f0np0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a add 10.0.2.1/24 dev ens1f1np1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l set up dev ens1f0np0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l set up dev ens1f1np1</a:t>
            </a:r>
          </a:p>
        </p:txBody>
      </p:sp>
    </p:spTree>
    <p:extLst>
      <p:ext uri="{BB962C8B-B14F-4D97-AF65-F5344CB8AC3E}">
        <p14:creationId xmlns:p14="http://schemas.microsoft.com/office/powerpoint/2010/main" val="27966884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573D-620A-8DEA-DC4C-81A184D5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LinuxFP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2548D-433C-C212-E9F3-6FDB96B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40</a:t>
            </a:fld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5FC8A3-1A3A-30B4-1313-D59599AD4BDF}"/>
              </a:ext>
            </a:extLst>
          </p:cNvPr>
          <p:cNvSpPr/>
          <p:nvPr/>
        </p:nvSpPr>
        <p:spPr>
          <a:xfrm>
            <a:off x="4111898" y="2700528"/>
            <a:ext cx="5334251" cy="30125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  Linux Kernel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CF0B28-14DB-8655-69EF-E0FAFA22B3F3}"/>
              </a:ext>
            </a:extLst>
          </p:cNvPr>
          <p:cNvSpPr/>
          <p:nvPr/>
        </p:nvSpPr>
        <p:spPr>
          <a:xfrm>
            <a:off x="5906779" y="2867723"/>
            <a:ext cx="3295135" cy="12641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Linux Networking Stack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85ECEC-21B6-EF2C-F2BB-B6F095186806}"/>
              </a:ext>
            </a:extLst>
          </p:cNvPr>
          <p:cNvSpPr/>
          <p:nvPr/>
        </p:nvSpPr>
        <p:spPr>
          <a:xfrm>
            <a:off x="6273758" y="3451296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418D9B-E3D1-78AA-B57D-061AE426338A}"/>
              </a:ext>
            </a:extLst>
          </p:cNvPr>
          <p:cNvSpPr/>
          <p:nvPr/>
        </p:nvSpPr>
        <p:spPr>
          <a:xfrm>
            <a:off x="7023401" y="3449235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787B22-819A-69AE-C19D-FF326AD9118C}"/>
              </a:ext>
            </a:extLst>
          </p:cNvPr>
          <p:cNvSpPr/>
          <p:nvPr/>
        </p:nvSpPr>
        <p:spPr>
          <a:xfrm>
            <a:off x="7789519" y="3231342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DFC1D9-106E-1951-9D84-0A1052B683CF}"/>
              </a:ext>
            </a:extLst>
          </p:cNvPr>
          <p:cNvSpPr/>
          <p:nvPr/>
        </p:nvSpPr>
        <p:spPr>
          <a:xfrm>
            <a:off x="7789519" y="3668266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A16307-D6DD-D086-7973-0A56DE952D85}"/>
              </a:ext>
            </a:extLst>
          </p:cNvPr>
          <p:cNvSpPr/>
          <p:nvPr/>
        </p:nvSpPr>
        <p:spPr>
          <a:xfrm>
            <a:off x="8555637" y="3444351"/>
            <a:ext cx="486031" cy="3136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2D83792-9986-0045-D2D5-91A5C6BE4E11}"/>
              </a:ext>
            </a:extLst>
          </p:cNvPr>
          <p:cNvCxnSpPr>
            <a:stCxn id="26" idx="3"/>
            <a:endCxn id="27" idx="1"/>
          </p:cNvCxnSpPr>
          <p:nvPr/>
        </p:nvCxnSpPr>
        <p:spPr>
          <a:xfrm flipV="1">
            <a:off x="6759789" y="3606037"/>
            <a:ext cx="263612" cy="20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F5D6AFE-946F-52F4-733B-0C616B0A3200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7509432" y="3388144"/>
            <a:ext cx="280087" cy="120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A500932-0132-A641-E288-BAEF79CF8497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7509432" y="3701747"/>
            <a:ext cx="280087" cy="1233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86486A4-C284-5055-E849-58671CF6ABDC}"/>
              </a:ext>
            </a:extLst>
          </p:cNvPr>
          <p:cNvCxnSpPr>
            <a:cxnSpLocks/>
          </p:cNvCxnSpPr>
          <p:nvPr/>
        </p:nvCxnSpPr>
        <p:spPr>
          <a:xfrm>
            <a:off x="8275550" y="3388144"/>
            <a:ext cx="263612" cy="120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97378AA-C17A-6A64-962A-7161F729D4FC}"/>
              </a:ext>
            </a:extLst>
          </p:cNvPr>
          <p:cNvCxnSpPr>
            <a:cxnSpLocks/>
            <a:stCxn id="29" idx="3"/>
          </p:cNvCxnSpPr>
          <p:nvPr/>
        </p:nvCxnSpPr>
        <p:spPr>
          <a:xfrm flipV="1">
            <a:off x="8275550" y="3700797"/>
            <a:ext cx="280087" cy="1242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BA4B711C-197C-FA45-65B6-515469FB60D5}"/>
              </a:ext>
            </a:extLst>
          </p:cNvPr>
          <p:cNvSpPr/>
          <p:nvPr/>
        </p:nvSpPr>
        <p:spPr>
          <a:xfrm>
            <a:off x="4352979" y="4536032"/>
            <a:ext cx="4848935" cy="10377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LinuxFP Fast Path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6" name="Cloud 55">
            <a:extLst>
              <a:ext uri="{FF2B5EF4-FFF2-40B4-BE49-F238E27FC236}">
                <a16:creationId xmlns:a16="http://schemas.microsoft.com/office/drawing/2014/main" id="{35214670-CF47-7E4F-07BC-40BE3E14C1EC}"/>
              </a:ext>
            </a:extLst>
          </p:cNvPr>
          <p:cNvSpPr/>
          <p:nvPr/>
        </p:nvSpPr>
        <p:spPr>
          <a:xfrm>
            <a:off x="1890545" y="4722416"/>
            <a:ext cx="1796995" cy="1037763"/>
          </a:xfrm>
          <a:prstGeom prst="cloud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Network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16787FB-04A0-F5C8-FC87-C14992932809}"/>
              </a:ext>
            </a:extLst>
          </p:cNvPr>
          <p:cNvCxnSpPr>
            <a:cxnSpLocks/>
            <a:stCxn id="56" idx="0"/>
            <a:endCxn id="3" idx="1"/>
          </p:cNvCxnSpPr>
          <p:nvPr/>
        </p:nvCxnSpPr>
        <p:spPr>
          <a:xfrm>
            <a:off x="3686043" y="5241298"/>
            <a:ext cx="1490004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78C0770-8656-ED16-8404-CA73F2A822EC}"/>
              </a:ext>
            </a:extLst>
          </p:cNvPr>
          <p:cNvCxnSpPr>
            <a:cxnSpLocks/>
          </p:cNvCxnSpPr>
          <p:nvPr/>
        </p:nvCxnSpPr>
        <p:spPr>
          <a:xfrm>
            <a:off x="2981893" y="2403390"/>
            <a:ext cx="7464000" cy="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9090DFD7-51C2-4671-F094-0C8F6FA42745}"/>
              </a:ext>
            </a:extLst>
          </p:cNvPr>
          <p:cNvSpPr txBox="1"/>
          <p:nvPr/>
        </p:nvSpPr>
        <p:spPr>
          <a:xfrm>
            <a:off x="756038" y="2206892"/>
            <a:ext cx="2390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Linux Networking API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C2A5E1-EBD6-4435-819C-31512F892E78}"/>
              </a:ext>
            </a:extLst>
          </p:cNvPr>
          <p:cNvSpPr/>
          <p:nvPr/>
        </p:nvSpPr>
        <p:spPr>
          <a:xfrm>
            <a:off x="5176047" y="5026619"/>
            <a:ext cx="665439" cy="4293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AF1963-640D-6CDD-4267-B60318252912}"/>
              </a:ext>
            </a:extLst>
          </p:cNvPr>
          <p:cNvSpPr/>
          <p:nvPr/>
        </p:nvSpPr>
        <p:spPr>
          <a:xfrm>
            <a:off x="6482783" y="5026617"/>
            <a:ext cx="665439" cy="4293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9202AA-0B4F-8087-FD15-CC7CB170FE18}"/>
              </a:ext>
            </a:extLst>
          </p:cNvPr>
          <p:cNvSpPr/>
          <p:nvPr/>
        </p:nvSpPr>
        <p:spPr>
          <a:xfrm>
            <a:off x="7789519" y="5026617"/>
            <a:ext cx="665439" cy="4293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FPM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90380B-4009-F47A-147E-DBB71C6C8906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 flipV="1">
            <a:off x="5841486" y="5241299"/>
            <a:ext cx="64129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C888FAB-283E-1DF6-595E-3D9032E07BA7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148222" y="5241299"/>
            <a:ext cx="6412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66D4643-599C-ACE1-3948-F30A0E4D6F42}"/>
              </a:ext>
            </a:extLst>
          </p:cNvPr>
          <p:cNvCxnSpPr>
            <a:cxnSpLocks/>
          </p:cNvCxnSpPr>
          <p:nvPr/>
        </p:nvCxnSpPr>
        <p:spPr>
          <a:xfrm flipV="1">
            <a:off x="6607533" y="3764899"/>
            <a:ext cx="0" cy="12617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AB7C3A8-F3BC-DAE3-433A-1F22A4FC188E}"/>
              </a:ext>
            </a:extLst>
          </p:cNvPr>
          <p:cNvSpPr txBox="1"/>
          <p:nvPr/>
        </p:nvSpPr>
        <p:spPr>
          <a:xfrm>
            <a:off x="6607533" y="4174203"/>
            <a:ext cx="126425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Hand Off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618AE73-BCFF-0094-B18B-39554535622A}"/>
              </a:ext>
            </a:extLst>
          </p:cNvPr>
          <p:cNvCxnSpPr/>
          <p:nvPr/>
        </p:nvCxnSpPr>
        <p:spPr>
          <a:xfrm flipV="1">
            <a:off x="7975157" y="3981869"/>
            <a:ext cx="0" cy="1044748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3E2E414-8704-78D4-2FA1-2AE4C2E450DA}"/>
              </a:ext>
            </a:extLst>
          </p:cNvPr>
          <p:cNvCxnSpPr>
            <a:cxnSpLocks/>
          </p:cNvCxnSpPr>
          <p:nvPr/>
        </p:nvCxnSpPr>
        <p:spPr>
          <a:xfrm>
            <a:off x="8080241" y="3981869"/>
            <a:ext cx="1" cy="1044748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14A582D-0C57-8E56-09A0-45D9385481D8}"/>
              </a:ext>
            </a:extLst>
          </p:cNvPr>
          <p:cNvSpPr txBox="1"/>
          <p:nvPr/>
        </p:nvSpPr>
        <p:spPr>
          <a:xfrm>
            <a:off x="8094255" y="4149290"/>
            <a:ext cx="134553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Read/Write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4DDB07-4E49-6C9F-7398-F8D552D9812F}"/>
              </a:ext>
            </a:extLst>
          </p:cNvPr>
          <p:cNvSpPr/>
          <p:nvPr/>
        </p:nvSpPr>
        <p:spPr>
          <a:xfrm>
            <a:off x="4111897" y="1418544"/>
            <a:ext cx="2161847" cy="5692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LinuxFP Controller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74CD089-6B4B-AC30-7ADA-E124C2B0783B}"/>
              </a:ext>
            </a:extLst>
          </p:cNvPr>
          <p:cNvCxnSpPr>
            <a:cxnSpLocks/>
          </p:cNvCxnSpPr>
          <p:nvPr/>
        </p:nvCxnSpPr>
        <p:spPr>
          <a:xfrm>
            <a:off x="5695785" y="1987827"/>
            <a:ext cx="0" cy="2516452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F4839F6-240F-B37E-7C27-1AF15D458519}"/>
              </a:ext>
            </a:extLst>
          </p:cNvPr>
          <p:cNvSpPr txBox="1"/>
          <p:nvPr/>
        </p:nvSpPr>
        <p:spPr>
          <a:xfrm>
            <a:off x="4502478" y="3782361"/>
            <a:ext cx="1264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Assemble Fast Path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47AFF25-3222-738F-7A09-E3FF9B9CDC93}"/>
              </a:ext>
            </a:extLst>
          </p:cNvPr>
          <p:cNvCxnSpPr>
            <a:cxnSpLocks/>
          </p:cNvCxnSpPr>
          <p:nvPr/>
        </p:nvCxnSpPr>
        <p:spPr>
          <a:xfrm>
            <a:off x="6090698" y="1987826"/>
            <a:ext cx="0" cy="588398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B9C9305-F86F-A291-1C33-7200E05A6BD5}"/>
              </a:ext>
            </a:extLst>
          </p:cNvPr>
          <p:cNvSpPr txBox="1"/>
          <p:nvPr/>
        </p:nvSpPr>
        <p:spPr>
          <a:xfrm>
            <a:off x="6078506" y="2034059"/>
            <a:ext cx="1264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Introspect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91B999-81F7-EB34-5E99-EC68F06B9EE4}"/>
              </a:ext>
            </a:extLst>
          </p:cNvPr>
          <p:cNvSpPr txBox="1"/>
          <p:nvPr/>
        </p:nvSpPr>
        <p:spPr>
          <a:xfrm>
            <a:off x="838199" y="948425"/>
            <a:ext cx="2847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What</a:t>
            </a:r>
            <a:r>
              <a:rPr lang="en-US" sz="2400" dirty="0">
                <a:solidFill>
                  <a:schemeClr val="accent2"/>
                </a:solidFill>
              </a:rPr>
              <a:t> to Accelerate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D84F6C8-5E78-EDC9-399A-8F9FA20CAF97}"/>
              </a:ext>
            </a:extLst>
          </p:cNvPr>
          <p:cNvCxnSpPr>
            <a:cxnSpLocks/>
          </p:cNvCxnSpPr>
          <p:nvPr/>
        </p:nvCxnSpPr>
        <p:spPr>
          <a:xfrm>
            <a:off x="7693307" y="1690688"/>
            <a:ext cx="0" cy="885536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Graphic 21" descr="Programmer female with solid fill">
            <a:extLst>
              <a:ext uri="{FF2B5EF4-FFF2-40B4-BE49-F238E27FC236}">
                <a16:creationId xmlns:a16="http://schemas.microsoft.com/office/drawing/2014/main" id="{1090C794-E1B5-3232-C164-01EFB518D5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37946" y="1254998"/>
            <a:ext cx="914400" cy="914400"/>
          </a:xfrm>
          <a:prstGeom prst="rect">
            <a:avLst/>
          </a:prstGeom>
        </p:spPr>
      </p:pic>
      <p:pic>
        <p:nvPicPr>
          <p:cNvPr id="31" name="Graphic 30" descr="Checkmark with solid fill">
            <a:extLst>
              <a:ext uri="{FF2B5EF4-FFF2-40B4-BE49-F238E27FC236}">
                <a16:creationId xmlns:a16="http://schemas.microsoft.com/office/drawing/2014/main" id="{CB68E899-B7F1-168F-F9C2-C57DF67425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08091" y="1193742"/>
            <a:ext cx="914400" cy="9144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A3C6F75-6ACB-09BB-6335-8B8837EF375E}"/>
              </a:ext>
            </a:extLst>
          </p:cNvPr>
          <p:cNvSpPr txBox="1"/>
          <p:nvPr/>
        </p:nvSpPr>
        <p:spPr>
          <a:xfrm>
            <a:off x="6685147" y="436230"/>
            <a:ext cx="466865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 This is my virtual router setup script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a add 10.0.1.1/24 dev ens1f0np0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a add 10.0.2.1/24 dev ens1f1np1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l set up dev ens1f0np0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l set up dev ens1f1np1</a:t>
            </a:r>
          </a:p>
        </p:txBody>
      </p:sp>
    </p:spTree>
    <p:extLst>
      <p:ext uri="{BB962C8B-B14F-4D97-AF65-F5344CB8AC3E}">
        <p14:creationId xmlns:p14="http://schemas.microsoft.com/office/powerpoint/2010/main" val="18638876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7D01B53-30A2-399C-EEFB-F090D09C5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LinuxFP </a:t>
            </a:r>
            <a:r>
              <a:rPr lang="en-US" b="1" dirty="0">
                <a:solidFill>
                  <a:schemeClr val="accent2"/>
                </a:solidFill>
              </a:rPr>
              <a:t>Controller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3E72647-91C9-5538-322A-15D66BF88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9939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Service Inspector</a:t>
            </a:r>
          </a:p>
          <a:p>
            <a:pPr lvl="1"/>
            <a:r>
              <a:rPr lang="en-US" dirty="0" err="1"/>
              <a:t>netlink</a:t>
            </a:r>
            <a:endParaRPr lang="en-US" dirty="0"/>
          </a:p>
          <a:p>
            <a:r>
              <a:rPr lang="en-US" dirty="0"/>
              <a:t>Topology Manager</a:t>
            </a:r>
          </a:p>
          <a:p>
            <a:pPr lvl="1"/>
            <a:r>
              <a:rPr lang="en-US" dirty="0"/>
              <a:t>Maintain processing order</a:t>
            </a:r>
          </a:p>
          <a:p>
            <a:pPr lvl="1"/>
            <a:r>
              <a:rPr lang="en-US" dirty="0"/>
              <a:t>JSON graph, specific config</a:t>
            </a:r>
          </a:p>
          <a:p>
            <a:r>
              <a:rPr lang="en-US" dirty="0"/>
              <a:t>Fast Path Synthesizer</a:t>
            </a:r>
          </a:p>
          <a:p>
            <a:pPr lvl="1"/>
            <a:r>
              <a:rPr lang="en-US" dirty="0"/>
              <a:t>Select FMP module template</a:t>
            </a:r>
          </a:p>
          <a:p>
            <a:pPr lvl="1"/>
            <a:r>
              <a:rPr lang="en-US" dirty="0"/>
              <a:t>Parameterize using config</a:t>
            </a:r>
          </a:p>
          <a:p>
            <a:r>
              <a:rPr lang="en-US" dirty="0"/>
              <a:t>Compatibility Manager</a:t>
            </a:r>
          </a:p>
          <a:p>
            <a:r>
              <a:rPr lang="en-US" dirty="0"/>
              <a:t>Fast Path Deployer</a:t>
            </a:r>
          </a:p>
          <a:p>
            <a:pPr lvl="1"/>
            <a:r>
              <a:rPr lang="en-US" dirty="0"/>
              <a:t>Generate </a:t>
            </a:r>
            <a:r>
              <a:rPr lang="en-US" dirty="0" err="1"/>
              <a:t>eBPF</a:t>
            </a:r>
            <a:r>
              <a:rPr lang="en-US" dirty="0"/>
              <a:t> bytecode</a:t>
            </a:r>
          </a:p>
          <a:p>
            <a:pPr lvl="1"/>
            <a:r>
              <a:rPr lang="en-US" dirty="0"/>
              <a:t>Attach to TC (traffic control) or XDP hooks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7BE298-C608-F8AD-57ED-C4FB15227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41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856697-19AF-9FA9-1D9F-4F745EC5D8D4}"/>
              </a:ext>
            </a:extLst>
          </p:cNvPr>
          <p:cNvSpPr/>
          <p:nvPr/>
        </p:nvSpPr>
        <p:spPr>
          <a:xfrm>
            <a:off x="838200" y="1509939"/>
            <a:ext cx="6324600" cy="41724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9089BCE-56A1-9F0D-2BDE-E21DB1618D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9622669"/>
              </p:ext>
            </p:extLst>
          </p:nvPr>
        </p:nvGraphicFramePr>
        <p:xfrm>
          <a:off x="4713311" y="524457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365609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7D01B53-30A2-399C-EEFB-F090D09C5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LinuxFP </a:t>
            </a:r>
            <a:r>
              <a:rPr lang="en-US" b="1" dirty="0">
                <a:solidFill>
                  <a:schemeClr val="accent2"/>
                </a:solidFill>
              </a:rPr>
              <a:t>Controller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3E72647-91C9-5538-322A-15D66BF88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9939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Service Inspector</a:t>
            </a:r>
          </a:p>
          <a:p>
            <a:pPr lvl="1"/>
            <a:r>
              <a:rPr lang="en-US" dirty="0" err="1"/>
              <a:t>netlink</a:t>
            </a:r>
            <a:endParaRPr lang="en-US" dirty="0"/>
          </a:p>
          <a:p>
            <a:r>
              <a:rPr lang="en-US" dirty="0"/>
              <a:t>Topology Manager</a:t>
            </a:r>
          </a:p>
          <a:p>
            <a:pPr lvl="1"/>
            <a:r>
              <a:rPr lang="en-US" dirty="0"/>
              <a:t>Maintain processing order</a:t>
            </a:r>
          </a:p>
          <a:p>
            <a:pPr lvl="1"/>
            <a:r>
              <a:rPr lang="en-US" dirty="0"/>
              <a:t>JSON graph, specific config</a:t>
            </a:r>
          </a:p>
          <a:p>
            <a:r>
              <a:rPr lang="en-US" dirty="0"/>
              <a:t>Fast Path Synthesizer</a:t>
            </a:r>
          </a:p>
          <a:p>
            <a:pPr lvl="1"/>
            <a:r>
              <a:rPr lang="en-US" dirty="0"/>
              <a:t>Select FMP module template</a:t>
            </a:r>
          </a:p>
          <a:p>
            <a:pPr lvl="1"/>
            <a:r>
              <a:rPr lang="en-US" dirty="0"/>
              <a:t>Parameterize using config</a:t>
            </a:r>
          </a:p>
          <a:p>
            <a:r>
              <a:rPr lang="en-US" dirty="0"/>
              <a:t>Compatibility Manager</a:t>
            </a:r>
          </a:p>
          <a:p>
            <a:r>
              <a:rPr lang="en-US" dirty="0"/>
              <a:t>Fast Path Deployer</a:t>
            </a:r>
          </a:p>
          <a:p>
            <a:pPr lvl="1"/>
            <a:r>
              <a:rPr lang="en-US" dirty="0"/>
              <a:t>Generate </a:t>
            </a:r>
            <a:r>
              <a:rPr lang="en-US" dirty="0" err="1"/>
              <a:t>eBPF</a:t>
            </a:r>
            <a:r>
              <a:rPr lang="en-US" dirty="0"/>
              <a:t> bytecode</a:t>
            </a:r>
          </a:p>
          <a:p>
            <a:pPr lvl="1"/>
            <a:r>
              <a:rPr lang="en-US" dirty="0"/>
              <a:t>Attach to TC (traffic control) or XDP hooks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7BE298-C608-F8AD-57ED-C4FB15227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42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856697-19AF-9FA9-1D9F-4F745EC5D8D4}"/>
              </a:ext>
            </a:extLst>
          </p:cNvPr>
          <p:cNvSpPr/>
          <p:nvPr/>
        </p:nvSpPr>
        <p:spPr>
          <a:xfrm>
            <a:off x="838200" y="2209799"/>
            <a:ext cx="6324600" cy="3472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9089BCE-56A1-9F0D-2BDE-E21DB1618D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0792184"/>
              </p:ext>
            </p:extLst>
          </p:nvPr>
        </p:nvGraphicFramePr>
        <p:xfrm>
          <a:off x="4713311" y="524457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539217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7D01B53-30A2-399C-EEFB-F090D09C5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LinuxFP </a:t>
            </a:r>
            <a:r>
              <a:rPr lang="en-US" b="1" dirty="0">
                <a:solidFill>
                  <a:schemeClr val="accent2"/>
                </a:solidFill>
              </a:rPr>
              <a:t>Controller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3E72647-91C9-5538-322A-15D66BF88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9939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Service Inspector</a:t>
            </a:r>
          </a:p>
          <a:p>
            <a:pPr lvl="1"/>
            <a:r>
              <a:rPr lang="en-US" dirty="0" err="1"/>
              <a:t>netlink</a:t>
            </a: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Topology Manager</a:t>
            </a:r>
          </a:p>
          <a:p>
            <a:pPr lvl="1"/>
            <a:r>
              <a:rPr lang="en-US" dirty="0"/>
              <a:t>Maintain processing order</a:t>
            </a:r>
          </a:p>
          <a:p>
            <a:pPr lvl="1"/>
            <a:r>
              <a:rPr lang="en-US" dirty="0"/>
              <a:t>JSON graph, specific config</a:t>
            </a:r>
          </a:p>
          <a:p>
            <a:r>
              <a:rPr lang="en-US" dirty="0"/>
              <a:t>Fast Path Synthesizer</a:t>
            </a:r>
          </a:p>
          <a:p>
            <a:pPr lvl="1"/>
            <a:r>
              <a:rPr lang="en-US" dirty="0"/>
              <a:t>Select FMP module template</a:t>
            </a:r>
          </a:p>
          <a:p>
            <a:pPr lvl="1"/>
            <a:r>
              <a:rPr lang="en-US" dirty="0"/>
              <a:t>Parameterize using config</a:t>
            </a:r>
          </a:p>
          <a:p>
            <a:r>
              <a:rPr lang="en-US" dirty="0"/>
              <a:t>Compatibility Manager</a:t>
            </a:r>
          </a:p>
          <a:p>
            <a:r>
              <a:rPr lang="en-US" dirty="0"/>
              <a:t>Fast Path Deployer</a:t>
            </a:r>
          </a:p>
          <a:p>
            <a:pPr lvl="1"/>
            <a:r>
              <a:rPr lang="en-US" dirty="0"/>
              <a:t>Generate </a:t>
            </a:r>
            <a:r>
              <a:rPr lang="en-US" dirty="0" err="1"/>
              <a:t>eBPF</a:t>
            </a:r>
            <a:r>
              <a:rPr lang="en-US" dirty="0"/>
              <a:t> bytecode</a:t>
            </a:r>
          </a:p>
          <a:p>
            <a:pPr lvl="1"/>
            <a:r>
              <a:rPr lang="en-US" dirty="0"/>
              <a:t>Attach to TC (traffic control) or XDP hooks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7BE298-C608-F8AD-57ED-C4FB15227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43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856697-19AF-9FA9-1D9F-4F745EC5D8D4}"/>
              </a:ext>
            </a:extLst>
          </p:cNvPr>
          <p:cNvSpPr/>
          <p:nvPr/>
        </p:nvSpPr>
        <p:spPr>
          <a:xfrm>
            <a:off x="838200" y="3167743"/>
            <a:ext cx="6324600" cy="25145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9089BCE-56A1-9F0D-2BDE-E21DB1618D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0894837"/>
              </p:ext>
            </p:extLst>
          </p:nvPr>
        </p:nvGraphicFramePr>
        <p:xfrm>
          <a:off x="4713311" y="524457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946474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7D01B53-30A2-399C-EEFB-F090D09C5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LinuxFP </a:t>
            </a:r>
            <a:r>
              <a:rPr lang="en-US" b="1" dirty="0">
                <a:solidFill>
                  <a:schemeClr val="accent2"/>
                </a:solidFill>
              </a:rPr>
              <a:t>Controller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3E72647-91C9-5538-322A-15D66BF88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9939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Service Inspector</a:t>
            </a:r>
          </a:p>
          <a:p>
            <a:pPr lvl="1"/>
            <a:r>
              <a:rPr lang="en-US" dirty="0" err="1"/>
              <a:t>netlink</a:t>
            </a:r>
            <a:endParaRPr lang="en-US" dirty="0"/>
          </a:p>
          <a:p>
            <a:r>
              <a:rPr lang="en-US" dirty="0"/>
              <a:t>Topology Manager</a:t>
            </a:r>
          </a:p>
          <a:p>
            <a:pPr lvl="1"/>
            <a:r>
              <a:rPr lang="en-US" dirty="0"/>
              <a:t>Maintain processing order</a:t>
            </a:r>
          </a:p>
          <a:p>
            <a:pPr lvl="1"/>
            <a:r>
              <a:rPr lang="en-US" dirty="0"/>
              <a:t>JSON graph, specific config</a:t>
            </a:r>
          </a:p>
          <a:p>
            <a:r>
              <a:rPr lang="en-US" b="1" dirty="0">
                <a:solidFill>
                  <a:schemeClr val="accent2"/>
                </a:solidFill>
              </a:rPr>
              <a:t>Fast Path Synthesizer</a:t>
            </a:r>
          </a:p>
          <a:p>
            <a:pPr lvl="1"/>
            <a:r>
              <a:rPr lang="en-US" dirty="0"/>
              <a:t>Select FPM template</a:t>
            </a:r>
          </a:p>
          <a:p>
            <a:pPr lvl="1"/>
            <a:r>
              <a:rPr lang="en-US" dirty="0"/>
              <a:t>Parameterize using config</a:t>
            </a:r>
          </a:p>
          <a:p>
            <a:r>
              <a:rPr lang="en-US" b="1" dirty="0">
                <a:solidFill>
                  <a:schemeClr val="accent2"/>
                </a:solidFill>
              </a:rPr>
              <a:t>Compatibility Manager</a:t>
            </a:r>
          </a:p>
          <a:p>
            <a:r>
              <a:rPr lang="en-US" dirty="0"/>
              <a:t>Fast Path Deployer</a:t>
            </a:r>
          </a:p>
          <a:p>
            <a:pPr lvl="1"/>
            <a:r>
              <a:rPr lang="en-US" dirty="0"/>
              <a:t>Generate </a:t>
            </a:r>
            <a:r>
              <a:rPr lang="en-US" dirty="0" err="1"/>
              <a:t>eBPF</a:t>
            </a:r>
            <a:r>
              <a:rPr lang="en-US" dirty="0"/>
              <a:t> bytecode</a:t>
            </a:r>
          </a:p>
          <a:p>
            <a:pPr lvl="1"/>
            <a:r>
              <a:rPr lang="en-US" dirty="0"/>
              <a:t>Attach to TC (traffic control) or XDP hooks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7BE298-C608-F8AD-57ED-C4FB15227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44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856697-19AF-9FA9-1D9F-4F745EC5D8D4}"/>
              </a:ext>
            </a:extLst>
          </p:cNvPr>
          <p:cNvSpPr/>
          <p:nvPr/>
        </p:nvSpPr>
        <p:spPr>
          <a:xfrm>
            <a:off x="838200" y="4615543"/>
            <a:ext cx="6324600" cy="10667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9089BCE-56A1-9F0D-2BDE-E21DB1618D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4234948"/>
              </p:ext>
            </p:extLst>
          </p:nvPr>
        </p:nvGraphicFramePr>
        <p:xfrm>
          <a:off x="4713311" y="524457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675045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7D01B53-30A2-399C-EEFB-F090D09C5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LinuxFP </a:t>
            </a:r>
            <a:r>
              <a:rPr lang="en-US" b="1" dirty="0">
                <a:solidFill>
                  <a:schemeClr val="accent2"/>
                </a:solidFill>
              </a:rPr>
              <a:t>Controller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3E72647-91C9-5538-322A-15D66BF88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9939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Service Inspector</a:t>
            </a:r>
          </a:p>
          <a:p>
            <a:pPr lvl="1"/>
            <a:r>
              <a:rPr lang="en-US" dirty="0" err="1"/>
              <a:t>netlink</a:t>
            </a:r>
            <a:endParaRPr lang="en-US" dirty="0"/>
          </a:p>
          <a:p>
            <a:r>
              <a:rPr lang="en-US" dirty="0"/>
              <a:t>Topology Manager</a:t>
            </a:r>
          </a:p>
          <a:p>
            <a:pPr lvl="1"/>
            <a:r>
              <a:rPr lang="en-US" dirty="0"/>
              <a:t>Maintain processing order</a:t>
            </a:r>
          </a:p>
          <a:p>
            <a:pPr lvl="1"/>
            <a:r>
              <a:rPr lang="en-US" dirty="0"/>
              <a:t>JSON graph, specific config</a:t>
            </a:r>
          </a:p>
          <a:p>
            <a:r>
              <a:rPr lang="en-US" dirty="0"/>
              <a:t>Fast Path Synthesizer</a:t>
            </a:r>
          </a:p>
          <a:p>
            <a:pPr lvl="1"/>
            <a:r>
              <a:rPr lang="en-US" dirty="0"/>
              <a:t>Select FPM template</a:t>
            </a:r>
          </a:p>
          <a:p>
            <a:pPr lvl="1"/>
            <a:r>
              <a:rPr lang="en-US" dirty="0"/>
              <a:t>Parameterize using config</a:t>
            </a:r>
          </a:p>
          <a:p>
            <a:r>
              <a:rPr lang="en-US" dirty="0"/>
              <a:t>Compatibility Manager</a:t>
            </a:r>
          </a:p>
          <a:p>
            <a:r>
              <a:rPr lang="en-US" b="1" dirty="0">
                <a:solidFill>
                  <a:schemeClr val="accent2"/>
                </a:solidFill>
              </a:rPr>
              <a:t>Fast Path Deployer</a:t>
            </a:r>
          </a:p>
          <a:p>
            <a:pPr lvl="1"/>
            <a:r>
              <a:rPr lang="en-US" dirty="0"/>
              <a:t>Generate </a:t>
            </a:r>
            <a:r>
              <a:rPr lang="en-US" dirty="0" err="1"/>
              <a:t>eBPF</a:t>
            </a:r>
            <a:r>
              <a:rPr lang="en-US" dirty="0"/>
              <a:t> bytecode</a:t>
            </a:r>
          </a:p>
          <a:p>
            <a:pPr lvl="1"/>
            <a:r>
              <a:rPr lang="en-US" dirty="0"/>
              <a:t>Attach to TC (traffic control) or XDP hooks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7BE298-C608-F8AD-57ED-C4FB15227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45</a:t>
            </a:fld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9089BCE-56A1-9F0D-2BDE-E21DB1618D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4699031"/>
              </p:ext>
            </p:extLst>
          </p:nvPr>
        </p:nvGraphicFramePr>
        <p:xfrm>
          <a:off x="4713311" y="524457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416634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7A631-C18E-9F59-E02B-E39F339E0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What to accelerate?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B8AEB72B-E5EC-734F-F469-19D55EC087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438372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9D7BD8-3DDA-E0FC-529D-2C24321DB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8804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7A631-C18E-9F59-E02B-E39F339E0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accelerate </a:t>
            </a:r>
            <a:r>
              <a:rPr lang="en-US" b="1" dirty="0">
                <a:solidFill>
                  <a:schemeClr val="accent2"/>
                </a:solidFill>
              </a:rPr>
              <a:t>for forwarding</a:t>
            </a:r>
            <a:r>
              <a:rPr lang="en-US" dirty="0"/>
              <a:t>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9D7BD8-3DDA-E0FC-529D-2C24321DB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7281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5" descr="A close-up of a graph&#10;&#10;Description automatically generated">
            <a:extLst>
              <a:ext uri="{FF2B5EF4-FFF2-40B4-BE49-F238E27FC236}">
                <a16:creationId xmlns:a16="http://schemas.microsoft.com/office/drawing/2014/main" id="{012578E5-A4AC-2F4B-A218-02A05D8E1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268" y="1231685"/>
            <a:ext cx="10179463" cy="43982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D7A631-C18E-9F59-E02B-E39F339E0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accelerate </a:t>
            </a:r>
            <a:r>
              <a:rPr lang="en-US" b="1" dirty="0">
                <a:solidFill>
                  <a:schemeClr val="accent2"/>
                </a:solidFill>
              </a:rPr>
              <a:t>for forwarding</a:t>
            </a:r>
            <a:r>
              <a:rPr lang="en-US" dirty="0"/>
              <a:t>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9D7BD8-3DDA-E0FC-529D-2C24321DB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48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983631-4702-508E-CA2F-555D293A542E}"/>
              </a:ext>
            </a:extLst>
          </p:cNvPr>
          <p:cNvSpPr txBox="1"/>
          <p:nvPr/>
        </p:nvSpPr>
        <p:spPr>
          <a:xfrm>
            <a:off x="292280" y="2779470"/>
            <a:ext cx="8703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</a:t>
            </a:r>
          </a:p>
          <a:p>
            <a:r>
              <a:rPr lang="en-US" dirty="0"/>
              <a:t>Of</a:t>
            </a:r>
          </a:p>
          <a:p>
            <a:r>
              <a:rPr lang="en-US" dirty="0"/>
              <a:t>Call</a:t>
            </a:r>
          </a:p>
          <a:p>
            <a:r>
              <a:rPr lang="en-US" dirty="0"/>
              <a:t>Stack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39382C-8F82-0A06-261D-AA541777077C}"/>
              </a:ext>
            </a:extLst>
          </p:cNvPr>
          <p:cNvSpPr txBox="1"/>
          <p:nvPr/>
        </p:nvSpPr>
        <p:spPr>
          <a:xfrm>
            <a:off x="8647610" y="5623812"/>
            <a:ext cx="3252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Trace Call Stacks </a:t>
            </a:r>
          </a:p>
        </p:txBody>
      </p:sp>
    </p:spTree>
    <p:extLst>
      <p:ext uri="{BB962C8B-B14F-4D97-AF65-F5344CB8AC3E}">
        <p14:creationId xmlns:p14="http://schemas.microsoft.com/office/powerpoint/2010/main" val="11139682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5" descr="A close-up of a graph&#10;&#10;Description automatically generated">
            <a:extLst>
              <a:ext uri="{FF2B5EF4-FFF2-40B4-BE49-F238E27FC236}">
                <a16:creationId xmlns:a16="http://schemas.microsoft.com/office/drawing/2014/main" id="{69A11AD6-8C65-2390-7076-9E2D7B76E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268" y="1231685"/>
            <a:ext cx="10179463" cy="43982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D7A631-C18E-9F59-E02B-E39F339E0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accelerate </a:t>
            </a:r>
            <a:r>
              <a:rPr lang="en-US" b="1" dirty="0">
                <a:solidFill>
                  <a:schemeClr val="accent2"/>
                </a:solidFill>
              </a:rPr>
              <a:t>for forwarding</a:t>
            </a:r>
            <a:r>
              <a:rPr lang="en-US" dirty="0"/>
              <a:t>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9D7BD8-3DDA-E0FC-529D-2C24321DB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49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D5EA20-9565-7F49-F4BF-867FFF03FC54}"/>
              </a:ext>
            </a:extLst>
          </p:cNvPr>
          <p:cNvSpPr/>
          <p:nvPr/>
        </p:nvSpPr>
        <p:spPr>
          <a:xfrm rot="16200000">
            <a:off x="1855752" y="2532294"/>
            <a:ext cx="2958737" cy="4572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 descr="Close with solid fill">
            <a:extLst>
              <a:ext uri="{FF2B5EF4-FFF2-40B4-BE49-F238E27FC236}">
                <a16:creationId xmlns:a16="http://schemas.microsoft.com/office/drawing/2014/main" id="{AB53DB64-2177-5C79-5EB2-3FEA596F69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21572" y="1690688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38A6256-5D0D-B189-2A56-9666CA669639}"/>
              </a:ext>
            </a:extLst>
          </p:cNvPr>
          <p:cNvSpPr txBox="1"/>
          <p:nvPr/>
        </p:nvSpPr>
        <p:spPr>
          <a:xfrm>
            <a:off x="292280" y="2779470"/>
            <a:ext cx="8703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</a:t>
            </a:r>
          </a:p>
          <a:p>
            <a:r>
              <a:rPr lang="en-US" dirty="0"/>
              <a:t>Of</a:t>
            </a:r>
          </a:p>
          <a:p>
            <a:r>
              <a:rPr lang="en-US" dirty="0"/>
              <a:t>Call</a:t>
            </a:r>
          </a:p>
          <a:p>
            <a:r>
              <a:rPr lang="en-US" dirty="0"/>
              <a:t>Stack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005F34-24F3-7339-8CDC-841EE73D0916}"/>
              </a:ext>
            </a:extLst>
          </p:cNvPr>
          <p:cNvSpPr txBox="1"/>
          <p:nvPr/>
        </p:nvSpPr>
        <p:spPr>
          <a:xfrm>
            <a:off x="8647610" y="5623812"/>
            <a:ext cx="3252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Trace Call Stacks </a:t>
            </a:r>
          </a:p>
        </p:txBody>
      </p:sp>
    </p:spTree>
    <p:extLst>
      <p:ext uri="{BB962C8B-B14F-4D97-AF65-F5344CB8AC3E}">
        <p14:creationId xmlns:p14="http://schemas.microsoft.com/office/powerpoint/2010/main" val="9205526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5" descr="A close-up of a graph&#10;&#10;Description automatically generated">
            <a:extLst>
              <a:ext uri="{FF2B5EF4-FFF2-40B4-BE49-F238E27FC236}">
                <a16:creationId xmlns:a16="http://schemas.microsoft.com/office/drawing/2014/main" id="{69A11AD6-8C65-2390-7076-9E2D7B76E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268" y="1231685"/>
            <a:ext cx="10179463" cy="43982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D7A631-C18E-9F59-E02B-E39F339E0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accelerate </a:t>
            </a:r>
            <a:r>
              <a:rPr lang="en-US" b="1" dirty="0">
                <a:solidFill>
                  <a:schemeClr val="accent2"/>
                </a:solidFill>
              </a:rPr>
              <a:t>for forwarding</a:t>
            </a:r>
            <a:r>
              <a:rPr lang="en-US" dirty="0"/>
              <a:t>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9D7BD8-3DDA-E0FC-529D-2C24321DB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50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E85EBC-A9EE-4413-BD93-55F65B7FAA94}"/>
              </a:ext>
            </a:extLst>
          </p:cNvPr>
          <p:cNvSpPr/>
          <p:nvPr/>
        </p:nvSpPr>
        <p:spPr>
          <a:xfrm>
            <a:off x="5364479" y="2923776"/>
            <a:ext cx="4663440" cy="273512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77D200B2-E961-446E-49C6-CA141E8A97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9420" y="1959900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38A6256-5D0D-B189-2A56-9666CA669639}"/>
              </a:ext>
            </a:extLst>
          </p:cNvPr>
          <p:cNvSpPr txBox="1"/>
          <p:nvPr/>
        </p:nvSpPr>
        <p:spPr>
          <a:xfrm>
            <a:off x="292280" y="2779470"/>
            <a:ext cx="8703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</a:t>
            </a:r>
          </a:p>
          <a:p>
            <a:r>
              <a:rPr lang="en-US" dirty="0"/>
              <a:t>Of</a:t>
            </a:r>
          </a:p>
          <a:p>
            <a:r>
              <a:rPr lang="en-US" dirty="0"/>
              <a:t>Call</a:t>
            </a:r>
          </a:p>
          <a:p>
            <a:r>
              <a:rPr lang="en-US" dirty="0"/>
              <a:t>Stack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005F34-24F3-7339-8CDC-841EE73D0916}"/>
              </a:ext>
            </a:extLst>
          </p:cNvPr>
          <p:cNvSpPr txBox="1"/>
          <p:nvPr/>
        </p:nvSpPr>
        <p:spPr>
          <a:xfrm>
            <a:off x="8647610" y="5623812"/>
            <a:ext cx="3252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Trace Call Stacks </a:t>
            </a:r>
          </a:p>
        </p:txBody>
      </p:sp>
    </p:spTree>
    <p:extLst>
      <p:ext uri="{BB962C8B-B14F-4D97-AF65-F5344CB8AC3E}">
        <p14:creationId xmlns:p14="http://schemas.microsoft.com/office/powerpoint/2010/main" val="8784240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B21E6D0-CA71-D0C1-1AFE-C65301F55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22171" cy="5173526"/>
          </a:xfrm>
        </p:spPr>
        <p:txBody>
          <a:bodyPr>
            <a:normAutofit/>
          </a:bodyPr>
          <a:lstStyle/>
          <a:p>
            <a:r>
              <a:rPr lang="en-US" sz="4400" dirty="0"/>
              <a:t>Forwarding </a:t>
            </a:r>
            <a:br>
              <a:rPr lang="en-US" sz="4400" dirty="0"/>
            </a:br>
            <a:r>
              <a:rPr lang="en-US" sz="4400" dirty="0"/>
              <a:t>in LinuxFP</a:t>
            </a:r>
            <a:br>
              <a:rPr lang="en-US" sz="4400" dirty="0"/>
            </a:b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B2F563-542A-FF4C-9913-4251C65E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51</a:t>
            </a:fld>
            <a:endParaRPr lang="en-US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7B1BDEB3-C203-8DDE-1994-BAFF6BD2B0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3460446"/>
              </p:ext>
            </p:extLst>
          </p:nvPr>
        </p:nvGraphicFramePr>
        <p:xfrm>
          <a:off x="3940629" y="365125"/>
          <a:ext cx="7652657" cy="53548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301077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9C265-B2EC-9764-261D-33231C7AB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LinuxFP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Evaluation</a:t>
            </a:r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E586ECE6-5C82-162B-6437-3D5DD40FC6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5168199"/>
              </p:ext>
            </p:extLst>
          </p:nvPr>
        </p:nvGraphicFramePr>
        <p:xfrm>
          <a:off x="838200" y="1825624"/>
          <a:ext cx="10515600" cy="37260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793873-ABE0-242D-59C4-97FE143AE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A137B-0990-0F49-91F8-F963D2735700}" type="slidenum">
              <a:rPr lang="en-US" smtClean="0"/>
              <a:t>52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62EA9E-2E04-3ECB-4613-4DDCA191AA75}"/>
              </a:ext>
            </a:extLst>
          </p:cNvPr>
          <p:cNvSpPr/>
          <p:nvPr/>
        </p:nvSpPr>
        <p:spPr>
          <a:xfrm>
            <a:off x="1201783" y="4258491"/>
            <a:ext cx="4519748" cy="11495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F40F5B-5E98-2A0A-2722-C26FF5B4B09E}"/>
              </a:ext>
            </a:extLst>
          </p:cNvPr>
          <p:cNvSpPr/>
          <p:nvPr/>
        </p:nvSpPr>
        <p:spPr>
          <a:xfrm>
            <a:off x="6277790" y="4537117"/>
            <a:ext cx="5076009" cy="11495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0336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9C265-B2EC-9764-261D-33231C7AB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LinuxFP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Evaluation</a:t>
            </a:r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E586ECE6-5C82-162B-6437-3D5DD40FC6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8932323"/>
              </p:ext>
            </p:extLst>
          </p:nvPr>
        </p:nvGraphicFramePr>
        <p:xfrm>
          <a:off x="838200" y="1825624"/>
          <a:ext cx="10515600" cy="37260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793873-ABE0-242D-59C4-97FE143AE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A137B-0990-0F49-91F8-F963D2735700}" type="slidenum">
              <a:rPr lang="en-US" smtClean="0"/>
              <a:t>53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F40F5B-5E98-2A0A-2722-C26FF5B4B09E}"/>
              </a:ext>
            </a:extLst>
          </p:cNvPr>
          <p:cNvSpPr/>
          <p:nvPr/>
        </p:nvSpPr>
        <p:spPr>
          <a:xfrm>
            <a:off x="6277790" y="4537117"/>
            <a:ext cx="5076009" cy="11495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3821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3E02B-1081-B331-17A0-73257501F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54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A5B609A-F3D7-BC11-21C5-75E2C207F22C}"/>
              </a:ext>
            </a:extLst>
          </p:cNvPr>
          <p:cNvSpPr txBox="1">
            <a:spLocks/>
          </p:cNvSpPr>
          <p:nvPr/>
        </p:nvSpPr>
        <p:spPr>
          <a:xfrm>
            <a:off x="643465" y="3505199"/>
            <a:ext cx="4809068" cy="2608143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Virtual Network Functions: </a:t>
            </a:r>
            <a:r>
              <a:rPr lang="en-US" sz="4000" b="1" dirty="0">
                <a:solidFill>
                  <a:schemeClr val="accent2"/>
                </a:solidFill>
              </a:rPr>
              <a:t>Baselines</a:t>
            </a:r>
          </a:p>
        </p:txBody>
      </p:sp>
      <p:pic>
        <p:nvPicPr>
          <p:cNvPr id="6" name="Graphic 5" descr="Server">
            <a:extLst>
              <a:ext uri="{FF2B5EF4-FFF2-40B4-BE49-F238E27FC236}">
                <a16:creationId xmlns:a16="http://schemas.microsoft.com/office/drawing/2014/main" id="{3E920B99-8490-95CE-6D0F-28BF47118B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0799" y="2519363"/>
            <a:ext cx="914400" cy="914400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2B716AA-02DB-29B4-05A5-98F0AB520116}"/>
              </a:ext>
            </a:extLst>
          </p:cNvPr>
          <p:cNvSpPr txBox="1">
            <a:spLocks/>
          </p:cNvSpPr>
          <p:nvPr/>
        </p:nvSpPr>
        <p:spPr>
          <a:xfrm>
            <a:off x="6007100" y="643467"/>
            <a:ext cx="5668433" cy="54017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chemeClr val="accent2"/>
                </a:solidFill>
              </a:rPr>
              <a:t>Linux</a:t>
            </a:r>
          </a:p>
          <a:p>
            <a:r>
              <a:rPr lang="en-US" sz="1800" dirty="0"/>
              <a:t>VPP (Vector Packet Processor)</a:t>
            </a:r>
          </a:p>
          <a:p>
            <a:pPr lvl="1"/>
            <a:r>
              <a:rPr lang="en-US" sz="1800" dirty="0"/>
              <a:t>Built on enabling technology of DPDK (kernel bypass)</a:t>
            </a:r>
          </a:p>
          <a:p>
            <a:pPr lvl="1"/>
            <a:r>
              <a:rPr lang="en-US" sz="1800" dirty="0"/>
              <a:t>Configured through custom CLI or custom API</a:t>
            </a:r>
          </a:p>
          <a:p>
            <a:pPr lvl="1"/>
            <a:r>
              <a:rPr lang="en-US" sz="1800" dirty="0"/>
              <a:t>Dedicated core(s), batching of packets</a:t>
            </a:r>
          </a:p>
          <a:p>
            <a:r>
              <a:rPr lang="en-US" sz="1800" dirty="0" err="1"/>
              <a:t>Polycube</a:t>
            </a:r>
            <a:endParaRPr lang="en-US" sz="1800" dirty="0"/>
          </a:p>
          <a:p>
            <a:pPr lvl="1"/>
            <a:r>
              <a:rPr lang="en-US" sz="1800" dirty="0"/>
              <a:t>Built on </a:t>
            </a:r>
            <a:r>
              <a:rPr lang="en-US" sz="1800" dirty="0" err="1"/>
              <a:t>eBPF</a:t>
            </a:r>
            <a:endParaRPr lang="en-US" sz="1800" dirty="0"/>
          </a:p>
          <a:p>
            <a:pPr lvl="1"/>
            <a:r>
              <a:rPr lang="en-US" sz="1800" dirty="0"/>
              <a:t>Runs in Linux kernel</a:t>
            </a:r>
          </a:p>
          <a:p>
            <a:pPr lvl="1"/>
            <a:r>
              <a:rPr lang="en-US" sz="1800" dirty="0"/>
              <a:t>Fixed </a:t>
            </a:r>
            <a:r>
              <a:rPr lang="en-US" sz="1800" dirty="0" err="1"/>
              <a:t>dataplane</a:t>
            </a:r>
            <a:r>
              <a:rPr lang="en-US" sz="1800" dirty="0"/>
              <a:t> configured with custom CLI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AFCE8D-26A0-3AC0-307E-D2C55C6A667E}"/>
              </a:ext>
            </a:extLst>
          </p:cNvPr>
          <p:cNvSpPr/>
          <p:nvPr/>
        </p:nvSpPr>
        <p:spPr>
          <a:xfrm>
            <a:off x="5685366" y="2129246"/>
            <a:ext cx="5668433" cy="35574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7561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3E02B-1081-B331-17A0-73257501F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55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A5B609A-F3D7-BC11-21C5-75E2C207F22C}"/>
              </a:ext>
            </a:extLst>
          </p:cNvPr>
          <p:cNvSpPr txBox="1">
            <a:spLocks/>
          </p:cNvSpPr>
          <p:nvPr/>
        </p:nvSpPr>
        <p:spPr>
          <a:xfrm>
            <a:off x="643465" y="3505199"/>
            <a:ext cx="4809068" cy="2608143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Virtual Network Functions: </a:t>
            </a:r>
            <a:r>
              <a:rPr lang="en-US" sz="4000" b="1" dirty="0">
                <a:solidFill>
                  <a:schemeClr val="accent2"/>
                </a:solidFill>
              </a:rPr>
              <a:t>Baselines</a:t>
            </a:r>
          </a:p>
        </p:txBody>
      </p:sp>
      <p:pic>
        <p:nvPicPr>
          <p:cNvPr id="6" name="Graphic 5" descr="Server">
            <a:extLst>
              <a:ext uri="{FF2B5EF4-FFF2-40B4-BE49-F238E27FC236}">
                <a16:creationId xmlns:a16="http://schemas.microsoft.com/office/drawing/2014/main" id="{3E920B99-8490-95CE-6D0F-28BF47118B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90799" y="2519363"/>
            <a:ext cx="914400" cy="914400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2B716AA-02DB-29B4-05A5-98F0AB520116}"/>
              </a:ext>
            </a:extLst>
          </p:cNvPr>
          <p:cNvSpPr txBox="1">
            <a:spLocks/>
          </p:cNvSpPr>
          <p:nvPr/>
        </p:nvSpPr>
        <p:spPr>
          <a:xfrm>
            <a:off x="6007100" y="643467"/>
            <a:ext cx="5668433" cy="54017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Linux</a:t>
            </a:r>
          </a:p>
          <a:p>
            <a:r>
              <a:rPr lang="en-US" sz="1800" b="1" dirty="0" err="1">
                <a:solidFill>
                  <a:schemeClr val="accent2"/>
                </a:solidFill>
              </a:rPr>
              <a:t>Polycube</a:t>
            </a:r>
            <a:r>
              <a:rPr lang="en-US" sz="1800" b="1" dirty="0">
                <a:solidFill>
                  <a:schemeClr val="accent2"/>
                </a:solidFill>
              </a:rPr>
              <a:t> [0]</a:t>
            </a:r>
          </a:p>
          <a:p>
            <a:pPr lvl="1"/>
            <a:r>
              <a:rPr lang="en-US" sz="1800" dirty="0"/>
              <a:t>Built on </a:t>
            </a:r>
            <a:r>
              <a:rPr lang="en-US" sz="1800" dirty="0" err="1"/>
              <a:t>eBPF</a:t>
            </a:r>
            <a:endParaRPr lang="en-US" sz="1800" dirty="0"/>
          </a:p>
          <a:p>
            <a:pPr lvl="1"/>
            <a:r>
              <a:rPr lang="en-US" sz="1800" dirty="0"/>
              <a:t>Runs in Linux kernel</a:t>
            </a:r>
          </a:p>
          <a:p>
            <a:pPr lvl="1"/>
            <a:r>
              <a:rPr lang="en-US" sz="1800" dirty="0"/>
              <a:t>Fixed </a:t>
            </a:r>
            <a:r>
              <a:rPr lang="en-US" sz="1800" dirty="0" err="1"/>
              <a:t>dataplane</a:t>
            </a:r>
            <a:r>
              <a:rPr lang="en-US" sz="1800" dirty="0"/>
              <a:t> configured with custom CLI</a:t>
            </a:r>
          </a:p>
          <a:p>
            <a:r>
              <a:rPr lang="en-US" sz="1800" b="1" dirty="0">
                <a:solidFill>
                  <a:schemeClr val="accent2"/>
                </a:solidFill>
              </a:rPr>
              <a:t>VPP</a:t>
            </a:r>
            <a:r>
              <a:rPr lang="en-US" sz="1800" dirty="0"/>
              <a:t> (Vector Packet Processor)</a:t>
            </a:r>
          </a:p>
          <a:p>
            <a:pPr lvl="1"/>
            <a:r>
              <a:rPr lang="en-US" sz="1800" dirty="0"/>
              <a:t>Built on enabling technology of DPDK (kernel bypass)</a:t>
            </a:r>
          </a:p>
          <a:p>
            <a:pPr lvl="1"/>
            <a:r>
              <a:rPr lang="en-US" sz="1800" dirty="0"/>
              <a:t>Configured through custom CLI or custom API</a:t>
            </a:r>
          </a:p>
          <a:p>
            <a:pPr lvl="1"/>
            <a:r>
              <a:rPr lang="en-US" sz="1800" dirty="0"/>
              <a:t>Dedicated core(s), batching of packets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AFCE8D-26A0-3AC0-307E-D2C55C6A667E}"/>
              </a:ext>
            </a:extLst>
          </p:cNvPr>
          <p:cNvSpPr/>
          <p:nvPr/>
        </p:nvSpPr>
        <p:spPr>
          <a:xfrm>
            <a:off x="5685367" y="3344333"/>
            <a:ext cx="5668433" cy="20159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EE856B-9351-5379-713F-F64A6CE9F7DD}"/>
              </a:ext>
            </a:extLst>
          </p:cNvPr>
          <p:cNvSpPr txBox="1"/>
          <p:nvPr/>
        </p:nvSpPr>
        <p:spPr>
          <a:xfrm>
            <a:off x="5239819" y="5484765"/>
            <a:ext cx="65960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[0] </a:t>
            </a:r>
            <a:r>
              <a:rPr lang="en-US" sz="1000" dirty="0" err="1">
                <a:effectLst/>
              </a:rPr>
              <a:t>Miano</a:t>
            </a:r>
            <a:r>
              <a:rPr lang="en-US" sz="1000" dirty="0">
                <a:effectLst/>
              </a:rPr>
              <a:t>, </a:t>
            </a:r>
            <a:r>
              <a:rPr lang="en-US" sz="1000" i="1" dirty="0">
                <a:effectLst/>
              </a:rPr>
              <a:t>et. al</a:t>
            </a:r>
            <a:r>
              <a:rPr lang="en-US" sz="1000" dirty="0">
                <a:effectLst/>
              </a:rPr>
              <a:t>. A Framework for </a:t>
            </a:r>
            <a:r>
              <a:rPr lang="en-US" sz="1000" dirty="0" err="1">
                <a:effectLst/>
              </a:rPr>
              <a:t>eBPF</a:t>
            </a:r>
            <a:r>
              <a:rPr lang="en-US" sz="1000" dirty="0">
                <a:effectLst/>
              </a:rPr>
              <a:t>-Based Network Functions in an Era of Microservices. </a:t>
            </a:r>
            <a:r>
              <a:rPr lang="en-US" sz="1000" i="1" dirty="0">
                <a:effectLst/>
              </a:rPr>
              <a:t>IEEE TNSM</a:t>
            </a:r>
            <a:r>
              <a:rPr lang="en-US" sz="1000" dirty="0">
                <a:effectLst/>
              </a:rPr>
              <a:t>, 18(1), 2021.</a:t>
            </a:r>
          </a:p>
          <a:p>
            <a:r>
              <a:rPr lang="en-US" sz="1000" dirty="0"/>
              <a:t>[1]</a:t>
            </a:r>
            <a:r>
              <a:rPr lang="en-US" sz="1000" dirty="0">
                <a:effectLst/>
              </a:rPr>
              <a:t> </a:t>
            </a:r>
            <a:r>
              <a:rPr lang="en-US" sz="1000" dirty="0" err="1">
                <a:effectLst/>
              </a:rPr>
              <a:t>FD.io</a:t>
            </a:r>
            <a:r>
              <a:rPr lang="en-US" sz="1000" dirty="0">
                <a:effectLst/>
              </a:rPr>
              <a:t>: The Worlds’ Secure </a:t>
            </a:r>
            <a:r>
              <a:rPr lang="en-US" sz="1000" dirty="0"/>
              <a:t>N</a:t>
            </a:r>
            <a:r>
              <a:rPr lang="en-US" sz="1000" dirty="0">
                <a:effectLst/>
              </a:rPr>
              <a:t>etworking </a:t>
            </a:r>
            <a:r>
              <a:rPr lang="en-US" sz="1000" dirty="0" err="1"/>
              <a:t>D</a:t>
            </a:r>
            <a:r>
              <a:rPr lang="en-US" sz="1000" dirty="0" err="1">
                <a:effectLst/>
              </a:rPr>
              <a:t>ataplane</a:t>
            </a:r>
            <a:r>
              <a:rPr lang="en-US" sz="1000" dirty="0">
                <a:effectLst/>
              </a:rPr>
              <a:t>, 2023. Retrieved October 20, 2023, https://</a:t>
            </a:r>
            <a:r>
              <a:rPr lang="en-US" sz="1000" dirty="0" err="1">
                <a:effectLst/>
              </a:rPr>
              <a:t>fd.io</a:t>
            </a:r>
            <a:r>
              <a:rPr lang="en-US" sz="1000" dirty="0">
                <a:effectLst/>
              </a:rPr>
              <a:t>. </a:t>
            </a:r>
            <a:endParaRPr lang="en-US" sz="1000" dirty="0"/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2878324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3E02B-1081-B331-17A0-73257501F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56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A5B609A-F3D7-BC11-21C5-75E2C207F22C}"/>
              </a:ext>
            </a:extLst>
          </p:cNvPr>
          <p:cNvSpPr txBox="1">
            <a:spLocks/>
          </p:cNvSpPr>
          <p:nvPr/>
        </p:nvSpPr>
        <p:spPr>
          <a:xfrm>
            <a:off x="643465" y="3505199"/>
            <a:ext cx="4809068" cy="2608143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Virtual Network Functions: </a:t>
            </a:r>
            <a:r>
              <a:rPr lang="en-US" sz="4000" b="1" dirty="0">
                <a:solidFill>
                  <a:schemeClr val="accent2"/>
                </a:solidFill>
              </a:rPr>
              <a:t>Baselines</a:t>
            </a:r>
          </a:p>
        </p:txBody>
      </p:sp>
      <p:pic>
        <p:nvPicPr>
          <p:cNvPr id="6" name="Graphic 5" descr="Server">
            <a:extLst>
              <a:ext uri="{FF2B5EF4-FFF2-40B4-BE49-F238E27FC236}">
                <a16:creationId xmlns:a16="http://schemas.microsoft.com/office/drawing/2014/main" id="{3E920B99-8490-95CE-6D0F-28BF47118B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90799" y="2519363"/>
            <a:ext cx="914400" cy="914400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2B716AA-02DB-29B4-05A5-98F0AB520116}"/>
              </a:ext>
            </a:extLst>
          </p:cNvPr>
          <p:cNvSpPr txBox="1">
            <a:spLocks/>
          </p:cNvSpPr>
          <p:nvPr/>
        </p:nvSpPr>
        <p:spPr>
          <a:xfrm>
            <a:off x="6007100" y="643467"/>
            <a:ext cx="5668433" cy="54017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Linux</a:t>
            </a:r>
          </a:p>
          <a:p>
            <a:r>
              <a:rPr lang="en-US" sz="1800" b="1" dirty="0" err="1">
                <a:solidFill>
                  <a:schemeClr val="accent2"/>
                </a:solidFill>
              </a:rPr>
              <a:t>Polycube</a:t>
            </a:r>
            <a:r>
              <a:rPr lang="en-US" sz="1800" b="1" dirty="0">
                <a:solidFill>
                  <a:schemeClr val="accent2"/>
                </a:solidFill>
              </a:rPr>
              <a:t> [0]</a:t>
            </a:r>
          </a:p>
          <a:p>
            <a:pPr lvl="1"/>
            <a:r>
              <a:rPr lang="en-US" sz="1800" dirty="0"/>
              <a:t>Built on </a:t>
            </a:r>
            <a:r>
              <a:rPr lang="en-US" sz="1800" dirty="0" err="1"/>
              <a:t>eBPF</a:t>
            </a:r>
            <a:endParaRPr lang="en-US" sz="1800" dirty="0"/>
          </a:p>
          <a:p>
            <a:pPr lvl="1"/>
            <a:r>
              <a:rPr lang="en-US" sz="1800" dirty="0"/>
              <a:t>Runs in Linux kernel</a:t>
            </a:r>
          </a:p>
          <a:p>
            <a:pPr lvl="1"/>
            <a:r>
              <a:rPr lang="en-US" sz="1800" dirty="0"/>
              <a:t>Fixed </a:t>
            </a:r>
            <a:r>
              <a:rPr lang="en-US" sz="1800" dirty="0" err="1"/>
              <a:t>dataplane</a:t>
            </a:r>
            <a:r>
              <a:rPr lang="en-US" sz="1800" dirty="0"/>
              <a:t> configured with custom CLI</a:t>
            </a:r>
          </a:p>
          <a:p>
            <a:r>
              <a:rPr lang="en-US" sz="1800" b="1" dirty="0">
                <a:solidFill>
                  <a:schemeClr val="accent2"/>
                </a:solidFill>
              </a:rPr>
              <a:t>VPP [1]</a:t>
            </a:r>
            <a:r>
              <a:rPr lang="en-US" sz="1800" dirty="0"/>
              <a:t> (Vector Packet Processor)</a:t>
            </a:r>
          </a:p>
          <a:p>
            <a:pPr lvl="1"/>
            <a:r>
              <a:rPr lang="en-US" sz="1800" dirty="0"/>
              <a:t>Built on enabling technology of DPDK (kernel bypass)</a:t>
            </a:r>
          </a:p>
          <a:p>
            <a:pPr lvl="1"/>
            <a:r>
              <a:rPr lang="en-US" sz="1800" dirty="0"/>
              <a:t>Configured through custom CLI or custom API</a:t>
            </a:r>
          </a:p>
          <a:p>
            <a:pPr lvl="1"/>
            <a:r>
              <a:rPr lang="en-US" sz="1800" dirty="0"/>
              <a:t>Dedicated core(s), batching of packets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EE856B-9351-5379-713F-F64A6CE9F7DD}"/>
              </a:ext>
            </a:extLst>
          </p:cNvPr>
          <p:cNvSpPr txBox="1"/>
          <p:nvPr/>
        </p:nvSpPr>
        <p:spPr>
          <a:xfrm>
            <a:off x="5239819" y="5484765"/>
            <a:ext cx="65960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[0] </a:t>
            </a:r>
            <a:r>
              <a:rPr lang="en-US" sz="1000" dirty="0" err="1">
                <a:effectLst/>
              </a:rPr>
              <a:t>Miano</a:t>
            </a:r>
            <a:r>
              <a:rPr lang="en-US" sz="1000" dirty="0">
                <a:effectLst/>
              </a:rPr>
              <a:t>, </a:t>
            </a:r>
            <a:r>
              <a:rPr lang="en-US" sz="1000" i="1" dirty="0">
                <a:effectLst/>
              </a:rPr>
              <a:t>et. al</a:t>
            </a:r>
            <a:r>
              <a:rPr lang="en-US" sz="1000" dirty="0">
                <a:effectLst/>
              </a:rPr>
              <a:t>. A Framework for </a:t>
            </a:r>
            <a:r>
              <a:rPr lang="en-US" sz="1000" dirty="0" err="1">
                <a:effectLst/>
              </a:rPr>
              <a:t>eBPF</a:t>
            </a:r>
            <a:r>
              <a:rPr lang="en-US" sz="1000" dirty="0">
                <a:effectLst/>
              </a:rPr>
              <a:t>-Based Network Functions in an Era of Microservices. </a:t>
            </a:r>
            <a:r>
              <a:rPr lang="en-US" sz="1000" i="1" dirty="0">
                <a:effectLst/>
              </a:rPr>
              <a:t>IEEE TNSM</a:t>
            </a:r>
            <a:r>
              <a:rPr lang="en-US" sz="1000" dirty="0">
                <a:effectLst/>
              </a:rPr>
              <a:t>, 18(1), 2021.</a:t>
            </a:r>
          </a:p>
          <a:p>
            <a:r>
              <a:rPr lang="en-US" sz="1000" dirty="0"/>
              <a:t>[1]</a:t>
            </a:r>
            <a:r>
              <a:rPr lang="en-US" sz="1000" dirty="0">
                <a:effectLst/>
              </a:rPr>
              <a:t> </a:t>
            </a:r>
            <a:r>
              <a:rPr lang="en-US" sz="1000" dirty="0" err="1">
                <a:effectLst/>
              </a:rPr>
              <a:t>FD.io</a:t>
            </a:r>
            <a:r>
              <a:rPr lang="en-US" sz="1000" dirty="0">
                <a:effectLst/>
              </a:rPr>
              <a:t>: The Worlds’ Secure </a:t>
            </a:r>
            <a:r>
              <a:rPr lang="en-US" sz="1000" dirty="0"/>
              <a:t>N</a:t>
            </a:r>
            <a:r>
              <a:rPr lang="en-US" sz="1000" dirty="0">
                <a:effectLst/>
              </a:rPr>
              <a:t>etworking </a:t>
            </a:r>
            <a:r>
              <a:rPr lang="en-US" sz="1000" dirty="0" err="1"/>
              <a:t>D</a:t>
            </a:r>
            <a:r>
              <a:rPr lang="en-US" sz="1000" dirty="0" err="1">
                <a:effectLst/>
              </a:rPr>
              <a:t>ataplane</a:t>
            </a:r>
            <a:r>
              <a:rPr lang="en-US" sz="1000" dirty="0">
                <a:effectLst/>
              </a:rPr>
              <a:t>, 2023. Retrieved October 20, 2023, https://</a:t>
            </a:r>
            <a:r>
              <a:rPr lang="en-US" sz="1000" dirty="0" err="1">
                <a:effectLst/>
              </a:rPr>
              <a:t>fd.io</a:t>
            </a:r>
            <a:r>
              <a:rPr lang="en-US" sz="1000" dirty="0">
                <a:effectLst/>
              </a:rPr>
              <a:t>. </a:t>
            </a:r>
            <a:endParaRPr lang="en-US" sz="1000" dirty="0"/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739642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3E02B-1081-B331-17A0-73257501F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57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A5B609A-F3D7-BC11-21C5-75E2C207F22C}"/>
              </a:ext>
            </a:extLst>
          </p:cNvPr>
          <p:cNvSpPr txBox="1">
            <a:spLocks/>
          </p:cNvSpPr>
          <p:nvPr/>
        </p:nvSpPr>
        <p:spPr>
          <a:xfrm>
            <a:off x="643465" y="3505199"/>
            <a:ext cx="4809068" cy="2608143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Virtual Network Functions: </a:t>
            </a:r>
            <a:r>
              <a:rPr lang="en-US" sz="4000" b="1" dirty="0">
                <a:solidFill>
                  <a:schemeClr val="accent2"/>
                </a:solidFill>
              </a:rPr>
              <a:t>Baselines</a:t>
            </a:r>
          </a:p>
        </p:txBody>
      </p:sp>
      <p:pic>
        <p:nvPicPr>
          <p:cNvPr id="6" name="Graphic 5" descr="Server">
            <a:extLst>
              <a:ext uri="{FF2B5EF4-FFF2-40B4-BE49-F238E27FC236}">
                <a16:creationId xmlns:a16="http://schemas.microsoft.com/office/drawing/2014/main" id="{3E920B99-8490-95CE-6D0F-28BF47118B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90799" y="2519363"/>
            <a:ext cx="914400" cy="914400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2B716AA-02DB-29B4-05A5-98F0AB520116}"/>
              </a:ext>
            </a:extLst>
          </p:cNvPr>
          <p:cNvSpPr txBox="1">
            <a:spLocks/>
          </p:cNvSpPr>
          <p:nvPr/>
        </p:nvSpPr>
        <p:spPr>
          <a:xfrm>
            <a:off x="6007100" y="643467"/>
            <a:ext cx="5668433" cy="54017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Linux</a:t>
            </a:r>
          </a:p>
          <a:p>
            <a:r>
              <a:rPr lang="en-US" sz="1800" dirty="0" err="1"/>
              <a:t>Polycube</a:t>
            </a:r>
            <a:r>
              <a:rPr lang="en-US" sz="1800" dirty="0"/>
              <a:t> [0]</a:t>
            </a:r>
          </a:p>
          <a:p>
            <a:pPr lvl="1"/>
            <a:r>
              <a:rPr lang="en-US" sz="1800" dirty="0"/>
              <a:t>Built on </a:t>
            </a:r>
            <a:r>
              <a:rPr lang="en-US" sz="1800" dirty="0" err="1"/>
              <a:t>eBPF</a:t>
            </a:r>
            <a:endParaRPr lang="en-US" sz="1800" dirty="0"/>
          </a:p>
          <a:p>
            <a:pPr lvl="1"/>
            <a:r>
              <a:rPr lang="en-US" sz="1800" dirty="0"/>
              <a:t>Runs in Linux kernel</a:t>
            </a:r>
          </a:p>
          <a:p>
            <a:pPr lvl="1"/>
            <a:r>
              <a:rPr lang="en-US" sz="1800" dirty="0"/>
              <a:t>Fixed </a:t>
            </a:r>
            <a:r>
              <a:rPr lang="en-US" sz="1800" dirty="0" err="1"/>
              <a:t>dataplane</a:t>
            </a:r>
            <a:r>
              <a:rPr lang="en-US" sz="1800" dirty="0"/>
              <a:t> configured with </a:t>
            </a:r>
            <a:r>
              <a:rPr lang="en-US" sz="1800" b="1" dirty="0">
                <a:solidFill>
                  <a:schemeClr val="accent2"/>
                </a:solidFill>
              </a:rPr>
              <a:t>custom CLI</a:t>
            </a:r>
          </a:p>
          <a:p>
            <a:r>
              <a:rPr lang="en-US" sz="1800" dirty="0"/>
              <a:t>VPP [1] (Vector Packet Processor)</a:t>
            </a:r>
          </a:p>
          <a:p>
            <a:pPr lvl="1"/>
            <a:r>
              <a:rPr lang="en-US" sz="1800" dirty="0"/>
              <a:t>Built on enabling technology of DPDK (kernel bypass)</a:t>
            </a:r>
          </a:p>
          <a:p>
            <a:pPr lvl="1"/>
            <a:r>
              <a:rPr lang="en-US" sz="1800" dirty="0"/>
              <a:t>Configured through </a:t>
            </a:r>
            <a:r>
              <a:rPr lang="en-US" sz="1800" b="1" dirty="0">
                <a:solidFill>
                  <a:schemeClr val="accent2"/>
                </a:solidFill>
              </a:rPr>
              <a:t>custom CLI or custom API</a:t>
            </a:r>
          </a:p>
          <a:p>
            <a:pPr lvl="1"/>
            <a:r>
              <a:rPr lang="en-US" sz="1800" dirty="0"/>
              <a:t>Dedicated core(s), batching of packets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EE856B-9351-5379-713F-F64A6CE9F7DD}"/>
              </a:ext>
            </a:extLst>
          </p:cNvPr>
          <p:cNvSpPr txBox="1"/>
          <p:nvPr/>
        </p:nvSpPr>
        <p:spPr>
          <a:xfrm>
            <a:off x="5239819" y="5484765"/>
            <a:ext cx="65960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[0] </a:t>
            </a:r>
            <a:r>
              <a:rPr lang="en-US" sz="1000" dirty="0" err="1">
                <a:effectLst/>
              </a:rPr>
              <a:t>Miano</a:t>
            </a:r>
            <a:r>
              <a:rPr lang="en-US" sz="1000" dirty="0">
                <a:effectLst/>
              </a:rPr>
              <a:t>, </a:t>
            </a:r>
            <a:r>
              <a:rPr lang="en-US" sz="1000" i="1" dirty="0">
                <a:effectLst/>
              </a:rPr>
              <a:t>et. al</a:t>
            </a:r>
            <a:r>
              <a:rPr lang="en-US" sz="1000" dirty="0">
                <a:effectLst/>
              </a:rPr>
              <a:t>. A Framework for </a:t>
            </a:r>
            <a:r>
              <a:rPr lang="en-US" sz="1000" dirty="0" err="1">
                <a:effectLst/>
              </a:rPr>
              <a:t>eBPF</a:t>
            </a:r>
            <a:r>
              <a:rPr lang="en-US" sz="1000" dirty="0">
                <a:effectLst/>
              </a:rPr>
              <a:t>-Based Network Functions in an Era of Microservices. </a:t>
            </a:r>
            <a:r>
              <a:rPr lang="en-US" sz="1000" i="1" dirty="0">
                <a:effectLst/>
              </a:rPr>
              <a:t>IEEE TNSM</a:t>
            </a:r>
            <a:r>
              <a:rPr lang="en-US" sz="1000" dirty="0">
                <a:effectLst/>
              </a:rPr>
              <a:t>, 18(1), 2021.</a:t>
            </a:r>
          </a:p>
          <a:p>
            <a:r>
              <a:rPr lang="en-US" sz="1000" dirty="0"/>
              <a:t>[1]</a:t>
            </a:r>
            <a:r>
              <a:rPr lang="en-US" sz="1000" dirty="0">
                <a:effectLst/>
              </a:rPr>
              <a:t> </a:t>
            </a:r>
            <a:r>
              <a:rPr lang="en-US" sz="1000" dirty="0" err="1">
                <a:effectLst/>
              </a:rPr>
              <a:t>FD.io</a:t>
            </a:r>
            <a:r>
              <a:rPr lang="en-US" sz="1000" dirty="0">
                <a:effectLst/>
              </a:rPr>
              <a:t>: The Worlds’ Secure </a:t>
            </a:r>
            <a:r>
              <a:rPr lang="en-US" sz="1000" dirty="0"/>
              <a:t>N</a:t>
            </a:r>
            <a:r>
              <a:rPr lang="en-US" sz="1000" dirty="0">
                <a:effectLst/>
              </a:rPr>
              <a:t>etworking </a:t>
            </a:r>
            <a:r>
              <a:rPr lang="en-US" sz="1000" dirty="0" err="1"/>
              <a:t>D</a:t>
            </a:r>
            <a:r>
              <a:rPr lang="en-US" sz="1000" dirty="0" err="1">
                <a:effectLst/>
              </a:rPr>
              <a:t>ataplane</a:t>
            </a:r>
            <a:r>
              <a:rPr lang="en-US" sz="1000" dirty="0">
                <a:effectLst/>
              </a:rPr>
              <a:t>, 2023. Retrieved October 20, 2023, https://</a:t>
            </a:r>
            <a:r>
              <a:rPr lang="en-US" sz="1000" dirty="0" err="1">
                <a:effectLst/>
              </a:rPr>
              <a:t>fd.io</a:t>
            </a:r>
            <a:r>
              <a:rPr lang="en-US" sz="1000" dirty="0">
                <a:effectLst/>
              </a:rPr>
              <a:t>. </a:t>
            </a:r>
            <a:endParaRPr lang="en-US" sz="1000" dirty="0"/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4408072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3E02B-1081-B331-17A0-73257501F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58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A5B609A-F3D7-BC11-21C5-75E2C207F22C}"/>
              </a:ext>
            </a:extLst>
          </p:cNvPr>
          <p:cNvSpPr txBox="1">
            <a:spLocks/>
          </p:cNvSpPr>
          <p:nvPr/>
        </p:nvSpPr>
        <p:spPr>
          <a:xfrm>
            <a:off x="643465" y="3505199"/>
            <a:ext cx="4809068" cy="2608143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Virtual Network Functions: </a:t>
            </a:r>
            <a:r>
              <a:rPr lang="en-US" sz="4000" b="1" dirty="0">
                <a:solidFill>
                  <a:schemeClr val="accent2"/>
                </a:solidFill>
              </a:rPr>
              <a:t>Baselines</a:t>
            </a:r>
          </a:p>
        </p:txBody>
      </p:sp>
      <p:pic>
        <p:nvPicPr>
          <p:cNvPr id="6" name="Graphic 5" descr="Server">
            <a:extLst>
              <a:ext uri="{FF2B5EF4-FFF2-40B4-BE49-F238E27FC236}">
                <a16:creationId xmlns:a16="http://schemas.microsoft.com/office/drawing/2014/main" id="{3E920B99-8490-95CE-6D0F-28BF47118B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90799" y="2519363"/>
            <a:ext cx="914400" cy="914400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2B716AA-02DB-29B4-05A5-98F0AB520116}"/>
              </a:ext>
            </a:extLst>
          </p:cNvPr>
          <p:cNvSpPr txBox="1">
            <a:spLocks/>
          </p:cNvSpPr>
          <p:nvPr/>
        </p:nvSpPr>
        <p:spPr>
          <a:xfrm>
            <a:off x="6007100" y="643467"/>
            <a:ext cx="5668433" cy="54017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Linux</a:t>
            </a:r>
          </a:p>
          <a:p>
            <a:r>
              <a:rPr lang="en-US" sz="1800" dirty="0" err="1"/>
              <a:t>Polycube</a:t>
            </a:r>
            <a:r>
              <a:rPr lang="en-US" sz="1800" dirty="0"/>
              <a:t> [0]</a:t>
            </a:r>
          </a:p>
          <a:p>
            <a:pPr lvl="1"/>
            <a:r>
              <a:rPr lang="en-US" sz="1800" b="1" dirty="0">
                <a:solidFill>
                  <a:schemeClr val="accent2"/>
                </a:solidFill>
              </a:rPr>
              <a:t>Built on </a:t>
            </a:r>
            <a:r>
              <a:rPr lang="en-US" sz="1800" b="1" dirty="0" err="1">
                <a:solidFill>
                  <a:schemeClr val="accent2"/>
                </a:solidFill>
              </a:rPr>
              <a:t>eBPF</a:t>
            </a:r>
            <a:endParaRPr lang="en-US" sz="1800" b="1" dirty="0">
              <a:solidFill>
                <a:schemeClr val="accent2"/>
              </a:solidFill>
            </a:endParaRPr>
          </a:p>
          <a:p>
            <a:pPr lvl="1"/>
            <a:r>
              <a:rPr lang="en-US" sz="1800" dirty="0"/>
              <a:t>Runs in Linux kernel</a:t>
            </a:r>
          </a:p>
          <a:p>
            <a:pPr lvl="1"/>
            <a:r>
              <a:rPr lang="en-US" sz="1800" dirty="0"/>
              <a:t>Fixed </a:t>
            </a:r>
            <a:r>
              <a:rPr lang="en-US" sz="1800" dirty="0" err="1"/>
              <a:t>dataplane</a:t>
            </a:r>
            <a:r>
              <a:rPr lang="en-US" sz="1800" dirty="0"/>
              <a:t> configured with custom CLI</a:t>
            </a:r>
          </a:p>
          <a:p>
            <a:r>
              <a:rPr lang="en-US" sz="1800" dirty="0"/>
              <a:t>VPP [1] (Vector Packet Processor)</a:t>
            </a:r>
          </a:p>
          <a:p>
            <a:pPr lvl="1"/>
            <a:r>
              <a:rPr lang="en-US" sz="1800" dirty="0"/>
              <a:t>Built on enabling technology of DPDK (kernel bypass)</a:t>
            </a:r>
          </a:p>
          <a:p>
            <a:pPr lvl="1"/>
            <a:r>
              <a:rPr lang="en-US" sz="1800" dirty="0"/>
              <a:t>Configured through custom CLI or custom API</a:t>
            </a:r>
          </a:p>
          <a:p>
            <a:pPr lvl="1"/>
            <a:r>
              <a:rPr lang="en-US" sz="1800" b="1" dirty="0">
                <a:solidFill>
                  <a:schemeClr val="accent2"/>
                </a:solidFill>
              </a:rPr>
              <a:t>Dedicated core(s), batching of packets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EE856B-9351-5379-713F-F64A6CE9F7DD}"/>
              </a:ext>
            </a:extLst>
          </p:cNvPr>
          <p:cNvSpPr txBox="1"/>
          <p:nvPr/>
        </p:nvSpPr>
        <p:spPr>
          <a:xfrm>
            <a:off x="5239819" y="5484765"/>
            <a:ext cx="65960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[0] </a:t>
            </a:r>
            <a:r>
              <a:rPr lang="en-US" sz="1000" dirty="0" err="1">
                <a:effectLst/>
              </a:rPr>
              <a:t>Miano</a:t>
            </a:r>
            <a:r>
              <a:rPr lang="en-US" sz="1000" dirty="0">
                <a:effectLst/>
              </a:rPr>
              <a:t>, </a:t>
            </a:r>
            <a:r>
              <a:rPr lang="en-US" sz="1000" i="1" dirty="0">
                <a:effectLst/>
              </a:rPr>
              <a:t>et. al</a:t>
            </a:r>
            <a:r>
              <a:rPr lang="en-US" sz="1000" dirty="0">
                <a:effectLst/>
              </a:rPr>
              <a:t>. A Framework for </a:t>
            </a:r>
            <a:r>
              <a:rPr lang="en-US" sz="1000" dirty="0" err="1">
                <a:effectLst/>
              </a:rPr>
              <a:t>eBPF</a:t>
            </a:r>
            <a:r>
              <a:rPr lang="en-US" sz="1000" dirty="0">
                <a:effectLst/>
              </a:rPr>
              <a:t>-Based Network Functions in an Era of Microservices. </a:t>
            </a:r>
            <a:r>
              <a:rPr lang="en-US" sz="1000" i="1" dirty="0">
                <a:effectLst/>
              </a:rPr>
              <a:t>IEEE TNSM</a:t>
            </a:r>
            <a:r>
              <a:rPr lang="en-US" sz="1000" dirty="0">
                <a:effectLst/>
              </a:rPr>
              <a:t>, 18(1), 2021.</a:t>
            </a:r>
          </a:p>
          <a:p>
            <a:r>
              <a:rPr lang="en-US" sz="1000" dirty="0"/>
              <a:t>[1]</a:t>
            </a:r>
            <a:r>
              <a:rPr lang="en-US" sz="1000" dirty="0">
                <a:effectLst/>
              </a:rPr>
              <a:t> </a:t>
            </a:r>
            <a:r>
              <a:rPr lang="en-US" sz="1000" dirty="0" err="1">
                <a:effectLst/>
              </a:rPr>
              <a:t>FD.io</a:t>
            </a:r>
            <a:r>
              <a:rPr lang="en-US" sz="1000" dirty="0">
                <a:effectLst/>
              </a:rPr>
              <a:t>: The Worlds’ Secure </a:t>
            </a:r>
            <a:r>
              <a:rPr lang="en-US" sz="1000" dirty="0"/>
              <a:t>N</a:t>
            </a:r>
            <a:r>
              <a:rPr lang="en-US" sz="1000" dirty="0">
                <a:effectLst/>
              </a:rPr>
              <a:t>etworking </a:t>
            </a:r>
            <a:r>
              <a:rPr lang="en-US" sz="1000" dirty="0" err="1"/>
              <a:t>D</a:t>
            </a:r>
            <a:r>
              <a:rPr lang="en-US" sz="1000" dirty="0" err="1">
                <a:effectLst/>
              </a:rPr>
              <a:t>ataplane</a:t>
            </a:r>
            <a:r>
              <a:rPr lang="en-US" sz="1000" dirty="0">
                <a:effectLst/>
              </a:rPr>
              <a:t>, 2023. Retrieved October 20, 2023, https://</a:t>
            </a:r>
            <a:r>
              <a:rPr lang="en-US" sz="1000" dirty="0" err="1">
                <a:effectLst/>
              </a:rPr>
              <a:t>fd.io</a:t>
            </a:r>
            <a:r>
              <a:rPr lang="en-US" sz="1000" dirty="0">
                <a:effectLst/>
              </a:rPr>
              <a:t>. </a:t>
            </a:r>
            <a:endParaRPr lang="en-US" sz="1000" dirty="0"/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83335283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8A0A3-A3CE-AFDE-6BF3-ED1279643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Network Functions: Virtual Router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E7821D-320A-E09F-B505-9582CF4A5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05935" y="1362666"/>
            <a:ext cx="5157787" cy="823912"/>
          </a:xfrm>
        </p:spPr>
        <p:txBody>
          <a:bodyPr/>
          <a:lstStyle/>
          <a:p>
            <a:pPr algn="ctr"/>
            <a:r>
              <a:rPr lang="en-US" dirty="0"/>
              <a:t>Experimental Setup</a:t>
            </a:r>
          </a:p>
        </p:txBody>
      </p:sp>
      <p:pic>
        <p:nvPicPr>
          <p:cNvPr id="10" name="Content Placeholder 9" descr="Computer outline">
            <a:extLst>
              <a:ext uri="{FF2B5EF4-FFF2-40B4-BE49-F238E27FC236}">
                <a16:creationId xmlns:a16="http://schemas.microsoft.com/office/drawing/2014/main" id="{18EC9AA5-5BB5-13DE-808B-D695D1938F6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54429" y="4262437"/>
            <a:ext cx="914400" cy="914400"/>
          </a:xfrm>
        </p:spPr>
      </p:pic>
      <p:pic>
        <p:nvPicPr>
          <p:cNvPr id="16" name="Content Placeholder 15" descr="Computer with solid fill">
            <a:extLst>
              <a:ext uri="{FF2B5EF4-FFF2-40B4-BE49-F238E27FC236}">
                <a16:creationId xmlns:a16="http://schemas.microsoft.com/office/drawing/2014/main" id="{A70415BC-39AA-DC80-F151-AD3FBEE42BB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27629" y="3027797"/>
            <a:ext cx="914400" cy="914400"/>
          </a:xfrm>
        </p:spPr>
      </p:pic>
      <p:pic>
        <p:nvPicPr>
          <p:cNvPr id="13" name="Content Placeholder 9" descr="Computer outline">
            <a:extLst>
              <a:ext uri="{FF2B5EF4-FFF2-40B4-BE49-F238E27FC236}">
                <a16:creationId xmlns:a16="http://schemas.microsoft.com/office/drawing/2014/main" id="{A41ABA2F-1FEE-5BEF-BDC5-9CD809E141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86975" y="4262437"/>
            <a:ext cx="914400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96A3430-698B-596F-6365-A6B34D9088D0}"/>
              </a:ext>
            </a:extLst>
          </p:cNvPr>
          <p:cNvSpPr txBox="1"/>
          <p:nvPr/>
        </p:nvSpPr>
        <p:spPr>
          <a:xfrm>
            <a:off x="6892506" y="5176837"/>
            <a:ext cx="130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Sink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D8EFC5-6C5B-2236-D9DB-4F9E9CE8BA73}"/>
              </a:ext>
            </a:extLst>
          </p:cNvPr>
          <p:cNvSpPr txBox="1"/>
          <p:nvPr/>
        </p:nvSpPr>
        <p:spPr>
          <a:xfrm>
            <a:off x="5147157" y="2605088"/>
            <a:ext cx="1875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Test Device: Virtual Router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D58A33-D41B-D865-3C2C-64FA58B7EC57}"/>
              </a:ext>
            </a:extLst>
          </p:cNvPr>
          <p:cNvSpPr txBox="1"/>
          <p:nvPr/>
        </p:nvSpPr>
        <p:spPr>
          <a:xfrm>
            <a:off x="3838444" y="5176837"/>
            <a:ext cx="1546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Source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ACC1BA-9D17-3EAF-8160-8F550DA44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59</a:t>
            </a:fld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6C388F5-20E1-4781-BE6B-4DDEBB6F68DE}"/>
              </a:ext>
            </a:extLst>
          </p:cNvPr>
          <p:cNvCxnSpPr>
            <a:cxnSpLocks/>
          </p:cNvCxnSpPr>
          <p:nvPr/>
        </p:nvCxnSpPr>
        <p:spPr>
          <a:xfrm flipH="1">
            <a:off x="4651702" y="3606582"/>
            <a:ext cx="849086" cy="65585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A9109EE-8A54-EC82-ACA0-92F8417211E9}"/>
              </a:ext>
            </a:extLst>
          </p:cNvPr>
          <p:cNvCxnSpPr>
            <a:cxnSpLocks/>
          </p:cNvCxnSpPr>
          <p:nvPr/>
        </p:nvCxnSpPr>
        <p:spPr>
          <a:xfrm>
            <a:off x="6629104" y="3606582"/>
            <a:ext cx="909490" cy="65585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875822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8A0A3-A3CE-AFDE-6BF3-ED1279643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Network Functions: Virtual Router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943493-D3C5-84A4-E342-6C6C8B181782}"/>
              </a:ext>
            </a:extLst>
          </p:cNvPr>
          <p:cNvSpPr txBox="1"/>
          <p:nvPr/>
        </p:nvSpPr>
        <p:spPr>
          <a:xfrm>
            <a:off x="6668870" y="2860238"/>
            <a:ext cx="3139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-- 50 Prefixes with iproute2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ACC1BA-9D17-3EAF-8160-8F550DA44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60</a:t>
            </a:fld>
            <a:endParaRPr lang="en-US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B1F17B2A-FCD8-6E75-06CD-76192A213235}"/>
              </a:ext>
            </a:extLst>
          </p:cNvPr>
          <p:cNvSpPr txBox="1">
            <a:spLocks/>
          </p:cNvSpPr>
          <p:nvPr/>
        </p:nvSpPr>
        <p:spPr>
          <a:xfrm>
            <a:off x="3505935" y="1362666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Experimental Setup</a:t>
            </a:r>
            <a:endParaRPr lang="en-US" dirty="0"/>
          </a:p>
        </p:txBody>
      </p:sp>
      <p:pic>
        <p:nvPicPr>
          <p:cNvPr id="37" name="Content Placeholder 9" descr="Computer outline">
            <a:extLst>
              <a:ext uri="{FF2B5EF4-FFF2-40B4-BE49-F238E27FC236}">
                <a16:creationId xmlns:a16="http://schemas.microsoft.com/office/drawing/2014/main" id="{F4B1153E-E514-3245-3EE6-2D6FDC8C8F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54429" y="4262437"/>
            <a:ext cx="914400" cy="914400"/>
          </a:xfrm>
          <a:prstGeom prst="rect">
            <a:avLst/>
          </a:prstGeom>
        </p:spPr>
      </p:pic>
      <p:pic>
        <p:nvPicPr>
          <p:cNvPr id="38" name="Content Placeholder 15" descr="Computer with solid fill">
            <a:extLst>
              <a:ext uri="{FF2B5EF4-FFF2-40B4-BE49-F238E27FC236}">
                <a16:creationId xmlns:a16="http://schemas.microsoft.com/office/drawing/2014/main" id="{69189E30-5839-65FF-F340-9D1962FC79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27629" y="3027797"/>
            <a:ext cx="914400" cy="914400"/>
          </a:xfrm>
          <a:prstGeom prst="rect">
            <a:avLst/>
          </a:prstGeom>
        </p:spPr>
      </p:pic>
      <p:pic>
        <p:nvPicPr>
          <p:cNvPr id="39" name="Content Placeholder 9" descr="Computer outline">
            <a:extLst>
              <a:ext uri="{FF2B5EF4-FFF2-40B4-BE49-F238E27FC236}">
                <a16:creationId xmlns:a16="http://schemas.microsoft.com/office/drawing/2014/main" id="{2CB6269D-74D4-E902-8DF5-3CBDD69F1F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86975" y="4262437"/>
            <a:ext cx="914400" cy="9144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5ACE16F8-118D-AEDC-602C-46EC5059A41E}"/>
              </a:ext>
            </a:extLst>
          </p:cNvPr>
          <p:cNvSpPr txBox="1"/>
          <p:nvPr/>
        </p:nvSpPr>
        <p:spPr>
          <a:xfrm>
            <a:off x="6892506" y="5176837"/>
            <a:ext cx="130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Sink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D1625E1-6A19-0ED5-C96F-C04D2694055F}"/>
              </a:ext>
            </a:extLst>
          </p:cNvPr>
          <p:cNvSpPr txBox="1"/>
          <p:nvPr/>
        </p:nvSpPr>
        <p:spPr>
          <a:xfrm>
            <a:off x="5147157" y="2605088"/>
            <a:ext cx="1875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Test Device: Virtual Router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739E6-C62B-5697-F94A-D2E9AE759E70}"/>
              </a:ext>
            </a:extLst>
          </p:cNvPr>
          <p:cNvSpPr txBox="1"/>
          <p:nvPr/>
        </p:nvSpPr>
        <p:spPr>
          <a:xfrm>
            <a:off x="3838444" y="5176837"/>
            <a:ext cx="1546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Source 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10083F1-500F-700F-D05F-256E5668EAA8}"/>
              </a:ext>
            </a:extLst>
          </p:cNvPr>
          <p:cNvCxnSpPr>
            <a:cxnSpLocks/>
          </p:cNvCxnSpPr>
          <p:nvPr/>
        </p:nvCxnSpPr>
        <p:spPr>
          <a:xfrm flipH="1">
            <a:off x="4651702" y="3606582"/>
            <a:ext cx="849086" cy="65585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06ED4BF-E2A9-5505-C731-047BB7C7337A}"/>
              </a:ext>
            </a:extLst>
          </p:cNvPr>
          <p:cNvCxnSpPr>
            <a:cxnSpLocks/>
          </p:cNvCxnSpPr>
          <p:nvPr/>
        </p:nvCxnSpPr>
        <p:spPr>
          <a:xfrm>
            <a:off x="6629104" y="3606582"/>
            <a:ext cx="909490" cy="65585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B400CF1-F733-9E2A-8A14-8CBCA5AB2D28}"/>
              </a:ext>
            </a:extLst>
          </p:cNvPr>
          <p:cNvSpPr txBox="1"/>
          <p:nvPr/>
        </p:nvSpPr>
        <p:spPr>
          <a:xfrm>
            <a:off x="3838444" y="5463360"/>
            <a:ext cx="1662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DPDK </a:t>
            </a:r>
            <a:r>
              <a:rPr lang="en-US" b="1" dirty="0" err="1">
                <a:solidFill>
                  <a:schemeClr val="accent2"/>
                </a:solidFill>
              </a:rPr>
              <a:t>Pktgen</a:t>
            </a:r>
            <a:endParaRPr lang="en-US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382431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8A0A3-A3CE-AFDE-6BF3-ED1279643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Network Functions: Virtual Router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3DF7094-5E89-1B88-4A06-5A50163F7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2812" y="888957"/>
            <a:ext cx="5183188" cy="823912"/>
          </a:xfrm>
        </p:spPr>
        <p:txBody>
          <a:bodyPr/>
          <a:lstStyle/>
          <a:p>
            <a:r>
              <a:rPr lang="en-US" dirty="0"/>
              <a:t>Throughput: </a:t>
            </a:r>
            <a:r>
              <a:rPr lang="en-US" dirty="0">
                <a:solidFill>
                  <a:schemeClr val="accent2"/>
                </a:solidFill>
              </a:rPr>
              <a:t>Number of Cores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488BB86-0C31-09A2-9584-8ED7E090E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52612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1B679926-B502-8430-4274-6598DC0A1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93" y="1379227"/>
            <a:ext cx="7540414" cy="45898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28A0A3-A3CE-AFDE-6BF3-ED1279643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Network Functions: Virtual Router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3DF7094-5E89-1B88-4A06-5A50163F7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2812" y="888957"/>
            <a:ext cx="5183188" cy="823912"/>
          </a:xfrm>
        </p:spPr>
        <p:txBody>
          <a:bodyPr/>
          <a:lstStyle/>
          <a:p>
            <a:r>
              <a:rPr lang="en-US" dirty="0"/>
              <a:t>Throughput: </a:t>
            </a:r>
            <a:r>
              <a:rPr lang="en-US" dirty="0">
                <a:solidFill>
                  <a:schemeClr val="accent2"/>
                </a:solidFill>
              </a:rPr>
              <a:t>Number of Cores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488BB86-0C31-09A2-9584-8ED7E090E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80260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1B679926-B502-8430-4274-6598DC0A1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93" y="1379227"/>
            <a:ext cx="7540414" cy="45898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28A0A3-A3CE-AFDE-6BF3-ED1279643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Network Functions: Virtual Router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3DF7094-5E89-1B88-4A06-5A50163F7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2812" y="888957"/>
            <a:ext cx="5183188" cy="823912"/>
          </a:xfrm>
        </p:spPr>
        <p:txBody>
          <a:bodyPr/>
          <a:lstStyle/>
          <a:p>
            <a:r>
              <a:rPr lang="en-US" dirty="0"/>
              <a:t>Throughput: </a:t>
            </a:r>
            <a:r>
              <a:rPr lang="en-US" dirty="0">
                <a:solidFill>
                  <a:schemeClr val="accent2"/>
                </a:solidFill>
              </a:rPr>
              <a:t>Number of Cores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488BB86-0C31-09A2-9584-8ED7E090E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63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73B2A8-FFE7-D8C0-E59C-1FFF8D738385}"/>
              </a:ext>
            </a:extLst>
          </p:cNvPr>
          <p:cNvSpPr/>
          <p:nvPr/>
        </p:nvSpPr>
        <p:spPr>
          <a:xfrm>
            <a:off x="3540181" y="1946915"/>
            <a:ext cx="1162447" cy="468086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E08E1F-C5DF-C3A5-E35D-C6B6FB464472}"/>
              </a:ext>
            </a:extLst>
          </p:cNvPr>
          <p:cNvSpPr/>
          <p:nvPr/>
        </p:nvSpPr>
        <p:spPr>
          <a:xfrm>
            <a:off x="5726765" y="1930485"/>
            <a:ext cx="869978" cy="468086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DB1C6A-8943-85BD-1DE2-80645AD3690D}"/>
              </a:ext>
            </a:extLst>
          </p:cNvPr>
          <p:cNvSpPr txBox="1"/>
          <p:nvPr/>
        </p:nvSpPr>
        <p:spPr>
          <a:xfrm>
            <a:off x="9481156" y="2750805"/>
            <a:ext cx="22592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LinuxFP nearly doubles throughput compared to Linux</a:t>
            </a:r>
          </a:p>
        </p:txBody>
      </p:sp>
    </p:spTree>
    <p:extLst>
      <p:ext uri="{BB962C8B-B14F-4D97-AF65-F5344CB8AC3E}">
        <p14:creationId xmlns:p14="http://schemas.microsoft.com/office/powerpoint/2010/main" val="309850148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1B679926-B502-8430-4274-6598DC0A1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93" y="1379227"/>
            <a:ext cx="7540414" cy="45898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28A0A3-A3CE-AFDE-6BF3-ED1279643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Network Functions: Virtual Router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3DF7094-5E89-1B88-4A06-5A50163F7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2812" y="888957"/>
            <a:ext cx="5183188" cy="823912"/>
          </a:xfrm>
        </p:spPr>
        <p:txBody>
          <a:bodyPr/>
          <a:lstStyle/>
          <a:p>
            <a:r>
              <a:rPr lang="en-US" dirty="0"/>
              <a:t>Throughput: </a:t>
            </a:r>
            <a:r>
              <a:rPr lang="en-US" dirty="0">
                <a:solidFill>
                  <a:schemeClr val="accent2"/>
                </a:solidFill>
              </a:rPr>
              <a:t>Number of Cores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488BB86-0C31-09A2-9584-8ED7E090E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64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73B2A8-FFE7-D8C0-E59C-1FFF8D738385}"/>
              </a:ext>
            </a:extLst>
          </p:cNvPr>
          <p:cNvSpPr/>
          <p:nvPr/>
        </p:nvSpPr>
        <p:spPr>
          <a:xfrm>
            <a:off x="3540181" y="1946915"/>
            <a:ext cx="2259728" cy="468086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DB1C6A-8943-85BD-1DE2-80645AD3690D}"/>
              </a:ext>
            </a:extLst>
          </p:cNvPr>
          <p:cNvSpPr txBox="1"/>
          <p:nvPr/>
        </p:nvSpPr>
        <p:spPr>
          <a:xfrm>
            <a:off x="9481156" y="2750805"/>
            <a:ext cx="22592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Comparable to </a:t>
            </a:r>
            <a:r>
              <a:rPr lang="en-US" dirty="0" err="1">
                <a:solidFill>
                  <a:schemeClr val="accent2"/>
                </a:solidFill>
              </a:rPr>
              <a:t>Polycube</a:t>
            </a:r>
            <a:r>
              <a:rPr lang="en-US" dirty="0">
                <a:solidFill>
                  <a:schemeClr val="accent2"/>
                </a:solidFill>
              </a:rPr>
              <a:t>, but LinuxFP keeps Linux API</a:t>
            </a:r>
          </a:p>
        </p:txBody>
      </p:sp>
    </p:spTree>
    <p:extLst>
      <p:ext uri="{BB962C8B-B14F-4D97-AF65-F5344CB8AC3E}">
        <p14:creationId xmlns:p14="http://schemas.microsoft.com/office/powerpoint/2010/main" val="63071507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1B679926-B502-8430-4274-6598DC0A1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93" y="1379227"/>
            <a:ext cx="7540414" cy="45898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28A0A3-A3CE-AFDE-6BF3-ED1279643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Network Functions: Virtual Router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3DF7094-5E89-1B88-4A06-5A50163F7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2812" y="888957"/>
            <a:ext cx="5183188" cy="823912"/>
          </a:xfrm>
        </p:spPr>
        <p:txBody>
          <a:bodyPr/>
          <a:lstStyle/>
          <a:p>
            <a:r>
              <a:rPr lang="en-US" dirty="0"/>
              <a:t>Throughput: </a:t>
            </a:r>
            <a:r>
              <a:rPr lang="en-US" dirty="0">
                <a:solidFill>
                  <a:schemeClr val="accent2"/>
                </a:solidFill>
              </a:rPr>
              <a:t>Number of Cores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488BB86-0C31-09A2-9584-8ED7E090E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65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73B2A8-FFE7-D8C0-E59C-1FFF8D738385}"/>
              </a:ext>
            </a:extLst>
          </p:cNvPr>
          <p:cNvSpPr/>
          <p:nvPr/>
        </p:nvSpPr>
        <p:spPr>
          <a:xfrm>
            <a:off x="3540181" y="1946915"/>
            <a:ext cx="2259728" cy="468086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DB1C6A-8943-85BD-1DE2-80645AD3690D}"/>
              </a:ext>
            </a:extLst>
          </p:cNvPr>
          <p:cNvSpPr txBox="1"/>
          <p:nvPr/>
        </p:nvSpPr>
        <p:spPr>
          <a:xfrm>
            <a:off x="9481156" y="2750805"/>
            <a:ext cx="22592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Comparable to </a:t>
            </a:r>
            <a:r>
              <a:rPr lang="en-US" dirty="0" err="1">
                <a:solidFill>
                  <a:schemeClr val="accent2"/>
                </a:solidFill>
              </a:rPr>
              <a:t>Polycube</a:t>
            </a:r>
            <a:r>
              <a:rPr lang="en-US" dirty="0">
                <a:solidFill>
                  <a:schemeClr val="accent2"/>
                </a:solidFill>
              </a:rPr>
              <a:t>, but LinuxFP keeps Linux API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E38346-8E71-381D-47D6-FDC4D5A13BAF}"/>
              </a:ext>
            </a:extLst>
          </p:cNvPr>
          <p:cNvSpPr txBox="1"/>
          <p:nvPr/>
        </p:nvSpPr>
        <p:spPr>
          <a:xfrm>
            <a:off x="8767354" y="4130944"/>
            <a:ext cx="3106783" cy="1384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71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/>
                </a:solidFill>
              </a:rPr>
              <a:t>Implementation differences explored in paper</a:t>
            </a:r>
          </a:p>
        </p:txBody>
      </p:sp>
    </p:spTree>
    <p:extLst>
      <p:ext uri="{BB962C8B-B14F-4D97-AF65-F5344CB8AC3E}">
        <p14:creationId xmlns:p14="http://schemas.microsoft.com/office/powerpoint/2010/main" val="2834581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1B679926-B502-8430-4274-6598DC0A1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93" y="1379227"/>
            <a:ext cx="7540414" cy="45898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28A0A3-A3CE-AFDE-6BF3-ED1279643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Network Functions: Virtual Router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3DF7094-5E89-1B88-4A06-5A50163F7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2812" y="888957"/>
            <a:ext cx="5183188" cy="823912"/>
          </a:xfrm>
        </p:spPr>
        <p:txBody>
          <a:bodyPr/>
          <a:lstStyle/>
          <a:p>
            <a:r>
              <a:rPr lang="en-US" dirty="0"/>
              <a:t>Throughput: </a:t>
            </a:r>
            <a:r>
              <a:rPr lang="en-US" dirty="0">
                <a:solidFill>
                  <a:schemeClr val="accent2"/>
                </a:solidFill>
              </a:rPr>
              <a:t>Number of Cores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488BB86-0C31-09A2-9584-8ED7E090E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66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73B2A8-FFE7-D8C0-E59C-1FFF8D738385}"/>
              </a:ext>
            </a:extLst>
          </p:cNvPr>
          <p:cNvSpPr/>
          <p:nvPr/>
        </p:nvSpPr>
        <p:spPr>
          <a:xfrm>
            <a:off x="6518512" y="1946915"/>
            <a:ext cx="770562" cy="468086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DB1C6A-8943-85BD-1DE2-80645AD3690D}"/>
              </a:ext>
            </a:extLst>
          </p:cNvPr>
          <p:cNvSpPr txBox="1"/>
          <p:nvPr/>
        </p:nvSpPr>
        <p:spPr>
          <a:xfrm>
            <a:off x="9481156" y="2750805"/>
            <a:ext cx="22592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Vector processing (batching), Dedicated cores</a:t>
            </a:r>
          </a:p>
        </p:txBody>
      </p:sp>
    </p:spTree>
    <p:extLst>
      <p:ext uri="{BB962C8B-B14F-4D97-AF65-F5344CB8AC3E}">
        <p14:creationId xmlns:p14="http://schemas.microsoft.com/office/powerpoint/2010/main" val="407431154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8A0A3-A3CE-AFDE-6BF3-ED1279643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Network Functions: Virtual Router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3DF7094-5E89-1B88-4A06-5A50163F7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2812" y="888957"/>
            <a:ext cx="5183188" cy="823912"/>
          </a:xfrm>
        </p:spPr>
        <p:txBody>
          <a:bodyPr/>
          <a:lstStyle/>
          <a:p>
            <a:r>
              <a:rPr lang="en-US" dirty="0"/>
              <a:t>Single Core Throughput: </a:t>
            </a:r>
            <a:r>
              <a:rPr lang="en-US" dirty="0">
                <a:solidFill>
                  <a:schemeClr val="accent2"/>
                </a:solidFill>
              </a:rPr>
              <a:t>Packet Size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488BB86-0C31-09A2-9584-8ED7E090E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13883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1B679926-B502-8430-4274-6598DC0A1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5793" y="1379227"/>
            <a:ext cx="7540414" cy="45898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28A0A3-A3CE-AFDE-6BF3-ED1279643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Network Functions: Virtual Router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3DF7094-5E89-1B88-4A06-5A50163F7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2812" y="888957"/>
            <a:ext cx="5183188" cy="823912"/>
          </a:xfrm>
        </p:spPr>
        <p:txBody>
          <a:bodyPr/>
          <a:lstStyle/>
          <a:p>
            <a:r>
              <a:rPr lang="en-US" dirty="0"/>
              <a:t>Single Core Throughput: </a:t>
            </a:r>
            <a:r>
              <a:rPr lang="en-US" dirty="0">
                <a:solidFill>
                  <a:schemeClr val="accent2"/>
                </a:solidFill>
              </a:rPr>
              <a:t>Packet Size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488BB86-0C31-09A2-9584-8ED7E090E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68</a:t>
            </a:fld>
            <a:endParaRPr lang="en-US"/>
          </a:p>
        </p:txBody>
      </p:sp>
      <p:pic>
        <p:nvPicPr>
          <p:cNvPr id="4" name="Picture 3" descr="A graph of a packet size&#10;&#10;Description automatically generated">
            <a:extLst>
              <a:ext uri="{FF2B5EF4-FFF2-40B4-BE49-F238E27FC236}">
                <a16:creationId xmlns:a16="http://schemas.microsoft.com/office/drawing/2014/main" id="{D974367E-19E3-DC6A-EF55-B5C1FB2DDCE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278"/>
          <a:stretch/>
        </p:blipFill>
        <p:spPr>
          <a:xfrm>
            <a:off x="2373107" y="1712868"/>
            <a:ext cx="7680356" cy="4125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273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1B679926-B502-8430-4274-6598DC0A1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5793" y="1379227"/>
            <a:ext cx="7540414" cy="45898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28A0A3-A3CE-AFDE-6BF3-ED1279643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Network Functions: Virtual Router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3DF7094-5E89-1B88-4A06-5A50163F7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2812" y="888957"/>
            <a:ext cx="5183188" cy="823912"/>
          </a:xfrm>
        </p:spPr>
        <p:txBody>
          <a:bodyPr/>
          <a:lstStyle/>
          <a:p>
            <a:r>
              <a:rPr lang="en-US" dirty="0"/>
              <a:t>Single Core Throughput: </a:t>
            </a:r>
            <a:r>
              <a:rPr lang="en-US" dirty="0">
                <a:solidFill>
                  <a:schemeClr val="accent2"/>
                </a:solidFill>
              </a:rPr>
              <a:t>Packet Size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488BB86-0C31-09A2-9584-8ED7E090E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69</a:t>
            </a:fld>
            <a:endParaRPr lang="en-US"/>
          </a:p>
        </p:txBody>
      </p:sp>
      <p:pic>
        <p:nvPicPr>
          <p:cNvPr id="4" name="Picture 3" descr="A graph of a packet size&#10;&#10;Description automatically generated">
            <a:extLst>
              <a:ext uri="{FF2B5EF4-FFF2-40B4-BE49-F238E27FC236}">
                <a16:creationId xmlns:a16="http://schemas.microsoft.com/office/drawing/2014/main" id="{D974367E-19E3-DC6A-EF55-B5C1FB2DDCE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278"/>
          <a:stretch/>
        </p:blipFill>
        <p:spPr>
          <a:xfrm>
            <a:off x="2373107" y="1712868"/>
            <a:ext cx="7680356" cy="4125197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E359FEC-5A20-F2C9-4B58-2D4C7B8881E3}"/>
              </a:ext>
            </a:extLst>
          </p:cNvPr>
          <p:cNvCxnSpPr>
            <a:cxnSpLocks/>
          </p:cNvCxnSpPr>
          <p:nvPr/>
        </p:nvCxnSpPr>
        <p:spPr>
          <a:xfrm>
            <a:off x="3559627" y="2490915"/>
            <a:ext cx="5698204" cy="0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02E2AA9-2D8E-55F2-6790-A03A571B3440}"/>
              </a:ext>
            </a:extLst>
          </p:cNvPr>
          <p:cNvSpPr/>
          <p:nvPr/>
        </p:nvSpPr>
        <p:spPr>
          <a:xfrm flipH="1">
            <a:off x="8610600" y="2352987"/>
            <a:ext cx="647231" cy="703605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03804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1B679926-B502-8430-4274-6598DC0A1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5793" y="1379227"/>
            <a:ext cx="7540414" cy="45898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28A0A3-A3CE-AFDE-6BF3-ED1279643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Network Functions: Virtual Router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3DF7094-5E89-1B88-4A06-5A50163F7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2812" y="888957"/>
            <a:ext cx="5183188" cy="823912"/>
          </a:xfrm>
        </p:spPr>
        <p:txBody>
          <a:bodyPr/>
          <a:lstStyle/>
          <a:p>
            <a:r>
              <a:rPr lang="en-US" dirty="0"/>
              <a:t>Single Core Throughput: </a:t>
            </a:r>
            <a:r>
              <a:rPr lang="en-US" dirty="0">
                <a:solidFill>
                  <a:schemeClr val="accent2"/>
                </a:solidFill>
              </a:rPr>
              <a:t>Packet Size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488BB86-0C31-09A2-9584-8ED7E090E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70</a:t>
            </a:fld>
            <a:endParaRPr lang="en-US"/>
          </a:p>
        </p:txBody>
      </p:sp>
      <p:pic>
        <p:nvPicPr>
          <p:cNvPr id="4" name="Picture 3" descr="A graph of a packet size&#10;&#10;Description automatically generated">
            <a:extLst>
              <a:ext uri="{FF2B5EF4-FFF2-40B4-BE49-F238E27FC236}">
                <a16:creationId xmlns:a16="http://schemas.microsoft.com/office/drawing/2014/main" id="{D974367E-19E3-DC6A-EF55-B5C1FB2DDCE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278"/>
          <a:stretch/>
        </p:blipFill>
        <p:spPr>
          <a:xfrm>
            <a:off x="2373107" y="1712868"/>
            <a:ext cx="7680356" cy="4125197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E359FEC-5A20-F2C9-4B58-2D4C7B8881E3}"/>
              </a:ext>
            </a:extLst>
          </p:cNvPr>
          <p:cNvCxnSpPr>
            <a:cxnSpLocks/>
          </p:cNvCxnSpPr>
          <p:nvPr/>
        </p:nvCxnSpPr>
        <p:spPr>
          <a:xfrm>
            <a:off x="3559627" y="2490915"/>
            <a:ext cx="5698204" cy="0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02E2AA9-2D8E-55F2-6790-A03A571B3440}"/>
              </a:ext>
            </a:extLst>
          </p:cNvPr>
          <p:cNvSpPr/>
          <p:nvPr/>
        </p:nvSpPr>
        <p:spPr>
          <a:xfrm rot="2816572" flipH="1">
            <a:off x="4606596" y="2062337"/>
            <a:ext cx="647231" cy="3146809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99284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8A0A3-A3CE-AFDE-6BF3-ED1279643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Network Functions: Virtual Router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3DF7094-5E89-1B88-4A06-5A50163F7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2812" y="888957"/>
            <a:ext cx="5183188" cy="823912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Single Core Latency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488BB86-0C31-09A2-9584-8ED7E090E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71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43A9D6-B2B6-E4D6-DB57-5581E64C9DE3}"/>
              </a:ext>
            </a:extLst>
          </p:cNvPr>
          <p:cNvSpPr txBox="1"/>
          <p:nvPr/>
        </p:nvSpPr>
        <p:spPr>
          <a:xfrm>
            <a:off x="6668870" y="2860238"/>
            <a:ext cx="3139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-- 50 Prefixes with iproute2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6FEF06-7F9B-5DF7-FB0E-0E15B34551D9}"/>
              </a:ext>
            </a:extLst>
          </p:cNvPr>
          <p:cNvSpPr txBox="1">
            <a:spLocks/>
          </p:cNvSpPr>
          <p:nvPr/>
        </p:nvSpPr>
        <p:spPr>
          <a:xfrm>
            <a:off x="3505935" y="1362666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Experimental Setup</a:t>
            </a:r>
            <a:endParaRPr lang="en-US" dirty="0"/>
          </a:p>
        </p:txBody>
      </p:sp>
      <p:pic>
        <p:nvPicPr>
          <p:cNvPr id="5" name="Content Placeholder 9" descr="Computer outline">
            <a:extLst>
              <a:ext uri="{FF2B5EF4-FFF2-40B4-BE49-F238E27FC236}">
                <a16:creationId xmlns:a16="http://schemas.microsoft.com/office/drawing/2014/main" id="{36119D7D-4541-B3DC-454B-99B6F4B9F0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54429" y="4262437"/>
            <a:ext cx="914400" cy="914400"/>
          </a:xfrm>
          <a:prstGeom prst="rect">
            <a:avLst/>
          </a:prstGeom>
        </p:spPr>
      </p:pic>
      <p:pic>
        <p:nvPicPr>
          <p:cNvPr id="7" name="Content Placeholder 15" descr="Computer with solid fill">
            <a:extLst>
              <a:ext uri="{FF2B5EF4-FFF2-40B4-BE49-F238E27FC236}">
                <a16:creationId xmlns:a16="http://schemas.microsoft.com/office/drawing/2014/main" id="{523CB1C7-E178-9ED2-652A-485BE60405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27629" y="3027797"/>
            <a:ext cx="914400" cy="914400"/>
          </a:xfrm>
          <a:prstGeom prst="rect">
            <a:avLst/>
          </a:prstGeom>
        </p:spPr>
      </p:pic>
      <p:pic>
        <p:nvPicPr>
          <p:cNvPr id="8" name="Content Placeholder 9" descr="Computer outline">
            <a:extLst>
              <a:ext uri="{FF2B5EF4-FFF2-40B4-BE49-F238E27FC236}">
                <a16:creationId xmlns:a16="http://schemas.microsoft.com/office/drawing/2014/main" id="{BBA64D2E-18D3-E09B-9B4A-492D91DD19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86975" y="4262437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BAC47D-816D-7A65-1A64-1AA48F0F143A}"/>
              </a:ext>
            </a:extLst>
          </p:cNvPr>
          <p:cNvSpPr txBox="1"/>
          <p:nvPr/>
        </p:nvSpPr>
        <p:spPr>
          <a:xfrm>
            <a:off x="6892506" y="5176837"/>
            <a:ext cx="130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Sink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0054EA-66DA-DE37-2EDE-13C4BF07EF01}"/>
              </a:ext>
            </a:extLst>
          </p:cNvPr>
          <p:cNvSpPr txBox="1"/>
          <p:nvPr/>
        </p:nvSpPr>
        <p:spPr>
          <a:xfrm>
            <a:off x="5147157" y="2605088"/>
            <a:ext cx="1875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Test Device: Virtual Router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87127C-D2FF-7136-2EB0-3EC17860309D}"/>
              </a:ext>
            </a:extLst>
          </p:cNvPr>
          <p:cNvSpPr txBox="1"/>
          <p:nvPr/>
        </p:nvSpPr>
        <p:spPr>
          <a:xfrm>
            <a:off x="3838444" y="5176837"/>
            <a:ext cx="1546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Source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CE97CD1-DD3F-7105-AB16-6A534210E62C}"/>
              </a:ext>
            </a:extLst>
          </p:cNvPr>
          <p:cNvCxnSpPr>
            <a:cxnSpLocks/>
          </p:cNvCxnSpPr>
          <p:nvPr/>
        </p:nvCxnSpPr>
        <p:spPr>
          <a:xfrm flipH="1">
            <a:off x="4651702" y="3606582"/>
            <a:ext cx="849086" cy="65585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0C4D803-93CF-E5A5-8943-2E851CA7FDCF}"/>
              </a:ext>
            </a:extLst>
          </p:cNvPr>
          <p:cNvCxnSpPr>
            <a:cxnSpLocks/>
          </p:cNvCxnSpPr>
          <p:nvPr/>
        </p:nvCxnSpPr>
        <p:spPr>
          <a:xfrm>
            <a:off x="6629104" y="3606582"/>
            <a:ext cx="909490" cy="65585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9811CFF-C62E-617A-AB24-13C41249164B}"/>
              </a:ext>
            </a:extLst>
          </p:cNvPr>
          <p:cNvSpPr txBox="1"/>
          <p:nvPr/>
        </p:nvSpPr>
        <p:spPr>
          <a:xfrm>
            <a:off x="3412644" y="5472294"/>
            <a:ext cx="2397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128 </a:t>
            </a:r>
            <a:r>
              <a:rPr lang="en-US" b="1" dirty="0" err="1">
                <a:solidFill>
                  <a:schemeClr val="accent2"/>
                </a:solidFill>
              </a:rPr>
              <a:t>netperf</a:t>
            </a:r>
            <a:r>
              <a:rPr lang="en-US" b="1" dirty="0">
                <a:solidFill>
                  <a:schemeClr val="accent2"/>
                </a:solidFill>
              </a:rPr>
              <a:t> sessions</a:t>
            </a:r>
          </a:p>
        </p:txBody>
      </p:sp>
    </p:spTree>
    <p:extLst>
      <p:ext uri="{BB962C8B-B14F-4D97-AF65-F5344CB8AC3E}">
        <p14:creationId xmlns:p14="http://schemas.microsoft.com/office/powerpoint/2010/main" val="30063961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8A0A3-A3CE-AFDE-6BF3-ED1279643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Network Functions: Virtual Router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3DF7094-5E89-1B88-4A06-5A50163F7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2812" y="888957"/>
            <a:ext cx="5183188" cy="823912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Single Core Latency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488BB86-0C31-09A2-9584-8ED7E090E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72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3650803-B0A2-F35A-817C-950F596896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128556"/>
              </p:ext>
            </p:extLst>
          </p:nvPr>
        </p:nvGraphicFramePr>
        <p:xfrm>
          <a:off x="1579937" y="2321959"/>
          <a:ext cx="9177108" cy="187522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94277">
                  <a:extLst>
                    <a:ext uri="{9D8B030D-6E8A-4147-A177-3AD203B41FA5}">
                      <a16:colId xmlns:a16="http://schemas.microsoft.com/office/drawing/2014/main" val="4257943819"/>
                    </a:ext>
                  </a:extLst>
                </a:gridCol>
                <a:gridCol w="2294277">
                  <a:extLst>
                    <a:ext uri="{9D8B030D-6E8A-4147-A177-3AD203B41FA5}">
                      <a16:colId xmlns:a16="http://schemas.microsoft.com/office/drawing/2014/main" val="1665197926"/>
                    </a:ext>
                  </a:extLst>
                </a:gridCol>
                <a:gridCol w="2294277">
                  <a:extLst>
                    <a:ext uri="{9D8B030D-6E8A-4147-A177-3AD203B41FA5}">
                      <a16:colId xmlns:a16="http://schemas.microsoft.com/office/drawing/2014/main" val="271438228"/>
                    </a:ext>
                  </a:extLst>
                </a:gridCol>
                <a:gridCol w="2294277">
                  <a:extLst>
                    <a:ext uri="{9D8B030D-6E8A-4147-A177-3AD203B41FA5}">
                      <a16:colId xmlns:a16="http://schemas.microsoft.com/office/drawing/2014/main" val="3680378270"/>
                    </a:ext>
                  </a:extLst>
                </a:gridCol>
              </a:tblGrid>
              <a:tr h="391864">
                <a:tc>
                  <a:txBody>
                    <a:bodyPr/>
                    <a:lstStyle/>
                    <a:p>
                      <a:r>
                        <a:rPr lang="en-US" dirty="0"/>
                        <a:t>System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Standard Deviation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416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Linux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326.872 </a:t>
                      </a:r>
                      <a:r>
                        <a:rPr lang="el-GR" sz="1800" kern="1200" dirty="0">
                          <a:solidFill>
                            <a:schemeClr val="dk1"/>
                          </a:solidFill>
                          <a:effectLst/>
                        </a:rPr>
                        <a:t>μ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S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512.378 </a:t>
                      </a:r>
                      <a:r>
                        <a:rPr lang="el-GR" sz="1800" kern="1200" dirty="0">
                          <a:solidFill>
                            <a:schemeClr val="dk1"/>
                          </a:solidFill>
                          <a:effectLst/>
                        </a:rPr>
                        <a:t>μ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S 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109.265 </a:t>
                      </a:r>
                      <a:r>
                        <a:rPr lang="el-GR" sz="1800" kern="1200" dirty="0">
                          <a:solidFill>
                            <a:schemeClr val="dk1"/>
                          </a:solidFill>
                          <a:effectLst/>
                        </a:rPr>
                        <a:t>μ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S 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090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Polycube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145.792 </a:t>
                      </a:r>
                      <a:r>
                        <a:rPr lang="el-GR" sz="1800" kern="1200" dirty="0">
                          <a:solidFill>
                            <a:schemeClr val="dk1"/>
                          </a:solidFill>
                          <a:effectLst/>
                        </a:rPr>
                        <a:t>μ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S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269.772 </a:t>
                      </a:r>
                      <a:r>
                        <a:rPr lang="el-GR" sz="1800" kern="1200" dirty="0">
                          <a:solidFill>
                            <a:schemeClr val="dk1"/>
                          </a:solidFill>
                          <a:effectLst/>
                        </a:rPr>
                        <a:t>μ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S 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60.204 </a:t>
                      </a:r>
                      <a:r>
                        <a:rPr lang="el-GR" sz="1800" kern="1200" dirty="0">
                          <a:solidFill>
                            <a:schemeClr val="dk1"/>
                          </a:solidFill>
                          <a:effectLst/>
                        </a:rPr>
                        <a:t>μ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S 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598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VPP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85.604 </a:t>
                      </a:r>
                      <a:r>
                        <a:rPr lang="el-GR" sz="1800" kern="1200" dirty="0">
                          <a:solidFill>
                            <a:schemeClr val="dk1"/>
                          </a:solidFill>
                          <a:effectLst/>
                        </a:rPr>
                        <a:t>μ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S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182.265 </a:t>
                      </a:r>
                      <a:r>
                        <a:rPr lang="el-GR" sz="1800" kern="1200" dirty="0">
                          <a:solidFill>
                            <a:schemeClr val="dk1"/>
                          </a:solidFill>
                          <a:effectLst/>
                        </a:rPr>
                        <a:t>μ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S 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32.011 </a:t>
                      </a:r>
                      <a:r>
                        <a:rPr lang="el-GR" sz="1800" kern="1200" dirty="0">
                          <a:solidFill>
                            <a:schemeClr val="dk1"/>
                          </a:solidFill>
                          <a:effectLst/>
                        </a:rPr>
                        <a:t>μ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S 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2526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LinuxFP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151.675 </a:t>
                      </a:r>
                      <a:r>
                        <a:rPr lang="el-GR" sz="1800" kern="1200" dirty="0">
                          <a:solidFill>
                            <a:schemeClr val="dk1"/>
                          </a:solidFill>
                          <a:effectLst/>
                        </a:rPr>
                        <a:t>μ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S 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279.407 </a:t>
                      </a:r>
                      <a:r>
                        <a:rPr lang="el-GR" sz="1800" kern="1200" dirty="0">
                          <a:solidFill>
                            <a:schemeClr val="dk1"/>
                          </a:solidFill>
                          <a:effectLst/>
                        </a:rPr>
                        <a:t>μ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S 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76.798 </a:t>
                      </a:r>
                      <a:r>
                        <a:rPr lang="el-GR" sz="1800" kern="1200" dirty="0">
                          <a:solidFill>
                            <a:schemeClr val="dk1"/>
                          </a:solidFill>
                          <a:effectLst/>
                        </a:rPr>
                        <a:t>μ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S 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605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677400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8A0A3-A3CE-AFDE-6BF3-ED1279643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Network Functions: Virtual Router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3DF7094-5E89-1B88-4A06-5A50163F7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2812" y="888957"/>
            <a:ext cx="5183188" cy="823912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Single Core Latency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488BB86-0C31-09A2-9584-8ED7E090E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73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3650803-B0A2-F35A-817C-950F596896CA}"/>
              </a:ext>
            </a:extLst>
          </p:cNvPr>
          <p:cNvGraphicFramePr>
            <a:graphicFrameLocks noGrp="1"/>
          </p:cNvGraphicFramePr>
          <p:nvPr/>
        </p:nvGraphicFramePr>
        <p:xfrm>
          <a:off x="1579937" y="2321959"/>
          <a:ext cx="9177108" cy="187522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94277">
                  <a:extLst>
                    <a:ext uri="{9D8B030D-6E8A-4147-A177-3AD203B41FA5}">
                      <a16:colId xmlns:a16="http://schemas.microsoft.com/office/drawing/2014/main" val="4257943819"/>
                    </a:ext>
                  </a:extLst>
                </a:gridCol>
                <a:gridCol w="2294277">
                  <a:extLst>
                    <a:ext uri="{9D8B030D-6E8A-4147-A177-3AD203B41FA5}">
                      <a16:colId xmlns:a16="http://schemas.microsoft.com/office/drawing/2014/main" val="1665197926"/>
                    </a:ext>
                  </a:extLst>
                </a:gridCol>
                <a:gridCol w="2294277">
                  <a:extLst>
                    <a:ext uri="{9D8B030D-6E8A-4147-A177-3AD203B41FA5}">
                      <a16:colId xmlns:a16="http://schemas.microsoft.com/office/drawing/2014/main" val="271438228"/>
                    </a:ext>
                  </a:extLst>
                </a:gridCol>
                <a:gridCol w="2294277">
                  <a:extLst>
                    <a:ext uri="{9D8B030D-6E8A-4147-A177-3AD203B41FA5}">
                      <a16:colId xmlns:a16="http://schemas.microsoft.com/office/drawing/2014/main" val="3680378270"/>
                    </a:ext>
                  </a:extLst>
                </a:gridCol>
              </a:tblGrid>
              <a:tr h="391864">
                <a:tc>
                  <a:txBody>
                    <a:bodyPr/>
                    <a:lstStyle/>
                    <a:p>
                      <a:r>
                        <a:rPr lang="en-US" dirty="0"/>
                        <a:t>System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Standard Deviation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416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Linux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326.872 </a:t>
                      </a:r>
                      <a:r>
                        <a:rPr lang="el-GR" sz="1800" kern="1200" dirty="0">
                          <a:solidFill>
                            <a:schemeClr val="dk1"/>
                          </a:solidFill>
                          <a:effectLst/>
                        </a:rPr>
                        <a:t>μ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S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512.378 </a:t>
                      </a:r>
                      <a:r>
                        <a:rPr lang="el-GR" sz="1800" kern="1200" dirty="0">
                          <a:solidFill>
                            <a:schemeClr val="dk1"/>
                          </a:solidFill>
                          <a:effectLst/>
                        </a:rPr>
                        <a:t>μ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S 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109.265 </a:t>
                      </a:r>
                      <a:r>
                        <a:rPr lang="el-GR" sz="1800" kern="1200" dirty="0">
                          <a:solidFill>
                            <a:schemeClr val="dk1"/>
                          </a:solidFill>
                          <a:effectLst/>
                        </a:rPr>
                        <a:t>μ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S 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090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Polycube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145.792 </a:t>
                      </a:r>
                      <a:r>
                        <a:rPr lang="el-GR" sz="1800" kern="1200" dirty="0">
                          <a:solidFill>
                            <a:schemeClr val="dk1"/>
                          </a:solidFill>
                          <a:effectLst/>
                        </a:rPr>
                        <a:t>μ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S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269.772 </a:t>
                      </a:r>
                      <a:r>
                        <a:rPr lang="el-GR" sz="1800" kern="1200" dirty="0">
                          <a:solidFill>
                            <a:schemeClr val="dk1"/>
                          </a:solidFill>
                          <a:effectLst/>
                        </a:rPr>
                        <a:t>μ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S 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60.204 </a:t>
                      </a:r>
                      <a:r>
                        <a:rPr lang="el-GR" sz="1800" kern="1200" dirty="0">
                          <a:solidFill>
                            <a:schemeClr val="dk1"/>
                          </a:solidFill>
                          <a:effectLst/>
                        </a:rPr>
                        <a:t>μ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S 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598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VPP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85.604 </a:t>
                      </a:r>
                      <a:r>
                        <a:rPr lang="el-GR" sz="1800" kern="1200" dirty="0">
                          <a:solidFill>
                            <a:schemeClr val="dk1"/>
                          </a:solidFill>
                          <a:effectLst/>
                        </a:rPr>
                        <a:t>μ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S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182.265 </a:t>
                      </a:r>
                      <a:r>
                        <a:rPr lang="el-GR" sz="1800" kern="1200" dirty="0">
                          <a:solidFill>
                            <a:schemeClr val="dk1"/>
                          </a:solidFill>
                          <a:effectLst/>
                        </a:rPr>
                        <a:t>μ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S 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32.011 </a:t>
                      </a:r>
                      <a:r>
                        <a:rPr lang="el-GR" sz="1800" kern="1200" dirty="0">
                          <a:solidFill>
                            <a:schemeClr val="dk1"/>
                          </a:solidFill>
                          <a:effectLst/>
                        </a:rPr>
                        <a:t>μ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S 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2526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LinuxFP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151.675 </a:t>
                      </a:r>
                      <a:r>
                        <a:rPr lang="el-GR" sz="1800" kern="1200" dirty="0">
                          <a:solidFill>
                            <a:schemeClr val="dk1"/>
                          </a:solidFill>
                          <a:effectLst/>
                        </a:rPr>
                        <a:t>μ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S 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279.407 </a:t>
                      </a:r>
                      <a:r>
                        <a:rPr lang="el-GR" sz="1800" kern="1200" dirty="0">
                          <a:solidFill>
                            <a:schemeClr val="dk1"/>
                          </a:solidFill>
                          <a:effectLst/>
                        </a:rPr>
                        <a:t>μ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S 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76.798 </a:t>
                      </a:r>
                      <a:r>
                        <a:rPr lang="el-GR" sz="1800" kern="1200" dirty="0">
                          <a:solidFill>
                            <a:schemeClr val="dk1"/>
                          </a:solidFill>
                          <a:effectLst/>
                        </a:rPr>
                        <a:t>μ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S 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605752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2F3432D-43D6-DAC5-1108-F67CBDFBC360}"/>
              </a:ext>
            </a:extLst>
          </p:cNvPr>
          <p:cNvSpPr/>
          <p:nvPr/>
        </p:nvSpPr>
        <p:spPr>
          <a:xfrm flipH="1">
            <a:off x="1403565" y="2725155"/>
            <a:ext cx="4771204" cy="356277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ABE684-B099-0C96-8539-CC4B4E57EF88}"/>
              </a:ext>
            </a:extLst>
          </p:cNvPr>
          <p:cNvSpPr/>
          <p:nvPr/>
        </p:nvSpPr>
        <p:spPr>
          <a:xfrm flipH="1">
            <a:off x="1420117" y="3840906"/>
            <a:ext cx="4754652" cy="356277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99011A-EFDB-3CE7-22A7-46B8952F5311}"/>
              </a:ext>
            </a:extLst>
          </p:cNvPr>
          <p:cNvSpPr txBox="1"/>
          <p:nvPr/>
        </p:nvSpPr>
        <p:spPr>
          <a:xfrm>
            <a:off x="3789167" y="4307270"/>
            <a:ext cx="3310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Less than half of average latency of Linux</a:t>
            </a:r>
          </a:p>
        </p:txBody>
      </p:sp>
    </p:spTree>
    <p:extLst>
      <p:ext uri="{BB962C8B-B14F-4D97-AF65-F5344CB8AC3E}">
        <p14:creationId xmlns:p14="http://schemas.microsoft.com/office/powerpoint/2010/main" val="157474911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9C265-B2EC-9764-261D-33231C7AB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LinuxFP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Evaluation</a:t>
            </a:r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E586ECE6-5C82-162B-6437-3D5DD40FC6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6542395"/>
              </p:ext>
            </p:extLst>
          </p:nvPr>
        </p:nvGraphicFramePr>
        <p:xfrm>
          <a:off x="838200" y="1825624"/>
          <a:ext cx="10515600" cy="37260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793873-ABE0-242D-59C4-97FE143AE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A137B-0990-0F49-91F8-F963D2735700}" type="slidenum">
              <a:rPr lang="en-US" smtClean="0"/>
              <a:t>74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F40F5B-5E98-2A0A-2722-C26FF5B4B09E}"/>
              </a:ext>
            </a:extLst>
          </p:cNvPr>
          <p:cNvSpPr/>
          <p:nvPr/>
        </p:nvSpPr>
        <p:spPr>
          <a:xfrm>
            <a:off x="6277790" y="4537117"/>
            <a:ext cx="5076009" cy="11495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50258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9C265-B2EC-9764-261D-33231C7AB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LinuxFP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Evaluation</a:t>
            </a:r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E586ECE6-5C82-162B-6437-3D5DD40FC6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7688186"/>
              </p:ext>
            </p:extLst>
          </p:nvPr>
        </p:nvGraphicFramePr>
        <p:xfrm>
          <a:off x="838200" y="1825624"/>
          <a:ext cx="10515600" cy="37260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793873-ABE0-242D-59C4-97FE143AE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A137B-0990-0F49-91F8-F963D2735700}" type="slidenum">
              <a:rPr lang="en-US" smtClean="0"/>
              <a:t>75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F40F5B-5E98-2A0A-2722-C26FF5B4B09E}"/>
              </a:ext>
            </a:extLst>
          </p:cNvPr>
          <p:cNvSpPr/>
          <p:nvPr/>
        </p:nvSpPr>
        <p:spPr>
          <a:xfrm>
            <a:off x="1144088" y="4537117"/>
            <a:ext cx="5076009" cy="11495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16919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9C265-B2EC-9764-261D-33231C7AB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70723"/>
          </a:xfrm>
        </p:spPr>
        <p:txBody>
          <a:bodyPr/>
          <a:lstStyle/>
          <a:p>
            <a:r>
              <a:rPr lang="en-US" dirty="0"/>
              <a:t>Experimental </a:t>
            </a:r>
            <a:br>
              <a:rPr lang="en-US" dirty="0"/>
            </a:br>
            <a:r>
              <a:rPr lang="en-US" dirty="0"/>
              <a:t>Setup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793873-ABE0-242D-59C4-97FE143AE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A137B-0990-0F49-91F8-F963D2735700}" type="slidenum">
              <a:rPr lang="en-US" smtClean="0"/>
              <a:t>76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F40F5B-5E98-2A0A-2722-C26FF5B4B09E}"/>
              </a:ext>
            </a:extLst>
          </p:cNvPr>
          <p:cNvSpPr/>
          <p:nvPr/>
        </p:nvSpPr>
        <p:spPr>
          <a:xfrm>
            <a:off x="1144088" y="4537117"/>
            <a:ext cx="5076009" cy="11495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26ACE62-2EDC-1B52-A262-A4B430E7B026}"/>
              </a:ext>
            </a:extLst>
          </p:cNvPr>
          <p:cNvSpPr/>
          <p:nvPr/>
        </p:nvSpPr>
        <p:spPr>
          <a:xfrm>
            <a:off x="5879604" y="809430"/>
            <a:ext cx="2475345" cy="1394691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Host 0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56D7190-15F3-3670-FA13-2FEE8F4F6722}"/>
              </a:ext>
            </a:extLst>
          </p:cNvPr>
          <p:cNvSpPr/>
          <p:nvPr/>
        </p:nvSpPr>
        <p:spPr>
          <a:xfrm>
            <a:off x="2766948" y="2600851"/>
            <a:ext cx="3980872" cy="2817525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Host 1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612C170-4BD5-D07C-A2F4-DBD419165414}"/>
              </a:ext>
            </a:extLst>
          </p:cNvPr>
          <p:cNvSpPr/>
          <p:nvPr/>
        </p:nvSpPr>
        <p:spPr>
          <a:xfrm>
            <a:off x="3074634" y="4933112"/>
            <a:ext cx="3365495" cy="3278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Linux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9B35E15-7F85-F89D-28EF-61E5813882EF}"/>
              </a:ext>
            </a:extLst>
          </p:cNvPr>
          <p:cNvSpPr/>
          <p:nvPr/>
        </p:nvSpPr>
        <p:spPr>
          <a:xfrm>
            <a:off x="6025945" y="1751667"/>
            <a:ext cx="2171986" cy="3278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Linux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53A8772-EEE6-CA0D-BBFD-38802161731B}"/>
              </a:ext>
            </a:extLst>
          </p:cNvPr>
          <p:cNvSpPr/>
          <p:nvPr/>
        </p:nvSpPr>
        <p:spPr>
          <a:xfrm>
            <a:off x="7372928" y="2592528"/>
            <a:ext cx="3980872" cy="2817525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Host 2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AAD119C-57C9-6D2F-25DB-8B24CA64347C}"/>
              </a:ext>
            </a:extLst>
          </p:cNvPr>
          <p:cNvSpPr/>
          <p:nvPr/>
        </p:nvSpPr>
        <p:spPr>
          <a:xfrm>
            <a:off x="7680614" y="4924789"/>
            <a:ext cx="3365496" cy="3278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Linux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7B15259-5202-C23B-F801-FA7F3E44B75B}"/>
              </a:ext>
            </a:extLst>
          </p:cNvPr>
          <p:cNvCxnSpPr>
            <a:cxnSpLocks/>
          </p:cNvCxnSpPr>
          <p:nvPr/>
        </p:nvCxnSpPr>
        <p:spPr>
          <a:xfrm>
            <a:off x="7889148" y="2204121"/>
            <a:ext cx="0" cy="39673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3EC4A3B-385B-0E40-0C8F-CAB4BE443C5B}"/>
              </a:ext>
            </a:extLst>
          </p:cNvPr>
          <p:cNvCxnSpPr>
            <a:cxnSpLocks/>
          </p:cNvCxnSpPr>
          <p:nvPr/>
        </p:nvCxnSpPr>
        <p:spPr>
          <a:xfrm>
            <a:off x="6313266" y="2204121"/>
            <a:ext cx="0" cy="39673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7F1833D-6261-DFD1-FDD7-B3B3B7788B19}"/>
              </a:ext>
            </a:extLst>
          </p:cNvPr>
          <p:cNvCxnSpPr>
            <a:cxnSpLocks/>
          </p:cNvCxnSpPr>
          <p:nvPr/>
        </p:nvCxnSpPr>
        <p:spPr>
          <a:xfrm flipH="1">
            <a:off x="6751041" y="3429000"/>
            <a:ext cx="621887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854295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793873-ABE0-242D-59C4-97FE143AE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A137B-0990-0F49-91F8-F963D2735700}" type="slidenum">
              <a:rPr lang="en-US" smtClean="0"/>
              <a:t>77</a:t>
            </a:fld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26ACE62-2EDC-1B52-A262-A4B430E7B026}"/>
              </a:ext>
            </a:extLst>
          </p:cNvPr>
          <p:cNvSpPr/>
          <p:nvPr/>
        </p:nvSpPr>
        <p:spPr>
          <a:xfrm>
            <a:off x="5879604" y="809430"/>
            <a:ext cx="2475345" cy="1394691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Host 0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56D7190-15F3-3670-FA13-2FEE8F4F6722}"/>
              </a:ext>
            </a:extLst>
          </p:cNvPr>
          <p:cNvSpPr/>
          <p:nvPr/>
        </p:nvSpPr>
        <p:spPr>
          <a:xfrm>
            <a:off x="2766948" y="2600851"/>
            <a:ext cx="3980872" cy="2817525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Host 1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612C170-4BD5-D07C-A2F4-DBD419165414}"/>
              </a:ext>
            </a:extLst>
          </p:cNvPr>
          <p:cNvSpPr/>
          <p:nvPr/>
        </p:nvSpPr>
        <p:spPr>
          <a:xfrm>
            <a:off x="3074634" y="4933112"/>
            <a:ext cx="3365495" cy="3278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Linux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898B3CF-7AB1-18F0-1770-DC5F33955FFE}"/>
              </a:ext>
            </a:extLst>
          </p:cNvPr>
          <p:cNvSpPr/>
          <p:nvPr/>
        </p:nvSpPr>
        <p:spPr>
          <a:xfrm>
            <a:off x="3074631" y="4553377"/>
            <a:ext cx="3365499" cy="327811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Flannel (CNI Plugins)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A3193D3-00FF-9401-9931-B97B2F24EAC1}"/>
              </a:ext>
            </a:extLst>
          </p:cNvPr>
          <p:cNvSpPr/>
          <p:nvPr/>
        </p:nvSpPr>
        <p:spPr>
          <a:xfrm>
            <a:off x="3074631" y="4173642"/>
            <a:ext cx="3365499" cy="327811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Kubernetes Secondary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11FC059-2AB9-AA5B-E753-1DE6455BFCFE}"/>
              </a:ext>
            </a:extLst>
          </p:cNvPr>
          <p:cNvSpPr/>
          <p:nvPr/>
        </p:nvSpPr>
        <p:spPr>
          <a:xfrm>
            <a:off x="6023635" y="1342869"/>
            <a:ext cx="2174296" cy="327811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Kubernetes Primary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9B35E15-7F85-F89D-28EF-61E5813882EF}"/>
              </a:ext>
            </a:extLst>
          </p:cNvPr>
          <p:cNvSpPr/>
          <p:nvPr/>
        </p:nvSpPr>
        <p:spPr>
          <a:xfrm>
            <a:off x="6025945" y="1751667"/>
            <a:ext cx="2171986" cy="3278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Linux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53A8772-EEE6-CA0D-BBFD-38802161731B}"/>
              </a:ext>
            </a:extLst>
          </p:cNvPr>
          <p:cNvSpPr/>
          <p:nvPr/>
        </p:nvSpPr>
        <p:spPr>
          <a:xfrm>
            <a:off x="7372928" y="2592528"/>
            <a:ext cx="3980872" cy="2817525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Host 2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AAD119C-57C9-6D2F-25DB-8B24CA64347C}"/>
              </a:ext>
            </a:extLst>
          </p:cNvPr>
          <p:cNvSpPr/>
          <p:nvPr/>
        </p:nvSpPr>
        <p:spPr>
          <a:xfrm>
            <a:off x="7680614" y="4924789"/>
            <a:ext cx="3365496" cy="3278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Linux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68E7560-3AEC-B29E-89F4-56FD5A59D581}"/>
              </a:ext>
            </a:extLst>
          </p:cNvPr>
          <p:cNvSpPr/>
          <p:nvPr/>
        </p:nvSpPr>
        <p:spPr>
          <a:xfrm>
            <a:off x="7680611" y="4545054"/>
            <a:ext cx="3365499" cy="327811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Flannel (CNI Plugins)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1140EB7-6A85-5361-6F7A-354137AE97C0}"/>
              </a:ext>
            </a:extLst>
          </p:cNvPr>
          <p:cNvSpPr/>
          <p:nvPr/>
        </p:nvSpPr>
        <p:spPr>
          <a:xfrm>
            <a:off x="7680611" y="4165319"/>
            <a:ext cx="3365499" cy="327811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Kubernetes Secondary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7B15259-5202-C23B-F801-FA7F3E44B75B}"/>
              </a:ext>
            </a:extLst>
          </p:cNvPr>
          <p:cNvCxnSpPr>
            <a:cxnSpLocks/>
          </p:cNvCxnSpPr>
          <p:nvPr/>
        </p:nvCxnSpPr>
        <p:spPr>
          <a:xfrm>
            <a:off x="7889148" y="2204121"/>
            <a:ext cx="0" cy="39673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3EC4A3B-385B-0E40-0C8F-CAB4BE443C5B}"/>
              </a:ext>
            </a:extLst>
          </p:cNvPr>
          <p:cNvCxnSpPr>
            <a:cxnSpLocks/>
          </p:cNvCxnSpPr>
          <p:nvPr/>
        </p:nvCxnSpPr>
        <p:spPr>
          <a:xfrm>
            <a:off x="6313266" y="2204121"/>
            <a:ext cx="0" cy="39673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7F1833D-6261-DFD1-FDD7-B3B3B7788B19}"/>
              </a:ext>
            </a:extLst>
          </p:cNvPr>
          <p:cNvCxnSpPr>
            <a:cxnSpLocks/>
          </p:cNvCxnSpPr>
          <p:nvPr/>
        </p:nvCxnSpPr>
        <p:spPr>
          <a:xfrm flipH="1">
            <a:off x="6751041" y="3429000"/>
            <a:ext cx="621887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itle 2">
            <a:extLst>
              <a:ext uri="{FF2B5EF4-FFF2-40B4-BE49-F238E27FC236}">
                <a16:creationId xmlns:a16="http://schemas.microsoft.com/office/drawing/2014/main" id="{2E7525F2-C5E5-9A4E-0652-58143891D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70723"/>
          </a:xfrm>
        </p:spPr>
        <p:txBody>
          <a:bodyPr/>
          <a:lstStyle/>
          <a:p>
            <a:r>
              <a:rPr lang="en-US" dirty="0"/>
              <a:t>Experimental </a:t>
            </a:r>
            <a:br>
              <a:rPr lang="en-US" dirty="0"/>
            </a:br>
            <a:r>
              <a:rPr lang="en-US" dirty="0"/>
              <a:t>Setup: </a:t>
            </a:r>
            <a:r>
              <a:rPr lang="en-US" b="1" dirty="0">
                <a:solidFill>
                  <a:schemeClr val="accent2"/>
                </a:solidFill>
              </a:rPr>
              <a:t>Kubernetes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A4F0A06-C4C5-B948-4BF3-65D1BE574E86}"/>
              </a:ext>
            </a:extLst>
          </p:cNvPr>
          <p:cNvSpPr/>
          <p:nvPr/>
        </p:nvSpPr>
        <p:spPr>
          <a:xfrm>
            <a:off x="3077300" y="3252657"/>
            <a:ext cx="1345625" cy="799224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Pod</a:t>
            </a:r>
          </a:p>
          <a:p>
            <a:pPr algn="ctr"/>
            <a:endParaRPr lang="en-US" dirty="0">
              <a:solidFill>
                <a:schemeClr val="accent2"/>
              </a:solidFill>
            </a:endParaRPr>
          </a:p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3DE67F5A-A29E-8BAE-9D22-899FDC43E0BE}"/>
              </a:ext>
            </a:extLst>
          </p:cNvPr>
          <p:cNvSpPr/>
          <p:nvPr/>
        </p:nvSpPr>
        <p:spPr>
          <a:xfrm>
            <a:off x="3135026" y="3566617"/>
            <a:ext cx="1230172" cy="39987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App</a:t>
            </a:r>
          </a:p>
        </p:txBody>
      </p:sp>
    </p:spTree>
    <p:extLst>
      <p:ext uri="{BB962C8B-B14F-4D97-AF65-F5344CB8AC3E}">
        <p14:creationId xmlns:p14="http://schemas.microsoft.com/office/powerpoint/2010/main" val="280543549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793873-ABE0-242D-59C4-97FE143AE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A137B-0990-0F49-91F8-F963D2735700}" type="slidenum">
              <a:rPr lang="en-US" smtClean="0"/>
              <a:t>78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F40F5B-5E98-2A0A-2722-C26FF5B4B09E}"/>
              </a:ext>
            </a:extLst>
          </p:cNvPr>
          <p:cNvSpPr/>
          <p:nvPr/>
        </p:nvSpPr>
        <p:spPr>
          <a:xfrm>
            <a:off x="1144088" y="4537117"/>
            <a:ext cx="5076009" cy="11495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26ACE62-2EDC-1B52-A262-A4B430E7B026}"/>
              </a:ext>
            </a:extLst>
          </p:cNvPr>
          <p:cNvSpPr/>
          <p:nvPr/>
        </p:nvSpPr>
        <p:spPr>
          <a:xfrm>
            <a:off x="5879604" y="809430"/>
            <a:ext cx="2475345" cy="1394691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Host 0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56D7190-15F3-3670-FA13-2FEE8F4F6722}"/>
              </a:ext>
            </a:extLst>
          </p:cNvPr>
          <p:cNvSpPr/>
          <p:nvPr/>
        </p:nvSpPr>
        <p:spPr>
          <a:xfrm>
            <a:off x="2766948" y="2600851"/>
            <a:ext cx="3980872" cy="2817525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Host 1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612C170-4BD5-D07C-A2F4-DBD419165414}"/>
              </a:ext>
            </a:extLst>
          </p:cNvPr>
          <p:cNvSpPr/>
          <p:nvPr/>
        </p:nvSpPr>
        <p:spPr>
          <a:xfrm>
            <a:off x="3074634" y="4933112"/>
            <a:ext cx="3365495" cy="3278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Linux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898B3CF-7AB1-18F0-1770-DC5F33955FFE}"/>
              </a:ext>
            </a:extLst>
          </p:cNvPr>
          <p:cNvSpPr/>
          <p:nvPr/>
        </p:nvSpPr>
        <p:spPr>
          <a:xfrm>
            <a:off x="3074631" y="4553377"/>
            <a:ext cx="3365499" cy="3278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Flannel (CNI Plugins)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A3193D3-00FF-9401-9931-B97B2F24EAC1}"/>
              </a:ext>
            </a:extLst>
          </p:cNvPr>
          <p:cNvSpPr/>
          <p:nvPr/>
        </p:nvSpPr>
        <p:spPr>
          <a:xfrm>
            <a:off x="3074631" y="4173642"/>
            <a:ext cx="3365499" cy="3278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Kubernetes Secondary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11FC059-2AB9-AA5B-E753-1DE6455BFCFE}"/>
              </a:ext>
            </a:extLst>
          </p:cNvPr>
          <p:cNvSpPr/>
          <p:nvPr/>
        </p:nvSpPr>
        <p:spPr>
          <a:xfrm>
            <a:off x="6023635" y="1342869"/>
            <a:ext cx="2174296" cy="3278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Kubernetes Primary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9B35E15-7F85-F89D-28EF-61E5813882EF}"/>
              </a:ext>
            </a:extLst>
          </p:cNvPr>
          <p:cNvSpPr/>
          <p:nvPr/>
        </p:nvSpPr>
        <p:spPr>
          <a:xfrm>
            <a:off x="6025945" y="1751667"/>
            <a:ext cx="2171986" cy="3278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Linux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53A8772-EEE6-CA0D-BBFD-38802161731B}"/>
              </a:ext>
            </a:extLst>
          </p:cNvPr>
          <p:cNvSpPr/>
          <p:nvPr/>
        </p:nvSpPr>
        <p:spPr>
          <a:xfrm>
            <a:off x="7372928" y="2592528"/>
            <a:ext cx="3980872" cy="2817525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Host 2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AAD119C-57C9-6D2F-25DB-8B24CA64347C}"/>
              </a:ext>
            </a:extLst>
          </p:cNvPr>
          <p:cNvSpPr/>
          <p:nvPr/>
        </p:nvSpPr>
        <p:spPr>
          <a:xfrm>
            <a:off x="7680614" y="4924789"/>
            <a:ext cx="3365496" cy="3278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Linux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68E7560-3AEC-B29E-89F4-56FD5A59D581}"/>
              </a:ext>
            </a:extLst>
          </p:cNvPr>
          <p:cNvSpPr/>
          <p:nvPr/>
        </p:nvSpPr>
        <p:spPr>
          <a:xfrm>
            <a:off x="7680611" y="4545054"/>
            <a:ext cx="3365499" cy="3278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Flannel (CNI Plugins)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1140EB7-6A85-5361-6F7A-354137AE97C0}"/>
              </a:ext>
            </a:extLst>
          </p:cNvPr>
          <p:cNvSpPr/>
          <p:nvPr/>
        </p:nvSpPr>
        <p:spPr>
          <a:xfrm>
            <a:off x="7680611" y="4165319"/>
            <a:ext cx="3365499" cy="3278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Kubernetes Secondary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7B15259-5202-C23B-F801-FA7F3E44B75B}"/>
              </a:ext>
            </a:extLst>
          </p:cNvPr>
          <p:cNvCxnSpPr>
            <a:cxnSpLocks/>
          </p:cNvCxnSpPr>
          <p:nvPr/>
        </p:nvCxnSpPr>
        <p:spPr>
          <a:xfrm>
            <a:off x="7889148" y="2204121"/>
            <a:ext cx="0" cy="39673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3EC4A3B-385B-0E40-0C8F-CAB4BE443C5B}"/>
              </a:ext>
            </a:extLst>
          </p:cNvPr>
          <p:cNvCxnSpPr>
            <a:cxnSpLocks/>
          </p:cNvCxnSpPr>
          <p:nvPr/>
        </p:nvCxnSpPr>
        <p:spPr>
          <a:xfrm>
            <a:off x="6313266" y="2204121"/>
            <a:ext cx="0" cy="39673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7F1833D-6261-DFD1-FDD7-B3B3B7788B19}"/>
              </a:ext>
            </a:extLst>
          </p:cNvPr>
          <p:cNvCxnSpPr>
            <a:cxnSpLocks/>
          </p:cNvCxnSpPr>
          <p:nvPr/>
        </p:nvCxnSpPr>
        <p:spPr>
          <a:xfrm flipH="1">
            <a:off x="6751041" y="3429000"/>
            <a:ext cx="621887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itle 2">
            <a:extLst>
              <a:ext uri="{FF2B5EF4-FFF2-40B4-BE49-F238E27FC236}">
                <a16:creationId xmlns:a16="http://schemas.microsoft.com/office/drawing/2014/main" id="{2E7525F2-C5E5-9A4E-0652-58143891D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70723"/>
          </a:xfrm>
        </p:spPr>
        <p:txBody>
          <a:bodyPr/>
          <a:lstStyle/>
          <a:p>
            <a:r>
              <a:rPr lang="en-US" dirty="0"/>
              <a:t>Experimental </a:t>
            </a:r>
            <a:br>
              <a:rPr lang="en-US" dirty="0"/>
            </a:br>
            <a:r>
              <a:rPr lang="en-US" dirty="0"/>
              <a:t>Setup: </a:t>
            </a:r>
            <a:r>
              <a:rPr lang="en-US" b="1" dirty="0">
                <a:solidFill>
                  <a:schemeClr val="accent2"/>
                </a:solidFill>
              </a:rPr>
              <a:t>Pod-to-Pod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A4F0A06-C4C5-B948-4BF3-65D1BE574E86}"/>
              </a:ext>
            </a:extLst>
          </p:cNvPr>
          <p:cNvSpPr/>
          <p:nvPr/>
        </p:nvSpPr>
        <p:spPr>
          <a:xfrm>
            <a:off x="3077300" y="3252657"/>
            <a:ext cx="1345625" cy="799224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Pod</a:t>
            </a:r>
          </a:p>
          <a:p>
            <a:pPr algn="ctr"/>
            <a:endParaRPr lang="en-US" dirty="0">
              <a:solidFill>
                <a:schemeClr val="accent2"/>
              </a:solidFill>
            </a:endParaRPr>
          </a:p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3DE67F5A-A29E-8BAE-9D22-899FDC43E0BE}"/>
              </a:ext>
            </a:extLst>
          </p:cNvPr>
          <p:cNvSpPr/>
          <p:nvPr/>
        </p:nvSpPr>
        <p:spPr>
          <a:xfrm>
            <a:off x="3135026" y="3566617"/>
            <a:ext cx="1230172" cy="39987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App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2976B31F-0EF0-5D3B-890D-CCB2B050AE49}"/>
              </a:ext>
            </a:extLst>
          </p:cNvPr>
          <p:cNvSpPr/>
          <p:nvPr/>
        </p:nvSpPr>
        <p:spPr>
          <a:xfrm>
            <a:off x="5094504" y="3259606"/>
            <a:ext cx="1345625" cy="799224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Pod</a:t>
            </a:r>
          </a:p>
          <a:p>
            <a:pPr algn="ctr"/>
            <a:endParaRPr lang="en-US" dirty="0">
              <a:solidFill>
                <a:schemeClr val="accent2"/>
              </a:solidFill>
            </a:endParaRPr>
          </a:p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CF6B0C51-B262-EA73-E299-D9C551449607}"/>
              </a:ext>
            </a:extLst>
          </p:cNvPr>
          <p:cNvSpPr/>
          <p:nvPr/>
        </p:nvSpPr>
        <p:spPr>
          <a:xfrm>
            <a:off x="5152230" y="3573566"/>
            <a:ext cx="1230172" cy="39987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App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F999C7E-955E-CABB-3004-AEEA08486F06}"/>
              </a:ext>
            </a:extLst>
          </p:cNvPr>
          <p:cNvCxnSpPr>
            <a:cxnSpLocks/>
            <a:stCxn id="38" idx="3"/>
            <a:endCxn id="40" idx="1"/>
          </p:cNvCxnSpPr>
          <p:nvPr/>
        </p:nvCxnSpPr>
        <p:spPr>
          <a:xfrm>
            <a:off x="4365198" y="3766553"/>
            <a:ext cx="787032" cy="694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071713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793873-ABE0-242D-59C4-97FE143AE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A137B-0990-0F49-91F8-F963D2735700}" type="slidenum">
              <a:rPr lang="en-US" smtClean="0"/>
              <a:t>79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F40F5B-5E98-2A0A-2722-C26FF5B4B09E}"/>
              </a:ext>
            </a:extLst>
          </p:cNvPr>
          <p:cNvSpPr/>
          <p:nvPr/>
        </p:nvSpPr>
        <p:spPr>
          <a:xfrm>
            <a:off x="1144088" y="4537117"/>
            <a:ext cx="5076009" cy="11495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26ACE62-2EDC-1B52-A262-A4B430E7B026}"/>
              </a:ext>
            </a:extLst>
          </p:cNvPr>
          <p:cNvSpPr/>
          <p:nvPr/>
        </p:nvSpPr>
        <p:spPr>
          <a:xfrm>
            <a:off x="5879604" y="809430"/>
            <a:ext cx="2475345" cy="1394691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Host 0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56D7190-15F3-3670-FA13-2FEE8F4F6722}"/>
              </a:ext>
            </a:extLst>
          </p:cNvPr>
          <p:cNvSpPr/>
          <p:nvPr/>
        </p:nvSpPr>
        <p:spPr>
          <a:xfrm>
            <a:off x="2766948" y="2600851"/>
            <a:ext cx="3980872" cy="2817525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Host 1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612C170-4BD5-D07C-A2F4-DBD419165414}"/>
              </a:ext>
            </a:extLst>
          </p:cNvPr>
          <p:cNvSpPr/>
          <p:nvPr/>
        </p:nvSpPr>
        <p:spPr>
          <a:xfrm>
            <a:off x="3074634" y="4933112"/>
            <a:ext cx="3365495" cy="3278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Linux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898B3CF-7AB1-18F0-1770-DC5F33955FFE}"/>
              </a:ext>
            </a:extLst>
          </p:cNvPr>
          <p:cNvSpPr/>
          <p:nvPr/>
        </p:nvSpPr>
        <p:spPr>
          <a:xfrm>
            <a:off x="3074631" y="4553377"/>
            <a:ext cx="3365499" cy="3278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Flannel (CNI Plugins)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A3193D3-00FF-9401-9931-B97B2F24EAC1}"/>
              </a:ext>
            </a:extLst>
          </p:cNvPr>
          <p:cNvSpPr/>
          <p:nvPr/>
        </p:nvSpPr>
        <p:spPr>
          <a:xfrm>
            <a:off x="3074631" y="4173642"/>
            <a:ext cx="3365499" cy="3278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Kubernetes Secondary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11FC059-2AB9-AA5B-E753-1DE6455BFCFE}"/>
              </a:ext>
            </a:extLst>
          </p:cNvPr>
          <p:cNvSpPr/>
          <p:nvPr/>
        </p:nvSpPr>
        <p:spPr>
          <a:xfrm>
            <a:off x="6023635" y="1342869"/>
            <a:ext cx="2174296" cy="3278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Kubernetes Primary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9B35E15-7F85-F89D-28EF-61E5813882EF}"/>
              </a:ext>
            </a:extLst>
          </p:cNvPr>
          <p:cNvSpPr/>
          <p:nvPr/>
        </p:nvSpPr>
        <p:spPr>
          <a:xfrm>
            <a:off x="6025945" y="1751667"/>
            <a:ext cx="2171986" cy="3278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Linux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53A8772-EEE6-CA0D-BBFD-38802161731B}"/>
              </a:ext>
            </a:extLst>
          </p:cNvPr>
          <p:cNvSpPr/>
          <p:nvPr/>
        </p:nvSpPr>
        <p:spPr>
          <a:xfrm>
            <a:off x="7372928" y="2592528"/>
            <a:ext cx="3980872" cy="2817525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Host 2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AAD119C-57C9-6D2F-25DB-8B24CA64347C}"/>
              </a:ext>
            </a:extLst>
          </p:cNvPr>
          <p:cNvSpPr/>
          <p:nvPr/>
        </p:nvSpPr>
        <p:spPr>
          <a:xfrm>
            <a:off x="7680614" y="4924789"/>
            <a:ext cx="3365496" cy="3278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Linux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68E7560-3AEC-B29E-89F4-56FD5A59D581}"/>
              </a:ext>
            </a:extLst>
          </p:cNvPr>
          <p:cNvSpPr/>
          <p:nvPr/>
        </p:nvSpPr>
        <p:spPr>
          <a:xfrm>
            <a:off x="7680611" y="4545054"/>
            <a:ext cx="3365499" cy="3278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Flannel (CNI Plugins)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1140EB7-6A85-5361-6F7A-354137AE97C0}"/>
              </a:ext>
            </a:extLst>
          </p:cNvPr>
          <p:cNvSpPr/>
          <p:nvPr/>
        </p:nvSpPr>
        <p:spPr>
          <a:xfrm>
            <a:off x="7680611" y="4165319"/>
            <a:ext cx="3365499" cy="3278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Kubernetes Secondary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7B15259-5202-C23B-F801-FA7F3E44B75B}"/>
              </a:ext>
            </a:extLst>
          </p:cNvPr>
          <p:cNvCxnSpPr>
            <a:cxnSpLocks/>
          </p:cNvCxnSpPr>
          <p:nvPr/>
        </p:nvCxnSpPr>
        <p:spPr>
          <a:xfrm>
            <a:off x="7889148" y="2204121"/>
            <a:ext cx="0" cy="39673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3EC4A3B-385B-0E40-0C8F-CAB4BE443C5B}"/>
              </a:ext>
            </a:extLst>
          </p:cNvPr>
          <p:cNvCxnSpPr>
            <a:cxnSpLocks/>
          </p:cNvCxnSpPr>
          <p:nvPr/>
        </p:nvCxnSpPr>
        <p:spPr>
          <a:xfrm>
            <a:off x="6313266" y="2204121"/>
            <a:ext cx="0" cy="39673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7F1833D-6261-DFD1-FDD7-B3B3B7788B19}"/>
              </a:ext>
            </a:extLst>
          </p:cNvPr>
          <p:cNvCxnSpPr>
            <a:cxnSpLocks/>
          </p:cNvCxnSpPr>
          <p:nvPr/>
        </p:nvCxnSpPr>
        <p:spPr>
          <a:xfrm flipH="1">
            <a:off x="6751041" y="3429000"/>
            <a:ext cx="621887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itle 2">
            <a:extLst>
              <a:ext uri="{FF2B5EF4-FFF2-40B4-BE49-F238E27FC236}">
                <a16:creationId xmlns:a16="http://schemas.microsoft.com/office/drawing/2014/main" id="{2E7525F2-C5E5-9A4E-0652-58143891D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70723"/>
          </a:xfrm>
        </p:spPr>
        <p:txBody>
          <a:bodyPr/>
          <a:lstStyle/>
          <a:p>
            <a:r>
              <a:rPr lang="en-US" dirty="0"/>
              <a:t>Experimental </a:t>
            </a:r>
            <a:br>
              <a:rPr lang="en-US" dirty="0"/>
            </a:br>
            <a:r>
              <a:rPr lang="en-US" dirty="0"/>
              <a:t>Setup: </a:t>
            </a:r>
            <a:r>
              <a:rPr lang="en-US" b="1" dirty="0">
                <a:solidFill>
                  <a:schemeClr val="accent2"/>
                </a:solidFill>
              </a:rPr>
              <a:t>Pod-to-Pod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A4F0A06-C4C5-B948-4BF3-65D1BE574E86}"/>
              </a:ext>
            </a:extLst>
          </p:cNvPr>
          <p:cNvSpPr/>
          <p:nvPr/>
        </p:nvSpPr>
        <p:spPr>
          <a:xfrm>
            <a:off x="7680611" y="3259606"/>
            <a:ext cx="1345625" cy="799224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Pod</a:t>
            </a:r>
          </a:p>
          <a:p>
            <a:pPr algn="ctr"/>
            <a:endParaRPr lang="en-US" dirty="0">
              <a:solidFill>
                <a:schemeClr val="accent2"/>
              </a:solidFill>
            </a:endParaRPr>
          </a:p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3DE67F5A-A29E-8BAE-9D22-899FDC43E0BE}"/>
              </a:ext>
            </a:extLst>
          </p:cNvPr>
          <p:cNvSpPr/>
          <p:nvPr/>
        </p:nvSpPr>
        <p:spPr>
          <a:xfrm>
            <a:off x="7738337" y="3573566"/>
            <a:ext cx="1230172" cy="39987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App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2976B31F-0EF0-5D3B-890D-CCB2B050AE49}"/>
              </a:ext>
            </a:extLst>
          </p:cNvPr>
          <p:cNvSpPr/>
          <p:nvPr/>
        </p:nvSpPr>
        <p:spPr>
          <a:xfrm>
            <a:off x="5094504" y="3259606"/>
            <a:ext cx="1345625" cy="799224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Pod</a:t>
            </a:r>
          </a:p>
          <a:p>
            <a:pPr algn="ctr"/>
            <a:endParaRPr lang="en-US" dirty="0">
              <a:solidFill>
                <a:schemeClr val="accent2"/>
              </a:solidFill>
            </a:endParaRPr>
          </a:p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CF6B0C51-B262-EA73-E299-D9C551449607}"/>
              </a:ext>
            </a:extLst>
          </p:cNvPr>
          <p:cNvSpPr/>
          <p:nvPr/>
        </p:nvSpPr>
        <p:spPr>
          <a:xfrm>
            <a:off x="5152230" y="3573566"/>
            <a:ext cx="1230172" cy="39987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App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F999C7E-955E-CABB-3004-AEEA08486F06}"/>
              </a:ext>
            </a:extLst>
          </p:cNvPr>
          <p:cNvCxnSpPr>
            <a:cxnSpLocks/>
            <a:stCxn id="38" idx="1"/>
            <a:endCxn id="40" idx="3"/>
          </p:cNvCxnSpPr>
          <p:nvPr/>
        </p:nvCxnSpPr>
        <p:spPr>
          <a:xfrm flipH="1">
            <a:off x="6382402" y="3773502"/>
            <a:ext cx="1355935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536653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793873-ABE0-242D-59C4-97FE143AE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A137B-0990-0F49-91F8-F963D2735700}" type="slidenum">
              <a:rPr lang="en-US" smtClean="0"/>
              <a:t>80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F40F5B-5E98-2A0A-2722-C26FF5B4B09E}"/>
              </a:ext>
            </a:extLst>
          </p:cNvPr>
          <p:cNvSpPr/>
          <p:nvPr/>
        </p:nvSpPr>
        <p:spPr>
          <a:xfrm>
            <a:off x="1144088" y="4537117"/>
            <a:ext cx="5076009" cy="11495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26ACE62-2EDC-1B52-A262-A4B430E7B026}"/>
              </a:ext>
            </a:extLst>
          </p:cNvPr>
          <p:cNvSpPr/>
          <p:nvPr/>
        </p:nvSpPr>
        <p:spPr>
          <a:xfrm>
            <a:off x="5879604" y="809430"/>
            <a:ext cx="2475345" cy="1394691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Host 0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56D7190-15F3-3670-FA13-2FEE8F4F6722}"/>
              </a:ext>
            </a:extLst>
          </p:cNvPr>
          <p:cNvSpPr/>
          <p:nvPr/>
        </p:nvSpPr>
        <p:spPr>
          <a:xfrm>
            <a:off x="2766948" y="2600851"/>
            <a:ext cx="3980872" cy="2817525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Host 1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612C170-4BD5-D07C-A2F4-DBD419165414}"/>
              </a:ext>
            </a:extLst>
          </p:cNvPr>
          <p:cNvSpPr/>
          <p:nvPr/>
        </p:nvSpPr>
        <p:spPr>
          <a:xfrm>
            <a:off x="3074634" y="4933112"/>
            <a:ext cx="3365495" cy="3278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Linux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898B3CF-7AB1-18F0-1770-DC5F33955FFE}"/>
              </a:ext>
            </a:extLst>
          </p:cNvPr>
          <p:cNvSpPr/>
          <p:nvPr/>
        </p:nvSpPr>
        <p:spPr>
          <a:xfrm>
            <a:off x="3074631" y="4553377"/>
            <a:ext cx="3365499" cy="3278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Flannel (CNI Plugins)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A3193D3-00FF-9401-9931-B97B2F24EAC1}"/>
              </a:ext>
            </a:extLst>
          </p:cNvPr>
          <p:cNvSpPr/>
          <p:nvPr/>
        </p:nvSpPr>
        <p:spPr>
          <a:xfrm>
            <a:off x="3074631" y="4173642"/>
            <a:ext cx="3365499" cy="3278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Kubernetes Secondary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11FC059-2AB9-AA5B-E753-1DE6455BFCFE}"/>
              </a:ext>
            </a:extLst>
          </p:cNvPr>
          <p:cNvSpPr/>
          <p:nvPr/>
        </p:nvSpPr>
        <p:spPr>
          <a:xfrm>
            <a:off x="6023635" y="1342869"/>
            <a:ext cx="2174296" cy="3278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Kubernetes Primary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9B35E15-7F85-F89D-28EF-61E5813882EF}"/>
              </a:ext>
            </a:extLst>
          </p:cNvPr>
          <p:cNvSpPr/>
          <p:nvPr/>
        </p:nvSpPr>
        <p:spPr>
          <a:xfrm>
            <a:off x="6025945" y="1751667"/>
            <a:ext cx="2171986" cy="3278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Linux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53A8772-EEE6-CA0D-BBFD-38802161731B}"/>
              </a:ext>
            </a:extLst>
          </p:cNvPr>
          <p:cNvSpPr/>
          <p:nvPr/>
        </p:nvSpPr>
        <p:spPr>
          <a:xfrm>
            <a:off x="7372928" y="2592528"/>
            <a:ext cx="3980872" cy="2817525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Host 2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AAD119C-57C9-6D2F-25DB-8B24CA64347C}"/>
              </a:ext>
            </a:extLst>
          </p:cNvPr>
          <p:cNvSpPr/>
          <p:nvPr/>
        </p:nvSpPr>
        <p:spPr>
          <a:xfrm>
            <a:off x="7680614" y="4924789"/>
            <a:ext cx="3365496" cy="3278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Linux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68E7560-3AEC-B29E-89F4-56FD5A59D581}"/>
              </a:ext>
            </a:extLst>
          </p:cNvPr>
          <p:cNvSpPr/>
          <p:nvPr/>
        </p:nvSpPr>
        <p:spPr>
          <a:xfrm>
            <a:off x="7680611" y="4545054"/>
            <a:ext cx="3365499" cy="3278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Flannel (CNI Plugins)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1140EB7-6A85-5361-6F7A-354137AE97C0}"/>
              </a:ext>
            </a:extLst>
          </p:cNvPr>
          <p:cNvSpPr/>
          <p:nvPr/>
        </p:nvSpPr>
        <p:spPr>
          <a:xfrm>
            <a:off x="7680611" y="4165319"/>
            <a:ext cx="3365499" cy="3278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Kubernetes Secondary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7B15259-5202-C23B-F801-FA7F3E44B75B}"/>
              </a:ext>
            </a:extLst>
          </p:cNvPr>
          <p:cNvCxnSpPr>
            <a:cxnSpLocks/>
          </p:cNvCxnSpPr>
          <p:nvPr/>
        </p:nvCxnSpPr>
        <p:spPr>
          <a:xfrm>
            <a:off x="7889148" y="2204121"/>
            <a:ext cx="0" cy="39673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3EC4A3B-385B-0E40-0C8F-CAB4BE443C5B}"/>
              </a:ext>
            </a:extLst>
          </p:cNvPr>
          <p:cNvCxnSpPr>
            <a:cxnSpLocks/>
          </p:cNvCxnSpPr>
          <p:nvPr/>
        </p:nvCxnSpPr>
        <p:spPr>
          <a:xfrm>
            <a:off x="6313266" y="2204121"/>
            <a:ext cx="0" cy="39673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7F1833D-6261-DFD1-FDD7-B3B3B7788B19}"/>
              </a:ext>
            </a:extLst>
          </p:cNvPr>
          <p:cNvCxnSpPr>
            <a:cxnSpLocks/>
          </p:cNvCxnSpPr>
          <p:nvPr/>
        </p:nvCxnSpPr>
        <p:spPr>
          <a:xfrm flipH="1">
            <a:off x="6751041" y="3429000"/>
            <a:ext cx="621887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itle 2">
            <a:extLst>
              <a:ext uri="{FF2B5EF4-FFF2-40B4-BE49-F238E27FC236}">
                <a16:creationId xmlns:a16="http://schemas.microsoft.com/office/drawing/2014/main" id="{2E7525F2-C5E5-9A4E-0652-58143891D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70723"/>
          </a:xfrm>
        </p:spPr>
        <p:txBody>
          <a:bodyPr/>
          <a:lstStyle/>
          <a:p>
            <a:r>
              <a:rPr lang="en-US" dirty="0"/>
              <a:t>Experimental </a:t>
            </a:r>
            <a:br>
              <a:rPr lang="en-US" dirty="0"/>
            </a:br>
            <a:r>
              <a:rPr lang="en-US" dirty="0"/>
              <a:t>Setup: </a:t>
            </a:r>
            <a:r>
              <a:rPr lang="en-US" b="1" dirty="0">
                <a:solidFill>
                  <a:schemeClr val="accent2"/>
                </a:solidFill>
              </a:rPr>
              <a:t>Pairs of Pods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A4F0A06-C4C5-B948-4BF3-65D1BE574E86}"/>
              </a:ext>
            </a:extLst>
          </p:cNvPr>
          <p:cNvSpPr/>
          <p:nvPr/>
        </p:nvSpPr>
        <p:spPr>
          <a:xfrm>
            <a:off x="7680611" y="3259606"/>
            <a:ext cx="1345625" cy="79922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Pod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3DE67F5A-A29E-8BAE-9D22-899FDC43E0BE}"/>
              </a:ext>
            </a:extLst>
          </p:cNvPr>
          <p:cNvSpPr/>
          <p:nvPr/>
        </p:nvSpPr>
        <p:spPr>
          <a:xfrm>
            <a:off x="7738337" y="3573566"/>
            <a:ext cx="1230172" cy="39987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2"/>
                </a:solidFill>
              </a:rPr>
              <a:t>Netperf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2976B31F-0EF0-5D3B-890D-CCB2B050AE49}"/>
              </a:ext>
            </a:extLst>
          </p:cNvPr>
          <p:cNvSpPr/>
          <p:nvPr/>
        </p:nvSpPr>
        <p:spPr>
          <a:xfrm>
            <a:off x="5094504" y="3259606"/>
            <a:ext cx="1345625" cy="79922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Pod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CF6B0C51-B262-EA73-E299-D9C551449607}"/>
              </a:ext>
            </a:extLst>
          </p:cNvPr>
          <p:cNvSpPr/>
          <p:nvPr/>
        </p:nvSpPr>
        <p:spPr>
          <a:xfrm>
            <a:off x="5152230" y="3573566"/>
            <a:ext cx="1230172" cy="39987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2"/>
                </a:solidFill>
              </a:rPr>
              <a:t>Netserver</a:t>
            </a:r>
            <a:endParaRPr lang="en-US" dirty="0">
              <a:solidFill>
                <a:schemeClr val="accent2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F999C7E-955E-CABB-3004-AEEA08486F06}"/>
              </a:ext>
            </a:extLst>
          </p:cNvPr>
          <p:cNvCxnSpPr>
            <a:cxnSpLocks/>
            <a:stCxn id="38" idx="1"/>
            <a:endCxn id="40" idx="3"/>
          </p:cNvCxnSpPr>
          <p:nvPr/>
        </p:nvCxnSpPr>
        <p:spPr>
          <a:xfrm flipH="1">
            <a:off x="6382402" y="3773502"/>
            <a:ext cx="1355935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311181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793873-ABE0-242D-59C4-97FE143AE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A137B-0990-0F49-91F8-F963D2735700}" type="slidenum">
              <a:rPr lang="en-US" smtClean="0"/>
              <a:t>81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F40F5B-5E98-2A0A-2722-C26FF5B4B09E}"/>
              </a:ext>
            </a:extLst>
          </p:cNvPr>
          <p:cNvSpPr/>
          <p:nvPr/>
        </p:nvSpPr>
        <p:spPr>
          <a:xfrm>
            <a:off x="1144088" y="4537117"/>
            <a:ext cx="5076009" cy="11495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26ACE62-2EDC-1B52-A262-A4B430E7B026}"/>
              </a:ext>
            </a:extLst>
          </p:cNvPr>
          <p:cNvSpPr/>
          <p:nvPr/>
        </p:nvSpPr>
        <p:spPr>
          <a:xfrm>
            <a:off x="5879604" y="809430"/>
            <a:ext cx="2475345" cy="1394691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Host 0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56D7190-15F3-3670-FA13-2FEE8F4F6722}"/>
              </a:ext>
            </a:extLst>
          </p:cNvPr>
          <p:cNvSpPr/>
          <p:nvPr/>
        </p:nvSpPr>
        <p:spPr>
          <a:xfrm>
            <a:off x="2766948" y="2600851"/>
            <a:ext cx="3980872" cy="2817525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Host 1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612C170-4BD5-D07C-A2F4-DBD419165414}"/>
              </a:ext>
            </a:extLst>
          </p:cNvPr>
          <p:cNvSpPr/>
          <p:nvPr/>
        </p:nvSpPr>
        <p:spPr>
          <a:xfrm>
            <a:off x="3074634" y="4933112"/>
            <a:ext cx="3365495" cy="3278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LinuxFP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898B3CF-7AB1-18F0-1770-DC5F33955FFE}"/>
              </a:ext>
            </a:extLst>
          </p:cNvPr>
          <p:cNvSpPr/>
          <p:nvPr/>
        </p:nvSpPr>
        <p:spPr>
          <a:xfrm>
            <a:off x="3074631" y="4553377"/>
            <a:ext cx="3365499" cy="3278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Flannel (CNI Plugins)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A3193D3-00FF-9401-9931-B97B2F24EAC1}"/>
              </a:ext>
            </a:extLst>
          </p:cNvPr>
          <p:cNvSpPr/>
          <p:nvPr/>
        </p:nvSpPr>
        <p:spPr>
          <a:xfrm>
            <a:off x="3074631" y="4173642"/>
            <a:ext cx="3365499" cy="3278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Kubernetes Secondary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11FC059-2AB9-AA5B-E753-1DE6455BFCFE}"/>
              </a:ext>
            </a:extLst>
          </p:cNvPr>
          <p:cNvSpPr/>
          <p:nvPr/>
        </p:nvSpPr>
        <p:spPr>
          <a:xfrm>
            <a:off x="6023635" y="1342869"/>
            <a:ext cx="2174296" cy="3278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Kubernetes Primary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9B35E15-7F85-F89D-28EF-61E5813882EF}"/>
              </a:ext>
            </a:extLst>
          </p:cNvPr>
          <p:cNvSpPr/>
          <p:nvPr/>
        </p:nvSpPr>
        <p:spPr>
          <a:xfrm>
            <a:off x="6025945" y="1751667"/>
            <a:ext cx="2171986" cy="3278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Linux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53A8772-EEE6-CA0D-BBFD-38802161731B}"/>
              </a:ext>
            </a:extLst>
          </p:cNvPr>
          <p:cNvSpPr/>
          <p:nvPr/>
        </p:nvSpPr>
        <p:spPr>
          <a:xfrm>
            <a:off x="7372928" y="2592528"/>
            <a:ext cx="3980872" cy="2817525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Host 2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AAD119C-57C9-6D2F-25DB-8B24CA64347C}"/>
              </a:ext>
            </a:extLst>
          </p:cNvPr>
          <p:cNvSpPr/>
          <p:nvPr/>
        </p:nvSpPr>
        <p:spPr>
          <a:xfrm>
            <a:off x="7680614" y="4924789"/>
            <a:ext cx="3365496" cy="3278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LinuxFP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68E7560-3AEC-B29E-89F4-56FD5A59D581}"/>
              </a:ext>
            </a:extLst>
          </p:cNvPr>
          <p:cNvSpPr/>
          <p:nvPr/>
        </p:nvSpPr>
        <p:spPr>
          <a:xfrm>
            <a:off x="7680611" y="4545054"/>
            <a:ext cx="3365499" cy="3278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Flannel (CNI Plugins)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1140EB7-6A85-5361-6F7A-354137AE97C0}"/>
              </a:ext>
            </a:extLst>
          </p:cNvPr>
          <p:cNvSpPr/>
          <p:nvPr/>
        </p:nvSpPr>
        <p:spPr>
          <a:xfrm>
            <a:off x="7680611" y="4165319"/>
            <a:ext cx="3365499" cy="3278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Kubernetes Secondary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7B15259-5202-C23B-F801-FA7F3E44B75B}"/>
              </a:ext>
            </a:extLst>
          </p:cNvPr>
          <p:cNvCxnSpPr>
            <a:cxnSpLocks/>
          </p:cNvCxnSpPr>
          <p:nvPr/>
        </p:nvCxnSpPr>
        <p:spPr>
          <a:xfrm>
            <a:off x="7889148" y="2204121"/>
            <a:ext cx="0" cy="39673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3EC4A3B-385B-0E40-0C8F-CAB4BE443C5B}"/>
              </a:ext>
            </a:extLst>
          </p:cNvPr>
          <p:cNvCxnSpPr>
            <a:cxnSpLocks/>
          </p:cNvCxnSpPr>
          <p:nvPr/>
        </p:nvCxnSpPr>
        <p:spPr>
          <a:xfrm>
            <a:off x="6313266" y="2204121"/>
            <a:ext cx="0" cy="39673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7F1833D-6261-DFD1-FDD7-B3B3B7788B19}"/>
              </a:ext>
            </a:extLst>
          </p:cNvPr>
          <p:cNvCxnSpPr>
            <a:cxnSpLocks/>
          </p:cNvCxnSpPr>
          <p:nvPr/>
        </p:nvCxnSpPr>
        <p:spPr>
          <a:xfrm flipH="1">
            <a:off x="6751041" y="3429000"/>
            <a:ext cx="621887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itle 2">
            <a:extLst>
              <a:ext uri="{FF2B5EF4-FFF2-40B4-BE49-F238E27FC236}">
                <a16:creationId xmlns:a16="http://schemas.microsoft.com/office/drawing/2014/main" id="{2E7525F2-C5E5-9A4E-0652-58143891D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70723"/>
          </a:xfrm>
        </p:spPr>
        <p:txBody>
          <a:bodyPr/>
          <a:lstStyle/>
          <a:p>
            <a:r>
              <a:rPr lang="en-US" dirty="0"/>
              <a:t>Experimental </a:t>
            </a:r>
            <a:br>
              <a:rPr lang="en-US" dirty="0"/>
            </a:br>
            <a:r>
              <a:rPr lang="en-US" dirty="0"/>
              <a:t>Setup: </a:t>
            </a:r>
            <a:r>
              <a:rPr lang="en-US" b="1" dirty="0">
                <a:solidFill>
                  <a:schemeClr val="accent2"/>
                </a:solidFill>
              </a:rPr>
              <a:t>LinuxFP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A4F0A06-C4C5-B948-4BF3-65D1BE574E86}"/>
              </a:ext>
            </a:extLst>
          </p:cNvPr>
          <p:cNvSpPr/>
          <p:nvPr/>
        </p:nvSpPr>
        <p:spPr>
          <a:xfrm>
            <a:off x="7680611" y="3259606"/>
            <a:ext cx="1345625" cy="79922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Pod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3DE67F5A-A29E-8BAE-9D22-899FDC43E0BE}"/>
              </a:ext>
            </a:extLst>
          </p:cNvPr>
          <p:cNvSpPr/>
          <p:nvPr/>
        </p:nvSpPr>
        <p:spPr>
          <a:xfrm>
            <a:off x="7738337" y="3573566"/>
            <a:ext cx="1230172" cy="39987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Netperf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2976B31F-0EF0-5D3B-890D-CCB2B050AE49}"/>
              </a:ext>
            </a:extLst>
          </p:cNvPr>
          <p:cNvSpPr/>
          <p:nvPr/>
        </p:nvSpPr>
        <p:spPr>
          <a:xfrm>
            <a:off x="5094504" y="3259606"/>
            <a:ext cx="1345625" cy="79922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Pod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CF6B0C51-B262-EA73-E299-D9C551449607}"/>
              </a:ext>
            </a:extLst>
          </p:cNvPr>
          <p:cNvSpPr/>
          <p:nvPr/>
        </p:nvSpPr>
        <p:spPr>
          <a:xfrm>
            <a:off x="5152230" y="3573566"/>
            <a:ext cx="1230172" cy="39987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Netserver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F999C7E-955E-CABB-3004-AEEA08486F06}"/>
              </a:ext>
            </a:extLst>
          </p:cNvPr>
          <p:cNvCxnSpPr>
            <a:cxnSpLocks/>
            <a:stCxn id="38" idx="1"/>
            <a:endCxn id="40" idx="3"/>
          </p:cNvCxnSpPr>
          <p:nvPr/>
        </p:nvCxnSpPr>
        <p:spPr>
          <a:xfrm flipH="1">
            <a:off x="6382402" y="3773502"/>
            <a:ext cx="1355935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38CEAA4-D620-545B-A1C7-E7B936C48A83}"/>
              </a:ext>
            </a:extLst>
          </p:cNvPr>
          <p:cNvSpPr/>
          <p:nvPr/>
        </p:nvSpPr>
        <p:spPr>
          <a:xfrm>
            <a:off x="3074631" y="3508639"/>
            <a:ext cx="1261063" cy="59288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LinuxFP Controller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357766C-D36E-2F02-C625-D8AC505B429A}"/>
              </a:ext>
            </a:extLst>
          </p:cNvPr>
          <p:cNvSpPr/>
          <p:nvPr/>
        </p:nvSpPr>
        <p:spPr>
          <a:xfrm>
            <a:off x="9785047" y="3491530"/>
            <a:ext cx="1261063" cy="59288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LinuxFP Controller</a:t>
            </a:r>
          </a:p>
        </p:txBody>
      </p:sp>
    </p:spTree>
    <p:extLst>
      <p:ext uri="{BB962C8B-B14F-4D97-AF65-F5344CB8AC3E}">
        <p14:creationId xmlns:p14="http://schemas.microsoft.com/office/powerpoint/2010/main" val="392175551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8448BAD-3F80-2B51-9C57-3835EF5B9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 Pod-to-Pod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F62304C-2B81-3F89-00BC-1F0510179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873251"/>
            <a:ext cx="5157787" cy="823912"/>
          </a:xfrm>
        </p:spPr>
        <p:txBody>
          <a:bodyPr/>
          <a:lstStyle/>
          <a:p>
            <a:r>
              <a:rPr lang="en-US" dirty="0"/>
              <a:t>Throughput: </a:t>
            </a:r>
            <a:r>
              <a:rPr lang="en-US" dirty="0">
                <a:solidFill>
                  <a:schemeClr val="accent2"/>
                </a:solidFill>
              </a:rPr>
              <a:t>Pairs of Pods</a:t>
            </a:r>
          </a:p>
        </p:txBody>
      </p:sp>
      <p:pic>
        <p:nvPicPr>
          <p:cNvPr id="13" name="Content Placeholder 12" descr="A graph with numbers and lines&#10;&#10;Description automatically generated">
            <a:extLst>
              <a:ext uri="{FF2B5EF4-FFF2-40B4-BE49-F238E27FC236}">
                <a16:creationId xmlns:a16="http://schemas.microsoft.com/office/drawing/2014/main" id="{C264BE9F-EC41-E05D-5867-AC56C70676D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178120" y="1690688"/>
            <a:ext cx="7171363" cy="4187007"/>
          </a:xfr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C33A27F-DA12-181F-F915-F21408A9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386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8448BAD-3F80-2B51-9C57-3835EF5B9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 Pod-to-Pod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F62304C-2B81-3F89-00BC-1F0510179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873251"/>
            <a:ext cx="5157787" cy="823912"/>
          </a:xfrm>
        </p:spPr>
        <p:txBody>
          <a:bodyPr/>
          <a:lstStyle/>
          <a:p>
            <a:r>
              <a:rPr lang="en-US" dirty="0"/>
              <a:t>Throughput: </a:t>
            </a:r>
            <a:r>
              <a:rPr lang="en-US" dirty="0">
                <a:solidFill>
                  <a:schemeClr val="accent2"/>
                </a:solidFill>
              </a:rPr>
              <a:t>Pairs of Pods</a:t>
            </a:r>
          </a:p>
        </p:txBody>
      </p:sp>
      <p:pic>
        <p:nvPicPr>
          <p:cNvPr id="13" name="Content Placeholder 12" descr="A graph with numbers and lines&#10;&#10;Description automatically generated">
            <a:extLst>
              <a:ext uri="{FF2B5EF4-FFF2-40B4-BE49-F238E27FC236}">
                <a16:creationId xmlns:a16="http://schemas.microsoft.com/office/drawing/2014/main" id="{C264BE9F-EC41-E05D-5867-AC56C70676D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178120" y="1690688"/>
            <a:ext cx="7171363" cy="4187007"/>
          </a:xfr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C33A27F-DA12-181F-F915-F21408A9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83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90D567-5E67-A583-5E77-F04AFFF36920}"/>
              </a:ext>
            </a:extLst>
          </p:cNvPr>
          <p:cNvSpPr txBox="1"/>
          <p:nvPr/>
        </p:nvSpPr>
        <p:spPr>
          <a:xfrm>
            <a:off x="9190171" y="3016251"/>
            <a:ext cx="181345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  <a:effectLst/>
                <a:latin typeface="NimbusRomNo9L"/>
              </a:rPr>
              <a:t>120% (intra) of </a:t>
            </a:r>
            <a:r>
              <a:rPr lang="en-US" dirty="0">
                <a:solidFill>
                  <a:schemeClr val="accent2"/>
                </a:solidFill>
                <a:latin typeface="NimbusRomNo9L"/>
              </a:rPr>
              <a:t>Linux </a:t>
            </a:r>
            <a:r>
              <a:rPr lang="en-US" dirty="0" err="1">
                <a:solidFill>
                  <a:schemeClr val="accent2"/>
                </a:solidFill>
                <a:latin typeface="NimbusRomNo9L"/>
              </a:rPr>
              <a:t>tput</a:t>
            </a:r>
            <a:r>
              <a:rPr lang="en-US" sz="1800" dirty="0">
                <a:solidFill>
                  <a:schemeClr val="accent2"/>
                </a:solidFill>
                <a:effectLst/>
                <a:latin typeface="NimbusRomNo9L"/>
              </a:rPr>
              <a:t> </a:t>
            </a:r>
          </a:p>
          <a:p>
            <a:endParaRPr lang="en-US" dirty="0">
              <a:solidFill>
                <a:schemeClr val="accent2"/>
              </a:solidFill>
              <a:latin typeface="NimbusRomNo9L"/>
            </a:endParaRPr>
          </a:p>
          <a:p>
            <a:endParaRPr lang="en-US" sz="1800" dirty="0">
              <a:solidFill>
                <a:schemeClr val="accent2"/>
              </a:solidFill>
              <a:effectLst/>
              <a:latin typeface="NimbusRomNo9L"/>
            </a:endParaRPr>
          </a:p>
          <a:p>
            <a:r>
              <a:rPr lang="en-US" sz="1800" dirty="0">
                <a:solidFill>
                  <a:schemeClr val="accent2"/>
                </a:solidFill>
                <a:effectLst/>
                <a:latin typeface="NimbusRomNo9L"/>
              </a:rPr>
              <a:t>116% (inter) of Linux </a:t>
            </a:r>
            <a:r>
              <a:rPr lang="en-US" sz="1800" dirty="0" err="1">
                <a:solidFill>
                  <a:schemeClr val="accent2"/>
                </a:solidFill>
                <a:effectLst/>
                <a:latin typeface="NimbusRomNo9L"/>
              </a:rPr>
              <a:t>tput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675142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9C265-B2EC-9764-261D-33231C7AB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LinuxFP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9A4745-CFB6-9BFE-7004-33D177F49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Transparently</a:t>
            </a:r>
            <a:r>
              <a:rPr lang="en-US" dirty="0"/>
              <a:t> enables </a:t>
            </a:r>
            <a:r>
              <a:rPr lang="en-US" b="1" dirty="0">
                <a:solidFill>
                  <a:schemeClr val="accent2"/>
                </a:solidFill>
              </a:rPr>
              <a:t>accelerated</a:t>
            </a:r>
            <a:r>
              <a:rPr lang="en-US" dirty="0"/>
              <a:t> packet processing while:</a:t>
            </a:r>
          </a:p>
          <a:p>
            <a:pPr lvl="1"/>
            <a:r>
              <a:rPr lang="en-US" dirty="0"/>
              <a:t>Maintaining compatibility with the Linux networking API</a:t>
            </a:r>
          </a:p>
          <a:p>
            <a:pPr lvl="1"/>
            <a:r>
              <a:rPr lang="en-US" dirty="0"/>
              <a:t>Maintaining access to the breadth of the Linux networking stack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793873-ABE0-242D-59C4-97FE143AE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A137B-0990-0F49-91F8-F963D2735700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42202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F0406D-F3DD-6480-A41D-63149F8FA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422C-56B8-4641-B985-16F91520185A}" type="slidenum">
              <a:rPr lang="en-US" smtClean="0"/>
              <a:t>85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E213680-2623-89E3-F6ED-BA404027B1E1}"/>
              </a:ext>
            </a:extLst>
          </p:cNvPr>
          <p:cNvSpPr txBox="1">
            <a:spLocks/>
          </p:cNvSpPr>
          <p:nvPr/>
        </p:nvSpPr>
        <p:spPr>
          <a:xfrm>
            <a:off x="841248" y="548640"/>
            <a:ext cx="3600860" cy="543153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400" dirty="0"/>
          </a:p>
          <a:p>
            <a:endParaRPr lang="en-US" sz="5400" dirty="0"/>
          </a:p>
          <a:p>
            <a:r>
              <a:rPr lang="en-US" sz="5400" dirty="0"/>
              <a:t>Questions?</a:t>
            </a:r>
          </a:p>
        </p:txBody>
      </p:sp>
      <p:pic>
        <p:nvPicPr>
          <p:cNvPr id="14" name="Picture 13" descr="A long orange object with a white background&#10;&#10;Description automatically generated">
            <a:extLst>
              <a:ext uri="{FF2B5EF4-FFF2-40B4-BE49-F238E27FC236}">
                <a16:creationId xmlns:a16="http://schemas.microsoft.com/office/drawing/2014/main" id="{6443A054-EF15-2D91-D557-BD648CBDD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4442108" y="548640"/>
            <a:ext cx="704210" cy="5028656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6E2D62F-58B3-3AE1-DA9F-D002E7226664}"/>
              </a:ext>
            </a:extLst>
          </p:cNvPr>
          <p:cNvSpPr txBox="1">
            <a:spLocks/>
          </p:cNvSpPr>
          <p:nvPr/>
        </p:nvSpPr>
        <p:spPr>
          <a:xfrm>
            <a:off x="5126418" y="552091"/>
            <a:ext cx="6224335" cy="5431536"/>
          </a:xfrm>
          <a:prstGeom prst="rect">
            <a:avLst/>
          </a:prstGeom>
        </p:spPr>
        <p:txBody>
          <a:bodyPr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2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/>
              <a:t>Erika Hunhoff (erika.hunhoff@colorado.edu)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2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 b="1">
                <a:solidFill>
                  <a:schemeClr val="accent2"/>
                </a:solidFill>
              </a:rPr>
              <a:t>Thank you!</a:t>
            </a:r>
          </a:p>
          <a:p>
            <a:r>
              <a:rPr lang="en-US" sz="2200"/>
              <a:t>Marcelo Abranches</a:t>
            </a:r>
          </a:p>
          <a:p>
            <a:r>
              <a:rPr lang="en-US" sz="2200"/>
              <a:t>Rohan Eswara</a:t>
            </a:r>
          </a:p>
          <a:p>
            <a:r>
              <a:rPr lang="en-US" sz="2200"/>
              <a:t>Oliver Michel</a:t>
            </a:r>
          </a:p>
          <a:p>
            <a:r>
              <a:rPr lang="en-US" sz="2200"/>
              <a:t>Eric Keller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200"/>
          </a:p>
          <a:p>
            <a:r>
              <a:rPr lang="en-US" sz="2200"/>
              <a:t>LinuxFP is available at: </a:t>
            </a:r>
            <a:r>
              <a:rPr lang="en-US" sz="2200">
                <a:hlinkClick r:id="rId3"/>
              </a:rPr>
              <a:t>github.com/mcabranches/tna</a:t>
            </a:r>
            <a:endParaRPr lang="en-US" sz="2200"/>
          </a:p>
          <a:p>
            <a:r>
              <a:rPr lang="en-US" sz="2200"/>
              <a:t>BPF Kernel Helper functions available at: </a:t>
            </a:r>
            <a:r>
              <a:rPr lang="en-US" sz="2200">
                <a:hlinkClick r:id="rId4"/>
              </a:rPr>
              <a:t>github.com/mcabranches/linux</a:t>
            </a:r>
            <a:br>
              <a:rPr lang="en-US" sz="2200">
                <a:latin typeface="NimbusRomNo9L"/>
              </a:rPr>
            </a:br>
            <a:endParaRPr lang="en-US" sz="2200"/>
          </a:p>
          <a:p>
            <a:endParaRPr lang="en-US" sz="2200" dirty="0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CC399752-D0C8-EEFC-C7BF-587A59B5EC63}"/>
              </a:ext>
            </a:extLst>
          </p:cNvPr>
          <p:cNvSpPr txBox="1">
            <a:spLocks/>
          </p:cNvSpPr>
          <p:nvPr/>
        </p:nvSpPr>
        <p:spPr>
          <a:xfrm>
            <a:off x="1020074" y="4536985"/>
            <a:ext cx="3243209" cy="168915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900" dirty="0"/>
              <a:t>ICDCS 2024 </a:t>
            </a:r>
          </a:p>
          <a:p>
            <a:pPr marL="0" indent="0">
              <a:buNone/>
            </a:pPr>
            <a:r>
              <a:rPr lang="en-US" sz="1900" dirty="0"/>
              <a:t>Jersey City, New Jersey USA</a:t>
            </a:r>
          </a:p>
        </p:txBody>
      </p:sp>
    </p:spTree>
    <p:extLst>
      <p:ext uri="{BB962C8B-B14F-4D97-AF65-F5344CB8AC3E}">
        <p14:creationId xmlns:p14="http://schemas.microsoft.com/office/powerpoint/2010/main" val="2022019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2738</TotalTime>
  <Words>3428</Words>
  <Application>Microsoft Macintosh PowerPoint</Application>
  <PresentationFormat>Widescreen</PresentationFormat>
  <Paragraphs>1239</Paragraphs>
  <Slides>85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1" baseType="lpstr">
      <vt:lpstr>Aptos</vt:lpstr>
      <vt:lpstr>Aptos Display</vt:lpstr>
      <vt:lpstr>Arial</vt:lpstr>
      <vt:lpstr>Courier New</vt:lpstr>
      <vt:lpstr>NimbusRomNo9L</vt:lpstr>
      <vt:lpstr>Office Theme</vt:lpstr>
      <vt:lpstr>LinuxFP: Transparently Accelerating Linux Networking </vt:lpstr>
      <vt:lpstr>Software Based Packet Processing</vt:lpstr>
      <vt:lpstr>Software Based Packet Processing</vt:lpstr>
      <vt:lpstr>Software Based Packet Processing</vt:lpstr>
      <vt:lpstr>Software Based Packet Processing</vt:lpstr>
      <vt:lpstr>Software Based Packet Processing Examples</vt:lpstr>
      <vt:lpstr>Software Based Packet Processing Examples</vt:lpstr>
      <vt:lpstr>Software Based Packet Processing Examples</vt:lpstr>
      <vt:lpstr>Software Based Packet Processing Examples</vt:lpstr>
      <vt:lpstr>Software Based Packet Processing in Linux</vt:lpstr>
      <vt:lpstr>Fast Software Based Packet Processing</vt:lpstr>
      <vt:lpstr>Fast Software Based Packet Processing</vt:lpstr>
      <vt:lpstr>Fast Software Based Packet Processing</vt:lpstr>
      <vt:lpstr>Fast Software Based Packet Processing</vt:lpstr>
      <vt:lpstr>Fast Software Based Packet Processing</vt:lpstr>
      <vt:lpstr>Fast Software Based Packet Processing</vt:lpstr>
      <vt:lpstr>Fast Software Based Packet Processing</vt:lpstr>
      <vt:lpstr>Fast Software Based Packet Processing</vt:lpstr>
      <vt:lpstr>Fast Software Based Packet Processing</vt:lpstr>
      <vt:lpstr>LinuxFP (Linux Fast Path)</vt:lpstr>
      <vt:lpstr>LinuxFP Design</vt:lpstr>
      <vt:lpstr>LinuxFP Design</vt:lpstr>
      <vt:lpstr>LinuxFP Design</vt:lpstr>
      <vt:lpstr>LinuxFP Design</vt:lpstr>
      <vt:lpstr>Linux  </vt:lpstr>
      <vt:lpstr>LinuxFP  </vt:lpstr>
      <vt:lpstr>LinuxFP  </vt:lpstr>
      <vt:lpstr>LinuxFP  </vt:lpstr>
      <vt:lpstr>LinuxFP  </vt:lpstr>
      <vt:lpstr>LinuxFP  </vt:lpstr>
      <vt:lpstr>LinuxFP  </vt:lpstr>
      <vt:lpstr>LinuxFP  </vt:lpstr>
      <vt:lpstr>LinuxFP  </vt:lpstr>
      <vt:lpstr>LinuxFP  </vt:lpstr>
      <vt:lpstr>LinuxFP  </vt:lpstr>
      <vt:lpstr>LinuxFP  </vt:lpstr>
      <vt:lpstr>LinuxFP  </vt:lpstr>
      <vt:lpstr>LinuxFP  </vt:lpstr>
      <vt:lpstr>LinuxFP  </vt:lpstr>
      <vt:lpstr>LinuxFP  </vt:lpstr>
      <vt:lpstr>LinuxFP Controller</vt:lpstr>
      <vt:lpstr>LinuxFP Controller</vt:lpstr>
      <vt:lpstr>LinuxFP Controller</vt:lpstr>
      <vt:lpstr>LinuxFP Controller</vt:lpstr>
      <vt:lpstr>LinuxFP Controller</vt:lpstr>
      <vt:lpstr>What to accelerate?</vt:lpstr>
      <vt:lpstr>What to accelerate for forwarding?</vt:lpstr>
      <vt:lpstr>What to accelerate for forwarding?</vt:lpstr>
      <vt:lpstr>What to accelerate for forwarding?</vt:lpstr>
      <vt:lpstr>What to accelerate for forwarding?</vt:lpstr>
      <vt:lpstr>Forwarding  in LinuxFP </vt:lpstr>
      <vt:lpstr>LinuxFP Evaluation</vt:lpstr>
      <vt:lpstr>LinuxFP 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Virtual Network Functions: Virtual Router</vt:lpstr>
      <vt:lpstr>Virtual Network Functions: Virtual Router</vt:lpstr>
      <vt:lpstr>Virtual Network Functions: Virtual Router</vt:lpstr>
      <vt:lpstr>Virtual Network Functions: Virtual Router</vt:lpstr>
      <vt:lpstr>Virtual Network Functions: Virtual Router</vt:lpstr>
      <vt:lpstr>Virtual Network Functions: Virtual Router</vt:lpstr>
      <vt:lpstr>Virtual Network Functions: Virtual Router</vt:lpstr>
      <vt:lpstr>Virtual Network Functions: Virtual Router</vt:lpstr>
      <vt:lpstr>Virtual Network Functions: Virtual Router</vt:lpstr>
      <vt:lpstr>Virtual Network Functions: Virtual Router</vt:lpstr>
      <vt:lpstr>Virtual Network Functions: Virtual Router</vt:lpstr>
      <vt:lpstr>Virtual Network Functions: Virtual Router</vt:lpstr>
      <vt:lpstr>Virtual Network Functions: Virtual Router</vt:lpstr>
      <vt:lpstr>Virtual Network Functions: Virtual Router</vt:lpstr>
      <vt:lpstr>Virtual Network Functions: Virtual Router</vt:lpstr>
      <vt:lpstr>LinuxFP Evaluation</vt:lpstr>
      <vt:lpstr>LinuxFP Evaluation</vt:lpstr>
      <vt:lpstr>Experimental  Setup</vt:lpstr>
      <vt:lpstr>Experimental  Setup: Kubernetes</vt:lpstr>
      <vt:lpstr>Experimental  Setup: Pod-to-Pod</vt:lpstr>
      <vt:lpstr>Experimental  Setup: Pod-to-Pod</vt:lpstr>
      <vt:lpstr>Experimental  Setup: Pairs of Pods</vt:lpstr>
      <vt:lpstr>Experimental  Setup: LinuxFP</vt:lpstr>
      <vt:lpstr>Kubernetes Pod-to-Pod</vt:lpstr>
      <vt:lpstr>Kubernetes Pod-to-Pod</vt:lpstr>
      <vt:lpstr>LinuxFP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Erika Hunhoff</dc:creator>
  <cp:lastModifiedBy>Erika Hunhoff</cp:lastModifiedBy>
  <cp:revision>21</cp:revision>
  <dcterms:created xsi:type="dcterms:W3CDTF">2024-07-20T14:22:06Z</dcterms:created>
  <dcterms:modified xsi:type="dcterms:W3CDTF">2024-07-25T03:16:01Z</dcterms:modified>
</cp:coreProperties>
</file>