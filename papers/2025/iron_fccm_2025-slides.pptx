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147478679" r:id="rId2"/>
    <p:sldId id="2147478651" r:id="rId3"/>
    <p:sldId id="2147478600" r:id="rId4"/>
    <p:sldId id="2147478680" r:id="rId5"/>
    <p:sldId id="2147478681" r:id="rId6"/>
    <p:sldId id="2147478682" r:id="rId7"/>
    <p:sldId id="2147478683" r:id="rId8"/>
    <p:sldId id="2147478684" r:id="rId9"/>
    <p:sldId id="2147478685" r:id="rId10"/>
    <p:sldId id="2147478686" r:id="rId11"/>
    <p:sldId id="2147478687" r:id="rId12"/>
    <p:sldId id="2147478688" r:id="rId13"/>
    <p:sldId id="2147478689" r:id="rId14"/>
    <p:sldId id="260" r:id="rId15"/>
    <p:sldId id="2147478612" r:id="rId16"/>
    <p:sldId id="2147478610" r:id="rId17"/>
    <p:sldId id="2147478615" r:id="rId18"/>
    <p:sldId id="2147478616" r:id="rId19"/>
    <p:sldId id="2147478617" r:id="rId20"/>
    <p:sldId id="2147478618" r:id="rId21"/>
    <p:sldId id="2147478676" r:id="rId22"/>
    <p:sldId id="2147478623" r:id="rId23"/>
    <p:sldId id="2147478613" r:id="rId24"/>
    <p:sldId id="2147478660" r:id="rId25"/>
    <p:sldId id="2147478662" r:id="rId26"/>
    <p:sldId id="2147478663" r:id="rId27"/>
    <p:sldId id="2147478664" r:id="rId28"/>
    <p:sldId id="2147478599" r:id="rId29"/>
    <p:sldId id="2147478624" r:id="rId30"/>
    <p:sldId id="2147478666" r:id="rId31"/>
    <p:sldId id="2147478667" r:id="rId32"/>
    <p:sldId id="2147478625" r:id="rId33"/>
    <p:sldId id="2147478668" r:id="rId34"/>
    <p:sldId id="2147478669" r:id="rId35"/>
    <p:sldId id="2147478678" r:id="rId36"/>
    <p:sldId id="2147478670" r:id="rId37"/>
    <p:sldId id="2147478671" r:id="rId38"/>
    <p:sldId id="2147478672" r:id="rId39"/>
    <p:sldId id="2147478630" r:id="rId40"/>
    <p:sldId id="2147478677" r:id="rId41"/>
    <p:sldId id="2147478601" r:id="rId42"/>
    <p:sldId id="2147478644" r:id="rId43"/>
    <p:sldId id="2147478645" r:id="rId44"/>
    <p:sldId id="2147478646" r:id="rId45"/>
    <p:sldId id="2147478647" r:id="rId46"/>
    <p:sldId id="2147478648" r:id="rId47"/>
    <p:sldId id="2147478690" r:id="rId48"/>
    <p:sldId id="2147478602" r:id="rId49"/>
    <p:sldId id="2147478598" r:id="rId50"/>
    <p:sldId id="2147478603" r:id="rId51"/>
    <p:sldId id="256" r:id="rId52"/>
    <p:sldId id="2147478614" r:id="rId53"/>
    <p:sldId id="2147478621" r:id="rId54"/>
    <p:sldId id="2147478604" r:id="rId55"/>
    <p:sldId id="2147478512" r:id="rId56"/>
    <p:sldId id="2147478637" r:id="rId57"/>
    <p:sldId id="214747863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6"/>
    <p:restoredTop sz="83706"/>
  </p:normalViewPr>
  <p:slideViewPr>
    <p:cSldViewPr snapToGrid="0">
      <p:cViewPr varScale="1">
        <p:scale>
          <a:sx n="69" d="100"/>
          <a:sy n="69" d="100"/>
        </p:scale>
        <p:origin x="13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34B14-9B71-474C-B3AF-187A10C34670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08C12659-2602-FA43-AA28-904DC7B355F2}">
      <dgm:prSet phldrT="[Text]"/>
      <dgm:spPr/>
      <dgm:t>
        <a:bodyPr/>
        <a:lstStyle/>
        <a:p>
          <a:r>
            <a:rPr lang="en-US" dirty="0"/>
            <a:t>Low level of abstraction</a:t>
          </a:r>
        </a:p>
      </dgm:t>
    </dgm:pt>
    <dgm:pt modelId="{BA19006B-C87A-4446-87F7-9C1BA59B580C}" type="parTrans" cxnId="{93596765-2D0E-6E43-958B-706EA3D02126}">
      <dgm:prSet/>
      <dgm:spPr/>
      <dgm:t>
        <a:bodyPr/>
        <a:lstStyle/>
        <a:p>
          <a:endParaRPr lang="en-US"/>
        </a:p>
      </dgm:t>
    </dgm:pt>
    <dgm:pt modelId="{26C412AF-389B-4341-8342-A791C1BDBE81}" type="sibTrans" cxnId="{93596765-2D0E-6E43-958B-706EA3D02126}">
      <dgm:prSet/>
      <dgm:spPr/>
      <dgm:t>
        <a:bodyPr/>
        <a:lstStyle/>
        <a:p>
          <a:endParaRPr lang="en-US"/>
        </a:p>
      </dgm:t>
    </dgm:pt>
    <dgm:pt modelId="{1923C7CA-522F-774E-903F-7D4491A60CEA}">
      <dgm:prSet phldrT="[Text]"/>
      <dgm:spPr/>
      <dgm:t>
        <a:bodyPr/>
        <a:lstStyle/>
        <a:p>
          <a:r>
            <a:rPr lang="en-US" dirty="0"/>
            <a:t>High level of abstraction</a:t>
          </a:r>
        </a:p>
      </dgm:t>
    </dgm:pt>
    <dgm:pt modelId="{DBCF2BA7-417C-ED4C-A1FE-DE8D61A89160}" type="parTrans" cxnId="{A7465CF0-E30D-6A49-A389-F546A9432646}">
      <dgm:prSet/>
      <dgm:spPr/>
      <dgm:t>
        <a:bodyPr/>
        <a:lstStyle/>
        <a:p>
          <a:endParaRPr lang="en-US"/>
        </a:p>
      </dgm:t>
    </dgm:pt>
    <dgm:pt modelId="{5AAD20B5-6B87-934A-8A3F-38C1A41F28AA}" type="sibTrans" cxnId="{A7465CF0-E30D-6A49-A389-F546A9432646}">
      <dgm:prSet/>
      <dgm:spPr/>
      <dgm:t>
        <a:bodyPr/>
        <a:lstStyle/>
        <a:p>
          <a:endParaRPr lang="en-US"/>
        </a:p>
      </dgm:t>
    </dgm:pt>
    <dgm:pt modelId="{A26C84A3-73FE-9448-9B4C-46F76E285DA7}">
      <dgm:prSet phldrT="[Text]"/>
      <dgm:spPr/>
      <dgm:t>
        <a:bodyPr/>
        <a:lstStyle/>
        <a:p>
          <a:r>
            <a:rPr lang="en-US" b="1" dirty="0">
              <a:solidFill>
                <a:schemeClr val="accent4"/>
              </a:solidFill>
            </a:rPr>
            <a:t>IRON</a:t>
          </a:r>
        </a:p>
      </dgm:t>
    </dgm:pt>
    <dgm:pt modelId="{FA451812-A763-6649-9C90-3DC3805D1EFF}" type="parTrans" cxnId="{3B6A93AF-93C3-7D43-843E-D9400CC4CBA7}">
      <dgm:prSet/>
      <dgm:spPr/>
      <dgm:t>
        <a:bodyPr/>
        <a:lstStyle/>
        <a:p>
          <a:endParaRPr lang="en-US"/>
        </a:p>
      </dgm:t>
    </dgm:pt>
    <dgm:pt modelId="{6B167D39-8643-324D-A50C-B509DD376BEA}" type="sibTrans" cxnId="{3B6A93AF-93C3-7D43-843E-D9400CC4CBA7}">
      <dgm:prSet/>
      <dgm:spPr/>
      <dgm:t>
        <a:bodyPr/>
        <a:lstStyle/>
        <a:p>
          <a:endParaRPr lang="en-US"/>
        </a:p>
      </dgm:t>
    </dgm:pt>
    <dgm:pt modelId="{01649442-9057-3746-AFBC-DBB50C573743}" type="pres">
      <dgm:prSet presAssocID="{CF234B14-9B71-474C-B3AF-187A10C34670}" presName="arrowDiagram" presStyleCnt="0">
        <dgm:presLayoutVars>
          <dgm:chMax val="5"/>
          <dgm:dir/>
          <dgm:resizeHandles val="exact"/>
        </dgm:presLayoutVars>
      </dgm:prSet>
      <dgm:spPr/>
    </dgm:pt>
    <dgm:pt modelId="{F9AAECCA-FDB2-9F47-85A9-35CABA89D472}" type="pres">
      <dgm:prSet presAssocID="{CF234B14-9B71-474C-B3AF-187A10C34670}" presName="arrow" presStyleLbl="bgShp" presStyleIdx="0" presStyleCnt="1"/>
      <dgm:spPr/>
    </dgm:pt>
    <dgm:pt modelId="{ED194AF3-1EB7-4D4E-BC63-339168BF0FAF}" type="pres">
      <dgm:prSet presAssocID="{CF234B14-9B71-474C-B3AF-187A10C34670}" presName="arrowDiagram3" presStyleCnt="0"/>
      <dgm:spPr/>
    </dgm:pt>
    <dgm:pt modelId="{2F2470D6-1E1F-4848-A9DB-2488372BA5E3}" type="pres">
      <dgm:prSet presAssocID="{08C12659-2602-FA43-AA28-904DC7B355F2}" presName="bullet3a" presStyleLbl="node1" presStyleIdx="0" presStyleCnt="3"/>
      <dgm:spPr/>
    </dgm:pt>
    <dgm:pt modelId="{C66D253C-7E42-DA47-B941-E1C6954DD057}" type="pres">
      <dgm:prSet presAssocID="{08C12659-2602-FA43-AA28-904DC7B355F2}" presName="textBox3a" presStyleLbl="revTx" presStyleIdx="0" presStyleCnt="3" custScaleX="118299" custLinFactNeighborX="17831" custLinFactNeighborY="12853">
        <dgm:presLayoutVars>
          <dgm:bulletEnabled val="1"/>
        </dgm:presLayoutVars>
      </dgm:prSet>
      <dgm:spPr/>
    </dgm:pt>
    <dgm:pt modelId="{92548E87-3078-E24B-A3A0-2E2FE5D321C2}" type="pres">
      <dgm:prSet presAssocID="{A26C84A3-73FE-9448-9B4C-46F76E285DA7}" presName="bullet3b" presStyleLbl="node1" presStyleIdx="1" presStyleCnt="3" custLinFactX="-116731" custLinFactY="68792" custLinFactNeighborX="-200000" custLinFactNeighborY="100000"/>
      <dgm:spPr>
        <a:solidFill>
          <a:schemeClr val="accent4"/>
        </a:solidFill>
      </dgm:spPr>
    </dgm:pt>
    <dgm:pt modelId="{A4D28A9B-64E9-9C4F-AD58-67333DB9CCE0}" type="pres">
      <dgm:prSet presAssocID="{A26C84A3-73FE-9448-9B4C-46F76E285DA7}" presName="textBox3b" presStyleLbl="revTx" presStyleIdx="1" presStyleCnt="3" custScaleX="63447" custScaleY="24499" custLinFactNeighborX="-54925" custLinFactNeighborY="-14418">
        <dgm:presLayoutVars>
          <dgm:bulletEnabled val="1"/>
        </dgm:presLayoutVars>
      </dgm:prSet>
      <dgm:spPr/>
    </dgm:pt>
    <dgm:pt modelId="{A0B226CD-1B40-384D-9C6E-97A6E898CB0E}" type="pres">
      <dgm:prSet presAssocID="{1923C7CA-522F-774E-903F-7D4491A60CEA}" presName="bullet3c" presStyleLbl="node1" presStyleIdx="2" presStyleCnt="3"/>
      <dgm:spPr/>
    </dgm:pt>
    <dgm:pt modelId="{75C3E67D-5158-AD4E-B299-A1E53EB3C2AF}" type="pres">
      <dgm:prSet presAssocID="{1923C7CA-522F-774E-903F-7D4491A60CEA}" presName="textBox3c" presStyleLbl="revTx" presStyleIdx="2" presStyleCnt="3" custScaleX="115720" custScaleY="32897" custLinFactNeighborX="-69129" custLinFactNeighborY="-73502">
        <dgm:presLayoutVars>
          <dgm:bulletEnabled val="1"/>
        </dgm:presLayoutVars>
      </dgm:prSet>
      <dgm:spPr/>
    </dgm:pt>
  </dgm:ptLst>
  <dgm:cxnLst>
    <dgm:cxn modelId="{61D6082C-424A-8643-8DC3-B758569CCAF4}" type="presOf" srcId="{1923C7CA-522F-774E-903F-7D4491A60CEA}" destId="{75C3E67D-5158-AD4E-B299-A1E53EB3C2AF}" srcOrd="0" destOrd="0" presId="urn:microsoft.com/office/officeart/2005/8/layout/arrow2"/>
    <dgm:cxn modelId="{8708FF5B-BE7D-5249-BC1C-AEEBF84709DA}" type="presOf" srcId="{CF234B14-9B71-474C-B3AF-187A10C34670}" destId="{01649442-9057-3746-AFBC-DBB50C573743}" srcOrd="0" destOrd="0" presId="urn:microsoft.com/office/officeart/2005/8/layout/arrow2"/>
    <dgm:cxn modelId="{93596765-2D0E-6E43-958B-706EA3D02126}" srcId="{CF234B14-9B71-474C-B3AF-187A10C34670}" destId="{08C12659-2602-FA43-AA28-904DC7B355F2}" srcOrd="0" destOrd="0" parTransId="{BA19006B-C87A-4446-87F7-9C1BA59B580C}" sibTransId="{26C412AF-389B-4341-8342-A791C1BDBE81}"/>
    <dgm:cxn modelId="{4FF1B58B-3D5E-C84B-B253-184613928A7A}" type="presOf" srcId="{A26C84A3-73FE-9448-9B4C-46F76E285DA7}" destId="{A4D28A9B-64E9-9C4F-AD58-67333DB9CCE0}" srcOrd="0" destOrd="0" presId="urn:microsoft.com/office/officeart/2005/8/layout/arrow2"/>
    <dgm:cxn modelId="{3B6A93AF-93C3-7D43-843E-D9400CC4CBA7}" srcId="{CF234B14-9B71-474C-B3AF-187A10C34670}" destId="{A26C84A3-73FE-9448-9B4C-46F76E285DA7}" srcOrd="1" destOrd="0" parTransId="{FA451812-A763-6649-9C90-3DC3805D1EFF}" sibTransId="{6B167D39-8643-324D-A50C-B509DD376BEA}"/>
    <dgm:cxn modelId="{D3A54BE2-6BB3-F24A-9262-786C5189679A}" type="presOf" srcId="{08C12659-2602-FA43-AA28-904DC7B355F2}" destId="{C66D253C-7E42-DA47-B941-E1C6954DD057}" srcOrd="0" destOrd="0" presId="urn:microsoft.com/office/officeart/2005/8/layout/arrow2"/>
    <dgm:cxn modelId="{A7465CF0-E30D-6A49-A389-F546A9432646}" srcId="{CF234B14-9B71-474C-B3AF-187A10C34670}" destId="{1923C7CA-522F-774E-903F-7D4491A60CEA}" srcOrd="2" destOrd="0" parTransId="{DBCF2BA7-417C-ED4C-A1FE-DE8D61A89160}" sibTransId="{5AAD20B5-6B87-934A-8A3F-38C1A41F28AA}"/>
    <dgm:cxn modelId="{485AEE34-F564-6945-BA1A-5FF1488E5A82}" type="presParOf" srcId="{01649442-9057-3746-AFBC-DBB50C573743}" destId="{F9AAECCA-FDB2-9F47-85A9-35CABA89D472}" srcOrd="0" destOrd="0" presId="urn:microsoft.com/office/officeart/2005/8/layout/arrow2"/>
    <dgm:cxn modelId="{B47E821C-0792-8E4D-AA4F-A4FA24D122FB}" type="presParOf" srcId="{01649442-9057-3746-AFBC-DBB50C573743}" destId="{ED194AF3-1EB7-4D4E-BC63-339168BF0FAF}" srcOrd="1" destOrd="0" presId="urn:microsoft.com/office/officeart/2005/8/layout/arrow2"/>
    <dgm:cxn modelId="{37835EA5-19E2-A445-B9B6-390B05753B27}" type="presParOf" srcId="{ED194AF3-1EB7-4D4E-BC63-339168BF0FAF}" destId="{2F2470D6-1E1F-4848-A9DB-2488372BA5E3}" srcOrd="0" destOrd="0" presId="urn:microsoft.com/office/officeart/2005/8/layout/arrow2"/>
    <dgm:cxn modelId="{C128D5A9-798D-2149-832A-184BDD84D74C}" type="presParOf" srcId="{ED194AF3-1EB7-4D4E-BC63-339168BF0FAF}" destId="{C66D253C-7E42-DA47-B941-E1C6954DD057}" srcOrd="1" destOrd="0" presId="urn:microsoft.com/office/officeart/2005/8/layout/arrow2"/>
    <dgm:cxn modelId="{2C05BFBC-9232-AF4D-AFAD-D1591F42BA6F}" type="presParOf" srcId="{ED194AF3-1EB7-4D4E-BC63-339168BF0FAF}" destId="{92548E87-3078-E24B-A3A0-2E2FE5D321C2}" srcOrd="2" destOrd="0" presId="urn:microsoft.com/office/officeart/2005/8/layout/arrow2"/>
    <dgm:cxn modelId="{0A2F6C35-1E5F-8A4A-BF9F-DECF6E12843A}" type="presParOf" srcId="{ED194AF3-1EB7-4D4E-BC63-339168BF0FAF}" destId="{A4D28A9B-64E9-9C4F-AD58-67333DB9CCE0}" srcOrd="3" destOrd="0" presId="urn:microsoft.com/office/officeart/2005/8/layout/arrow2"/>
    <dgm:cxn modelId="{5F48C86B-1270-314E-93E0-FC5AB7A16E74}" type="presParOf" srcId="{ED194AF3-1EB7-4D4E-BC63-339168BF0FAF}" destId="{A0B226CD-1B40-384D-9C6E-97A6E898CB0E}" srcOrd="4" destOrd="0" presId="urn:microsoft.com/office/officeart/2005/8/layout/arrow2"/>
    <dgm:cxn modelId="{CF3ADE5F-91EA-8E42-A2EA-7A3391DC2478}" type="presParOf" srcId="{ED194AF3-1EB7-4D4E-BC63-339168BF0FAF}" destId="{75C3E67D-5158-AD4E-B299-A1E53EB3C2A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234B14-9B71-474C-B3AF-187A10C34670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08C12659-2602-FA43-AA28-904DC7B355F2}">
      <dgm:prSet phldrT="[Text]"/>
      <dgm:spPr/>
      <dgm:t>
        <a:bodyPr/>
        <a:lstStyle/>
        <a:p>
          <a:r>
            <a:rPr lang="en-US" dirty="0"/>
            <a:t>Low level of abstraction</a:t>
          </a:r>
        </a:p>
      </dgm:t>
    </dgm:pt>
    <dgm:pt modelId="{BA19006B-C87A-4446-87F7-9C1BA59B580C}" type="parTrans" cxnId="{93596765-2D0E-6E43-958B-706EA3D02126}">
      <dgm:prSet/>
      <dgm:spPr/>
      <dgm:t>
        <a:bodyPr/>
        <a:lstStyle/>
        <a:p>
          <a:endParaRPr lang="en-US"/>
        </a:p>
      </dgm:t>
    </dgm:pt>
    <dgm:pt modelId="{26C412AF-389B-4341-8342-A791C1BDBE81}" type="sibTrans" cxnId="{93596765-2D0E-6E43-958B-706EA3D02126}">
      <dgm:prSet/>
      <dgm:spPr/>
      <dgm:t>
        <a:bodyPr/>
        <a:lstStyle/>
        <a:p>
          <a:endParaRPr lang="en-US"/>
        </a:p>
      </dgm:t>
    </dgm:pt>
    <dgm:pt modelId="{1923C7CA-522F-774E-903F-7D4491A60CEA}">
      <dgm:prSet phldrT="[Text]"/>
      <dgm:spPr/>
      <dgm:t>
        <a:bodyPr/>
        <a:lstStyle/>
        <a:p>
          <a:r>
            <a:rPr lang="en-US" dirty="0"/>
            <a:t>High level of abstraction</a:t>
          </a:r>
        </a:p>
      </dgm:t>
    </dgm:pt>
    <dgm:pt modelId="{DBCF2BA7-417C-ED4C-A1FE-DE8D61A89160}" type="parTrans" cxnId="{A7465CF0-E30D-6A49-A389-F546A9432646}">
      <dgm:prSet/>
      <dgm:spPr/>
      <dgm:t>
        <a:bodyPr/>
        <a:lstStyle/>
        <a:p>
          <a:endParaRPr lang="en-US"/>
        </a:p>
      </dgm:t>
    </dgm:pt>
    <dgm:pt modelId="{5AAD20B5-6B87-934A-8A3F-38C1A41F28AA}" type="sibTrans" cxnId="{A7465CF0-E30D-6A49-A389-F546A9432646}">
      <dgm:prSet/>
      <dgm:spPr/>
      <dgm:t>
        <a:bodyPr/>
        <a:lstStyle/>
        <a:p>
          <a:endParaRPr lang="en-US"/>
        </a:p>
      </dgm:t>
    </dgm:pt>
    <dgm:pt modelId="{A26C84A3-73FE-9448-9B4C-46F76E285DA7}">
      <dgm:prSet phldrT="[Text]"/>
      <dgm:spPr/>
      <dgm:t>
        <a:bodyPr/>
        <a:lstStyle/>
        <a:p>
          <a:endParaRPr lang="en-US" b="1" dirty="0">
            <a:solidFill>
              <a:schemeClr val="accent4"/>
            </a:solidFill>
          </a:endParaRPr>
        </a:p>
      </dgm:t>
    </dgm:pt>
    <dgm:pt modelId="{6B167D39-8643-324D-A50C-B509DD376BEA}" type="sibTrans" cxnId="{3B6A93AF-93C3-7D43-843E-D9400CC4CBA7}">
      <dgm:prSet/>
      <dgm:spPr/>
      <dgm:t>
        <a:bodyPr/>
        <a:lstStyle/>
        <a:p>
          <a:endParaRPr lang="en-US"/>
        </a:p>
      </dgm:t>
    </dgm:pt>
    <dgm:pt modelId="{FA451812-A763-6649-9C90-3DC3805D1EFF}" type="parTrans" cxnId="{3B6A93AF-93C3-7D43-843E-D9400CC4CBA7}">
      <dgm:prSet/>
      <dgm:spPr/>
      <dgm:t>
        <a:bodyPr/>
        <a:lstStyle/>
        <a:p>
          <a:endParaRPr lang="en-US"/>
        </a:p>
      </dgm:t>
    </dgm:pt>
    <dgm:pt modelId="{01649442-9057-3746-AFBC-DBB50C573743}" type="pres">
      <dgm:prSet presAssocID="{CF234B14-9B71-474C-B3AF-187A10C34670}" presName="arrowDiagram" presStyleCnt="0">
        <dgm:presLayoutVars>
          <dgm:chMax val="5"/>
          <dgm:dir/>
          <dgm:resizeHandles val="exact"/>
        </dgm:presLayoutVars>
      </dgm:prSet>
      <dgm:spPr/>
    </dgm:pt>
    <dgm:pt modelId="{F9AAECCA-FDB2-9F47-85A9-35CABA89D472}" type="pres">
      <dgm:prSet presAssocID="{CF234B14-9B71-474C-B3AF-187A10C34670}" presName="arrow" presStyleLbl="bgShp" presStyleIdx="0" presStyleCnt="1" custLinFactNeighborX="114"/>
      <dgm:spPr/>
    </dgm:pt>
    <dgm:pt modelId="{ED194AF3-1EB7-4D4E-BC63-339168BF0FAF}" type="pres">
      <dgm:prSet presAssocID="{CF234B14-9B71-474C-B3AF-187A10C34670}" presName="arrowDiagram3" presStyleCnt="0"/>
      <dgm:spPr/>
    </dgm:pt>
    <dgm:pt modelId="{2F2470D6-1E1F-4848-A9DB-2488372BA5E3}" type="pres">
      <dgm:prSet presAssocID="{08C12659-2602-FA43-AA28-904DC7B355F2}" presName="bullet3a" presStyleLbl="node1" presStyleIdx="0" presStyleCnt="3"/>
      <dgm:spPr/>
    </dgm:pt>
    <dgm:pt modelId="{C66D253C-7E42-DA47-B941-E1C6954DD057}" type="pres">
      <dgm:prSet presAssocID="{08C12659-2602-FA43-AA28-904DC7B355F2}" presName="textBox3a" presStyleLbl="revTx" presStyleIdx="0" presStyleCnt="3" custScaleX="118299" custLinFactNeighborX="17831" custLinFactNeighborY="12853">
        <dgm:presLayoutVars>
          <dgm:bulletEnabled val="1"/>
        </dgm:presLayoutVars>
      </dgm:prSet>
      <dgm:spPr/>
    </dgm:pt>
    <dgm:pt modelId="{92548E87-3078-E24B-A3A0-2E2FE5D321C2}" type="pres">
      <dgm:prSet presAssocID="{A26C84A3-73FE-9448-9B4C-46F76E285DA7}" presName="bullet3b" presStyleLbl="node1" presStyleIdx="1" presStyleCnt="3" custLinFactX="-116731" custLinFactY="68792" custLinFactNeighborX="-200000" custLinFactNeighborY="100000"/>
      <dgm:spPr>
        <a:solidFill>
          <a:srgbClr val="CCD2D9"/>
        </a:solidFill>
        <a:ln>
          <a:noFill/>
        </a:ln>
      </dgm:spPr>
    </dgm:pt>
    <dgm:pt modelId="{A4D28A9B-64E9-9C4F-AD58-67333DB9CCE0}" type="pres">
      <dgm:prSet presAssocID="{A26C84A3-73FE-9448-9B4C-46F76E285DA7}" presName="textBox3b" presStyleLbl="revTx" presStyleIdx="1" presStyleCnt="3" custScaleX="63447" custScaleY="24499" custLinFactNeighborX="-54925" custLinFactNeighborY="-14418">
        <dgm:presLayoutVars>
          <dgm:bulletEnabled val="1"/>
        </dgm:presLayoutVars>
      </dgm:prSet>
      <dgm:spPr/>
    </dgm:pt>
    <dgm:pt modelId="{A0B226CD-1B40-384D-9C6E-97A6E898CB0E}" type="pres">
      <dgm:prSet presAssocID="{1923C7CA-522F-774E-903F-7D4491A60CEA}" presName="bullet3c" presStyleLbl="node1" presStyleIdx="2" presStyleCnt="3"/>
      <dgm:spPr/>
    </dgm:pt>
    <dgm:pt modelId="{75C3E67D-5158-AD4E-B299-A1E53EB3C2AF}" type="pres">
      <dgm:prSet presAssocID="{1923C7CA-522F-774E-903F-7D4491A60CEA}" presName="textBox3c" presStyleLbl="revTx" presStyleIdx="2" presStyleCnt="3" custScaleX="115720" custScaleY="32897" custLinFactNeighborX="-69129" custLinFactNeighborY="-73502">
        <dgm:presLayoutVars>
          <dgm:bulletEnabled val="1"/>
        </dgm:presLayoutVars>
      </dgm:prSet>
      <dgm:spPr/>
    </dgm:pt>
  </dgm:ptLst>
  <dgm:cxnLst>
    <dgm:cxn modelId="{61D6082C-424A-8643-8DC3-B758569CCAF4}" type="presOf" srcId="{1923C7CA-522F-774E-903F-7D4491A60CEA}" destId="{75C3E67D-5158-AD4E-B299-A1E53EB3C2AF}" srcOrd="0" destOrd="0" presId="urn:microsoft.com/office/officeart/2005/8/layout/arrow2"/>
    <dgm:cxn modelId="{8708FF5B-BE7D-5249-BC1C-AEEBF84709DA}" type="presOf" srcId="{CF234B14-9B71-474C-B3AF-187A10C34670}" destId="{01649442-9057-3746-AFBC-DBB50C573743}" srcOrd="0" destOrd="0" presId="urn:microsoft.com/office/officeart/2005/8/layout/arrow2"/>
    <dgm:cxn modelId="{93596765-2D0E-6E43-958B-706EA3D02126}" srcId="{CF234B14-9B71-474C-B3AF-187A10C34670}" destId="{08C12659-2602-FA43-AA28-904DC7B355F2}" srcOrd="0" destOrd="0" parTransId="{BA19006B-C87A-4446-87F7-9C1BA59B580C}" sibTransId="{26C412AF-389B-4341-8342-A791C1BDBE81}"/>
    <dgm:cxn modelId="{4FF1B58B-3D5E-C84B-B253-184613928A7A}" type="presOf" srcId="{A26C84A3-73FE-9448-9B4C-46F76E285DA7}" destId="{A4D28A9B-64E9-9C4F-AD58-67333DB9CCE0}" srcOrd="0" destOrd="0" presId="urn:microsoft.com/office/officeart/2005/8/layout/arrow2"/>
    <dgm:cxn modelId="{3B6A93AF-93C3-7D43-843E-D9400CC4CBA7}" srcId="{CF234B14-9B71-474C-B3AF-187A10C34670}" destId="{A26C84A3-73FE-9448-9B4C-46F76E285DA7}" srcOrd="1" destOrd="0" parTransId="{FA451812-A763-6649-9C90-3DC3805D1EFF}" sibTransId="{6B167D39-8643-324D-A50C-B509DD376BEA}"/>
    <dgm:cxn modelId="{D3A54BE2-6BB3-F24A-9262-786C5189679A}" type="presOf" srcId="{08C12659-2602-FA43-AA28-904DC7B355F2}" destId="{C66D253C-7E42-DA47-B941-E1C6954DD057}" srcOrd="0" destOrd="0" presId="urn:microsoft.com/office/officeart/2005/8/layout/arrow2"/>
    <dgm:cxn modelId="{A7465CF0-E30D-6A49-A389-F546A9432646}" srcId="{CF234B14-9B71-474C-B3AF-187A10C34670}" destId="{1923C7CA-522F-774E-903F-7D4491A60CEA}" srcOrd="2" destOrd="0" parTransId="{DBCF2BA7-417C-ED4C-A1FE-DE8D61A89160}" sibTransId="{5AAD20B5-6B87-934A-8A3F-38C1A41F28AA}"/>
    <dgm:cxn modelId="{485AEE34-F564-6945-BA1A-5FF1488E5A82}" type="presParOf" srcId="{01649442-9057-3746-AFBC-DBB50C573743}" destId="{F9AAECCA-FDB2-9F47-85A9-35CABA89D472}" srcOrd="0" destOrd="0" presId="urn:microsoft.com/office/officeart/2005/8/layout/arrow2"/>
    <dgm:cxn modelId="{B47E821C-0792-8E4D-AA4F-A4FA24D122FB}" type="presParOf" srcId="{01649442-9057-3746-AFBC-DBB50C573743}" destId="{ED194AF3-1EB7-4D4E-BC63-339168BF0FAF}" srcOrd="1" destOrd="0" presId="urn:microsoft.com/office/officeart/2005/8/layout/arrow2"/>
    <dgm:cxn modelId="{37835EA5-19E2-A445-B9B6-390B05753B27}" type="presParOf" srcId="{ED194AF3-1EB7-4D4E-BC63-339168BF0FAF}" destId="{2F2470D6-1E1F-4848-A9DB-2488372BA5E3}" srcOrd="0" destOrd="0" presId="urn:microsoft.com/office/officeart/2005/8/layout/arrow2"/>
    <dgm:cxn modelId="{C128D5A9-798D-2149-832A-184BDD84D74C}" type="presParOf" srcId="{ED194AF3-1EB7-4D4E-BC63-339168BF0FAF}" destId="{C66D253C-7E42-DA47-B941-E1C6954DD057}" srcOrd="1" destOrd="0" presId="urn:microsoft.com/office/officeart/2005/8/layout/arrow2"/>
    <dgm:cxn modelId="{2C05BFBC-9232-AF4D-AFAD-D1591F42BA6F}" type="presParOf" srcId="{ED194AF3-1EB7-4D4E-BC63-339168BF0FAF}" destId="{92548E87-3078-E24B-A3A0-2E2FE5D321C2}" srcOrd="2" destOrd="0" presId="urn:microsoft.com/office/officeart/2005/8/layout/arrow2"/>
    <dgm:cxn modelId="{0A2F6C35-1E5F-8A4A-BF9F-DECF6E12843A}" type="presParOf" srcId="{ED194AF3-1EB7-4D4E-BC63-339168BF0FAF}" destId="{A4D28A9B-64E9-9C4F-AD58-67333DB9CCE0}" srcOrd="3" destOrd="0" presId="urn:microsoft.com/office/officeart/2005/8/layout/arrow2"/>
    <dgm:cxn modelId="{5F48C86B-1270-314E-93E0-FC5AB7A16E74}" type="presParOf" srcId="{ED194AF3-1EB7-4D4E-BC63-339168BF0FAF}" destId="{A0B226CD-1B40-384D-9C6E-97A6E898CB0E}" srcOrd="4" destOrd="0" presId="urn:microsoft.com/office/officeart/2005/8/layout/arrow2"/>
    <dgm:cxn modelId="{CF3ADE5F-91EA-8E42-A2EA-7A3391DC2478}" type="presParOf" srcId="{ED194AF3-1EB7-4D4E-BC63-339168BF0FAF}" destId="{75C3E67D-5158-AD4E-B299-A1E53EB3C2A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234B14-9B71-474C-B3AF-187A10C34670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08C12659-2602-FA43-AA28-904DC7B355F2}">
      <dgm:prSet phldrT="[Text]"/>
      <dgm:spPr/>
      <dgm:t>
        <a:bodyPr/>
        <a:lstStyle/>
        <a:p>
          <a:r>
            <a:rPr lang="en-US" dirty="0"/>
            <a:t>Low level of abstraction</a:t>
          </a:r>
        </a:p>
      </dgm:t>
    </dgm:pt>
    <dgm:pt modelId="{BA19006B-C87A-4446-87F7-9C1BA59B580C}" type="parTrans" cxnId="{93596765-2D0E-6E43-958B-706EA3D02126}">
      <dgm:prSet/>
      <dgm:spPr/>
      <dgm:t>
        <a:bodyPr/>
        <a:lstStyle/>
        <a:p>
          <a:endParaRPr lang="en-US"/>
        </a:p>
      </dgm:t>
    </dgm:pt>
    <dgm:pt modelId="{26C412AF-389B-4341-8342-A791C1BDBE81}" type="sibTrans" cxnId="{93596765-2D0E-6E43-958B-706EA3D02126}">
      <dgm:prSet/>
      <dgm:spPr/>
      <dgm:t>
        <a:bodyPr/>
        <a:lstStyle/>
        <a:p>
          <a:endParaRPr lang="en-US"/>
        </a:p>
      </dgm:t>
    </dgm:pt>
    <dgm:pt modelId="{1923C7CA-522F-774E-903F-7D4491A60CEA}">
      <dgm:prSet phldrT="[Text]"/>
      <dgm:spPr/>
      <dgm:t>
        <a:bodyPr/>
        <a:lstStyle/>
        <a:p>
          <a:r>
            <a:rPr lang="en-US" dirty="0"/>
            <a:t>High level of abstraction</a:t>
          </a:r>
        </a:p>
      </dgm:t>
    </dgm:pt>
    <dgm:pt modelId="{DBCF2BA7-417C-ED4C-A1FE-DE8D61A89160}" type="parTrans" cxnId="{A7465CF0-E30D-6A49-A389-F546A9432646}">
      <dgm:prSet/>
      <dgm:spPr/>
      <dgm:t>
        <a:bodyPr/>
        <a:lstStyle/>
        <a:p>
          <a:endParaRPr lang="en-US"/>
        </a:p>
      </dgm:t>
    </dgm:pt>
    <dgm:pt modelId="{5AAD20B5-6B87-934A-8A3F-38C1A41F28AA}" type="sibTrans" cxnId="{A7465CF0-E30D-6A49-A389-F546A9432646}">
      <dgm:prSet/>
      <dgm:spPr/>
      <dgm:t>
        <a:bodyPr/>
        <a:lstStyle/>
        <a:p>
          <a:endParaRPr lang="en-US"/>
        </a:p>
      </dgm:t>
    </dgm:pt>
    <dgm:pt modelId="{A26C84A3-73FE-9448-9B4C-46F76E285DA7}">
      <dgm:prSet phldrT="[Text]"/>
      <dgm:spPr/>
      <dgm:t>
        <a:bodyPr/>
        <a:lstStyle/>
        <a:p>
          <a:r>
            <a:rPr lang="en-US" b="1" dirty="0">
              <a:solidFill>
                <a:schemeClr val="accent4"/>
              </a:solidFill>
            </a:rPr>
            <a:t>IRON</a:t>
          </a:r>
        </a:p>
      </dgm:t>
    </dgm:pt>
    <dgm:pt modelId="{FA451812-A763-6649-9C90-3DC3805D1EFF}" type="parTrans" cxnId="{3B6A93AF-93C3-7D43-843E-D9400CC4CBA7}">
      <dgm:prSet/>
      <dgm:spPr/>
      <dgm:t>
        <a:bodyPr/>
        <a:lstStyle/>
        <a:p>
          <a:endParaRPr lang="en-US"/>
        </a:p>
      </dgm:t>
    </dgm:pt>
    <dgm:pt modelId="{6B167D39-8643-324D-A50C-B509DD376BEA}" type="sibTrans" cxnId="{3B6A93AF-93C3-7D43-843E-D9400CC4CBA7}">
      <dgm:prSet/>
      <dgm:spPr/>
      <dgm:t>
        <a:bodyPr/>
        <a:lstStyle/>
        <a:p>
          <a:endParaRPr lang="en-US"/>
        </a:p>
      </dgm:t>
    </dgm:pt>
    <dgm:pt modelId="{01649442-9057-3746-AFBC-DBB50C573743}" type="pres">
      <dgm:prSet presAssocID="{CF234B14-9B71-474C-B3AF-187A10C34670}" presName="arrowDiagram" presStyleCnt="0">
        <dgm:presLayoutVars>
          <dgm:chMax val="5"/>
          <dgm:dir/>
          <dgm:resizeHandles val="exact"/>
        </dgm:presLayoutVars>
      </dgm:prSet>
      <dgm:spPr/>
    </dgm:pt>
    <dgm:pt modelId="{F9AAECCA-FDB2-9F47-85A9-35CABA89D472}" type="pres">
      <dgm:prSet presAssocID="{CF234B14-9B71-474C-B3AF-187A10C34670}" presName="arrow" presStyleLbl="bgShp" presStyleIdx="0" presStyleCnt="1"/>
      <dgm:spPr/>
    </dgm:pt>
    <dgm:pt modelId="{ED194AF3-1EB7-4D4E-BC63-339168BF0FAF}" type="pres">
      <dgm:prSet presAssocID="{CF234B14-9B71-474C-B3AF-187A10C34670}" presName="arrowDiagram3" presStyleCnt="0"/>
      <dgm:spPr/>
    </dgm:pt>
    <dgm:pt modelId="{2F2470D6-1E1F-4848-A9DB-2488372BA5E3}" type="pres">
      <dgm:prSet presAssocID="{08C12659-2602-FA43-AA28-904DC7B355F2}" presName="bullet3a" presStyleLbl="node1" presStyleIdx="0" presStyleCnt="3"/>
      <dgm:spPr/>
    </dgm:pt>
    <dgm:pt modelId="{C66D253C-7E42-DA47-B941-E1C6954DD057}" type="pres">
      <dgm:prSet presAssocID="{08C12659-2602-FA43-AA28-904DC7B355F2}" presName="textBox3a" presStyleLbl="revTx" presStyleIdx="0" presStyleCnt="3" custScaleX="118299" custLinFactNeighborX="17831" custLinFactNeighborY="12853">
        <dgm:presLayoutVars>
          <dgm:bulletEnabled val="1"/>
        </dgm:presLayoutVars>
      </dgm:prSet>
      <dgm:spPr/>
    </dgm:pt>
    <dgm:pt modelId="{92548E87-3078-E24B-A3A0-2E2FE5D321C2}" type="pres">
      <dgm:prSet presAssocID="{A26C84A3-73FE-9448-9B4C-46F76E285DA7}" presName="bullet3b" presStyleLbl="node1" presStyleIdx="1" presStyleCnt="3" custLinFactX="-116731" custLinFactY="68792" custLinFactNeighborX="-200000" custLinFactNeighborY="100000"/>
      <dgm:spPr>
        <a:solidFill>
          <a:schemeClr val="accent4"/>
        </a:solidFill>
      </dgm:spPr>
    </dgm:pt>
    <dgm:pt modelId="{A4D28A9B-64E9-9C4F-AD58-67333DB9CCE0}" type="pres">
      <dgm:prSet presAssocID="{A26C84A3-73FE-9448-9B4C-46F76E285DA7}" presName="textBox3b" presStyleLbl="revTx" presStyleIdx="1" presStyleCnt="3" custScaleX="63447" custScaleY="24499" custLinFactNeighborX="-54925" custLinFactNeighborY="-14418">
        <dgm:presLayoutVars>
          <dgm:bulletEnabled val="1"/>
        </dgm:presLayoutVars>
      </dgm:prSet>
      <dgm:spPr/>
    </dgm:pt>
    <dgm:pt modelId="{A0B226CD-1B40-384D-9C6E-97A6E898CB0E}" type="pres">
      <dgm:prSet presAssocID="{1923C7CA-522F-774E-903F-7D4491A60CEA}" presName="bullet3c" presStyleLbl="node1" presStyleIdx="2" presStyleCnt="3"/>
      <dgm:spPr/>
    </dgm:pt>
    <dgm:pt modelId="{75C3E67D-5158-AD4E-B299-A1E53EB3C2AF}" type="pres">
      <dgm:prSet presAssocID="{1923C7CA-522F-774E-903F-7D4491A60CEA}" presName="textBox3c" presStyleLbl="revTx" presStyleIdx="2" presStyleCnt="3" custScaleX="115720" custScaleY="32897" custLinFactNeighborX="-69129" custLinFactNeighborY="-73502">
        <dgm:presLayoutVars>
          <dgm:bulletEnabled val="1"/>
        </dgm:presLayoutVars>
      </dgm:prSet>
      <dgm:spPr/>
    </dgm:pt>
  </dgm:ptLst>
  <dgm:cxnLst>
    <dgm:cxn modelId="{61D6082C-424A-8643-8DC3-B758569CCAF4}" type="presOf" srcId="{1923C7CA-522F-774E-903F-7D4491A60CEA}" destId="{75C3E67D-5158-AD4E-B299-A1E53EB3C2AF}" srcOrd="0" destOrd="0" presId="urn:microsoft.com/office/officeart/2005/8/layout/arrow2"/>
    <dgm:cxn modelId="{8708FF5B-BE7D-5249-BC1C-AEEBF84709DA}" type="presOf" srcId="{CF234B14-9B71-474C-B3AF-187A10C34670}" destId="{01649442-9057-3746-AFBC-DBB50C573743}" srcOrd="0" destOrd="0" presId="urn:microsoft.com/office/officeart/2005/8/layout/arrow2"/>
    <dgm:cxn modelId="{93596765-2D0E-6E43-958B-706EA3D02126}" srcId="{CF234B14-9B71-474C-B3AF-187A10C34670}" destId="{08C12659-2602-FA43-AA28-904DC7B355F2}" srcOrd="0" destOrd="0" parTransId="{BA19006B-C87A-4446-87F7-9C1BA59B580C}" sibTransId="{26C412AF-389B-4341-8342-A791C1BDBE81}"/>
    <dgm:cxn modelId="{4FF1B58B-3D5E-C84B-B253-184613928A7A}" type="presOf" srcId="{A26C84A3-73FE-9448-9B4C-46F76E285DA7}" destId="{A4D28A9B-64E9-9C4F-AD58-67333DB9CCE0}" srcOrd="0" destOrd="0" presId="urn:microsoft.com/office/officeart/2005/8/layout/arrow2"/>
    <dgm:cxn modelId="{3B6A93AF-93C3-7D43-843E-D9400CC4CBA7}" srcId="{CF234B14-9B71-474C-B3AF-187A10C34670}" destId="{A26C84A3-73FE-9448-9B4C-46F76E285DA7}" srcOrd="1" destOrd="0" parTransId="{FA451812-A763-6649-9C90-3DC3805D1EFF}" sibTransId="{6B167D39-8643-324D-A50C-B509DD376BEA}"/>
    <dgm:cxn modelId="{D3A54BE2-6BB3-F24A-9262-786C5189679A}" type="presOf" srcId="{08C12659-2602-FA43-AA28-904DC7B355F2}" destId="{C66D253C-7E42-DA47-B941-E1C6954DD057}" srcOrd="0" destOrd="0" presId="urn:microsoft.com/office/officeart/2005/8/layout/arrow2"/>
    <dgm:cxn modelId="{A7465CF0-E30D-6A49-A389-F546A9432646}" srcId="{CF234B14-9B71-474C-B3AF-187A10C34670}" destId="{1923C7CA-522F-774E-903F-7D4491A60CEA}" srcOrd="2" destOrd="0" parTransId="{DBCF2BA7-417C-ED4C-A1FE-DE8D61A89160}" sibTransId="{5AAD20B5-6B87-934A-8A3F-38C1A41F28AA}"/>
    <dgm:cxn modelId="{485AEE34-F564-6945-BA1A-5FF1488E5A82}" type="presParOf" srcId="{01649442-9057-3746-AFBC-DBB50C573743}" destId="{F9AAECCA-FDB2-9F47-85A9-35CABA89D472}" srcOrd="0" destOrd="0" presId="urn:microsoft.com/office/officeart/2005/8/layout/arrow2"/>
    <dgm:cxn modelId="{B47E821C-0792-8E4D-AA4F-A4FA24D122FB}" type="presParOf" srcId="{01649442-9057-3746-AFBC-DBB50C573743}" destId="{ED194AF3-1EB7-4D4E-BC63-339168BF0FAF}" srcOrd="1" destOrd="0" presId="urn:microsoft.com/office/officeart/2005/8/layout/arrow2"/>
    <dgm:cxn modelId="{37835EA5-19E2-A445-B9B6-390B05753B27}" type="presParOf" srcId="{ED194AF3-1EB7-4D4E-BC63-339168BF0FAF}" destId="{2F2470D6-1E1F-4848-A9DB-2488372BA5E3}" srcOrd="0" destOrd="0" presId="urn:microsoft.com/office/officeart/2005/8/layout/arrow2"/>
    <dgm:cxn modelId="{C128D5A9-798D-2149-832A-184BDD84D74C}" type="presParOf" srcId="{ED194AF3-1EB7-4D4E-BC63-339168BF0FAF}" destId="{C66D253C-7E42-DA47-B941-E1C6954DD057}" srcOrd="1" destOrd="0" presId="urn:microsoft.com/office/officeart/2005/8/layout/arrow2"/>
    <dgm:cxn modelId="{2C05BFBC-9232-AF4D-AFAD-D1591F42BA6F}" type="presParOf" srcId="{ED194AF3-1EB7-4D4E-BC63-339168BF0FAF}" destId="{92548E87-3078-E24B-A3A0-2E2FE5D321C2}" srcOrd="2" destOrd="0" presId="urn:microsoft.com/office/officeart/2005/8/layout/arrow2"/>
    <dgm:cxn modelId="{0A2F6C35-1E5F-8A4A-BF9F-DECF6E12843A}" type="presParOf" srcId="{ED194AF3-1EB7-4D4E-BC63-339168BF0FAF}" destId="{A4D28A9B-64E9-9C4F-AD58-67333DB9CCE0}" srcOrd="3" destOrd="0" presId="urn:microsoft.com/office/officeart/2005/8/layout/arrow2"/>
    <dgm:cxn modelId="{5F48C86B-1270-314E-93E0-FC5AB7A16E74}" type="presParOf" srcId="{ED194AF3-1EB7-4D4E-BC63-339168BF0FAF}" destId="{A0B226CD-1B40-384D-9C6E-97A6E898CB0E}" srcOrd="4" destOrd="0" presId="urn:microsoft.com/office/officeart/2005/8/layout/arrow2"/>
    <dgm:cxn modelId="{CF3ADE5F-91EA-8E42-A2EA-7A3391DC2478}" type="presParOf" srcId="{ED194AF3-1EB7-4D4E-BC63-339168BF0FAF}" destId="{75C3E67D-5158-AD4E-B299-A1E53EB3C2AF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E64558-3759-4ACE-B73A-D09C359D230F}" type="doc">
      <dgm:prSet loTypeId="urn:microsoft.com/office/officeart/2005/8/layout/vList4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9461DB3-2CB3-4E5A-B1A7-CE159450E7C5}">
      <dgm:prSet custT="1"/>
      <dgm:spPr/>
      <dgm:t>
        <a:bodyPr/>
        <a:lstStyle/>
        <a:p>
          <a:r>
            <a:rPr lang="en-US" sz="2000" b="0"/>
            <a:t>MLIR-AIE dialect</a:t>
          </a:r>
          <a:endParaRPr lang="en-US" sz="2000" b="0" dirty="0"/>
        </a:p>
      </dgm:t>
    </dgm:pt>
    <dgm:pt modelId="{AACA7B42-13E5-475B-9EEE-DB2744A04C3B}" type="parTrans" cxnId="{8B45E9C0-A26B-4F62-9BE2-56566C2D3FA7}">
      <dgm:prSet/>
      <dgm:spPr/>
      <dgm:t>
        <a:bodyPr/>
        <a:lstStyle/>
        <a:p>
          <a:endParaRPr lang="en-US" sz="2000"/>
        </a:p>
      </dgm:t>
    </dgm:pt>
    <dgm:pt modelId="{224FB92F-FAFF-4F12-B5BB-14B2E2CF7455}" type="sibTrans" cxnId="{8B45E9C0-A26B-4F62-9BE2-56566C2D3FA7}">
      <dgm:prSet/>
      <dgm:spPr/>
      <dgm:t>
        <a:bodyPr/>
        <a:lstStyle/>
        <a:p>
          <a:endParaRPr lang="en-US" sz="2000"/>
        </a:p>
      </dgm:t>
    </dgm:pt>
    <dgm:pt modelId="{20B23D96-8006-49E3-B08B-596BB37C0DD3}">
      <dgm:prSet custT="1"/>
      <dgm:spPr>
        <a:solidFill>
          <a:schemeClr val="accent4"/>
        </a:solidFill>
      </dgm:spPr>
      <dgm:t>
        <a:bodyPr/>
        <a:lstStyle/>
        <a:p>
          <a:r>
            <a:rPr lang="en-US" sz="2000"/>
            <a:t>Python API</a:t>
          </a:r>
          <a:endParaRPr lang="en-US" sz="2000" dirty="0"/>
        </a:p>
      </dgm:t>
    </dgm:pt>
    <dgm:pt modelId="{C6901AAF-D9E3-4DD1-8614-E0B6C5822F13}" type="parTrans" cxnId="{67AD618B-1FBD-4B67-BF37-7820C33AE6E5}">
      <dgm:prSet/>
      <dgm:spPr/>
      <dgm:t>
        <a:bodyPr/>
        <a:lstStyle/>
        <a:p>
          <a:endParaRPr lang="en-US" sz="2000"/>
        </a:p>
      </dgm:t>
    </dgm:pt>
    <dgm:pt modelId="{CE44CEAF-D860-424F-80CE-FDAD91A122F6}" type="sibTrans" cxnId="{67AD618B-1FBD-4B67-BF37-7820C33AE6E5}">
      <dgm:prSet/>
      <dgm:spPr/>
      <dgm:t>
        <a:bodyPr/>
        <a:lstStyle/>
        <a:p>
          <a:endParaRPr lang="en-US" sz="2000"/>
        </a:p>
      </dgm:t>
    </dgm:pt>
    <dgm:pt modelId="{E498D721-2E55-44A2-9936-CAE0DBE1DF58}">
      <dgm:prSet custT="1"/>
      <dgm:spPr/>
      <dgm:t>
        <a:bodyPr/>
        <a:lstStyle/>
        <a:p>
          <a:r>
            <a:rPr lang="en-US" sz="2000"/>
            <a:t>Example Programs</a:t>
          </a:r>
          <a:endParaRPr lang="en-US" sz="2000" dirty="0"/>
        </a:p>
      </dgm:t>
    </dgm:pt>
    <dgm:pt modelId="{419C0018-4EBB-4882-96BF-5BBD921BBCFE}" type="parTrans" cxnId="{9119206E-5C5D-4EE2-BC8C-99623E004C7B}">
      <dgm:prSet/>
      <dgm:spPr/>
      <dgm:t>
        <a:bodyPr/>
        <a:lstStyle/>
        <a:p>
          <a:endParaRPr lang="en-US" sz="2000"/>
        </a:p>
      </dgm:t>
    </dgm:pt>
    <dgm:pt modelId="{B17A3686-D9EF-47BF-BD5E-3271F55A32DA}" type="sibTrans" cxnId="{9119206E-5C5D-4EE2-BC8C-99623E004C7B}">
      <dgm:prSet/>
      <dgm:spPr/>
      <dgm:t>
        <a:bodyPr/>
        <a:lstStyle/>
        <a:p>
          <a:endParaRPr lang="en-US" sz="2000"/>
        </a:p>
      </dgm:t>
    </dgm:pt>
    <dgm:pt modelId="{729C8AE6-C87E-D64B-8407-14E9D4AA4E86}">
      <dgm:prSet custT="1"/>
      <dgm:spPr/>
      <dgm:t>
        <a:bodyPr/>
        <a:lstStyle/>
        <a:p>
          <a:r>
            <a:rPr lang="en-US" sz="2000"/>
            <a:t>Programming Guide</a:t>
          </a:r>
        </a:p>
      </dgm:t>
    </dgm:pt>
    <dgm:pt modelId="{3F6C4F7F-05FE-804B-8A7E-76F7023225CC}" type="parTrans" cxnId="{863489D0-1B28-1945-B029-93DFFECE2B8A}">
      <dgm:prSet/>
      <dgm:spPr/>
      <dgm:t>
        <a:bodyPr/>
        <a:lstStyle/>
        <a:p>
          <a:endParaRPr lang="en-US" sz="2000"/>
        </a:p>
      </dgm:t>
    </dgm:pt>
    <dgm:pt modelId="{04A3BDB3-FEF4-2740-B18D-4A23C4123EC3}" type="sibTrans" cxnId="{863489D0-1B28-1945-B029-93DFFECE2B8A}">
      <dgm:prSet/>
      <dgm:spPr/>
      <dgm:t>
        <a:bodyPr/>
        <a:lstStyle/>
        <a:p>
          <a:endParaRPr lang="en-US" sz="2000"/>
        </a:p>
      </dgm:t>
    </dgm:pt>
    <dgm:pt modelId="{17B501C2-5D6C-A549-BC12-5FD5A30D6935}" type="pres">
      <dgm:prSet presAssocID="{D0E64558-3759-4ACE-B73A-D09C359D230F}" presName="linear" presStyleCnt="0">
        <dgm:presLayoutVars>
          <dgm:dir/>
          <dgm:resizeHandles val="exact"/>
        </dgm:presLayoutVars>
      </dgm:prSet>
      <dgm:spPr/>
    </dgm:pt>
    <dgm:pt modelId="{5CC2C1A6-0834-B049-8797-37713E5FF5E4}" type="pres">
      <dgm:prSet presAssocID="{09461DB3-2CB3-4E5A-B1A7-CE159450E7C5}" presName="comp" presStyleCnt="0"/>
      <dgm:spPr/>
    </dgm:pt>
    <dgm:pt modelId="{879AE29F-E38B-E746-BFFC-20E78B271E29}" type="pres">
      <dgm:prSet presAssocID="{09461DB3-2CB3-4E5A-B1A7-CE159450E7C5}" presName="box" presStyleLbl="node1" presStyleIdx="0" presStyleCnt="4"/>
      <dgm:spPr/>
    </dgm:pt>
    <dgm:pt modelId="{3F789760-AE01-4649-A24D-17016A2337C7}" type="pres">
      <dgm:prSet presAssocID="{09461DB3-2CB3-4E5A-B1A7-CE159450E7C5}" presName="img" presStyleLbl="fgImgPlace1" presStyleIdx="0" presStyleCnt="4" custScaleX="80866"/>
      <dgm:spPr/>
    </dgm:pt>
    <dgm:pt modelId="{8987A276-6B2C-974E-B4E1-115A8723CA0F}" type="pres">
      <dgm:prSet presAssocID="{09461DB3-2CB3-4E5A-B1A7-CE159450E7C5}" presName="text" presStyleLbl="node1" presStyleIdx="0" presStyleCnt="4">
        <dgm:presLayoutVars>
          <dgm:bulletEnabled val="1"/>
        </dgm:presLayoutVars>
      </dgm:prSet>
      <dgm:spPr/>
    </dgm:pt>
    <dgm:pt modelId="{1F4B7500-068E-014A-BD41-5A6F0FD3AFB5}" type="pres">
      <dgm:prSet presAssocID="{224FB92F-FAFF-4F12-B5BB-14B2E2CF7455}" presName="spacer" presStyleCnt="0"/>
      <dgm:spPr/>
    </dgm:pt>
    <dgm:pt modelId="{A61DF0FF-CD27-364B-B31E-7E257B39005C}" type="pres">
      <dgm:prSet presAssocID="{20B23D96-8006-49E3-B08B-596BB37C0DD3}" presName="comp" presStyleCnt="0"/>
      <dgm:spPr/>
    </dgm:pt>
    <dgm:pt modelId="{B3C389F8-9469-B54A-BF8A-BA3243BA17FC}" type="pres">
      <dgm:prSet presAssocID="{20B23D96-8006-49E3-B08B-596BB37C0DD3}" presName="box" presStyleLbl="node1" presStyleIdx="1" presStyleCnt="4"/>
      <dgm:spPr/>
    </dgm:pt>
    <dgm:pt modelId="{975AAEFF-9A67-4F4F-A36A-293779A3C287}" type="pres">
      <dgm:prSet presAssocID="{20B23D96-8006-49E3-B08B-596BB37C0DD3}" presName="img" presStyleLbl="fgImgPlace1" presStyleIdx="1" presStyleCnt="4" custScaleX="80866"/>
      <dgm:spPr/>
    </dgm:pt>
    <dgm:pt modelId="{DBA9DF54-F194-2140-86E5-05BEC54E9529}" type="pres">
      <dgm:prSet presAssocID="{20B23D96-8006-49E3-B08B-596BB37C0DD3}" presName="text" presStyleLbl="node1" presStyleIdx="1" presStyleCnt="4">
        <dgm:presLayoutVars>
          <dgm:bulletEnabled val="1"/>
        </dgm:presLayoutVars>
      </dgm:prSet>
      <dgm:spPr/>
    </dgm:pt>
    <dgm:pt modelId="{033E1D2F-A249-EB4D-BDFB-174BDFD352B8}" type="pres">
      <dgm:prSet presAssocID="{CE44CEAF-D860-424F-80CE-FDAD91A122F6}" presName="spacer" presStyleCnt="0"/>
      <dgm:spPr/>
    </dgm:pt>
    <dgm:pt modelId="{604439D0-C048-484E-8789-811431EF8313}" type="pres">
      <dgm:prSet presAssocID="{729C8AE6-C87E-D64B-8407-14E9D4AA4E86}" presName="comp" presStyleCnt="0"/>
      <dgm:spPr/>
    </dgm:pt>
    <dgm:pt modelId="{C7587839-BDA9-1E48-B6FF-449B9EF91ABD}" type="pres">
      <dgm:prSet presAssocID="{729C8AE6-C87E-D64B-8407-14E9D4AA4E86}" presName="box" presStyleLbl="node1" presStyleIdx="2" presStyleCnt="4"/>
      <dgm:spPr/>
    </dgm:pt>
    <dgm:pt modelId="{7E36C594-E933-F94C-A7D1-B09A95C3C645}" type="pres">
      <dgm:prSet presAssocID="{729C8AE6-C87E-D64B-8407-14E9D4AA4E86}" presName="img" presStyleLbl="fgImgPlace1" presStyleIdx="2" presStyleCnt="4" custScaleX="80866"/>
      <dgm:spPr/>
    </dgm:pt>
    <dgm:pt modelId="{CB698A08-4AAD-024A-8E33-7F617AA7F2E1}" type="pres">
      <dgm:prSet presAssocID="{729C8AE6-C87E-D64B-8407-14E9D4AA4E86}" presName="text" presStyleLbl="node1" presStyleIdx="2" presStyleCnt="4">
        <dgm:presLayoutVars>
          <dgm:bulletEnabled val="1"/>
        </dgm:presLayoutVars>
      </dgm:prSet>
      <dgm:spPr/>
    </dgm:pt>
    <dgm:pt modelId="{C6D5CCBE-6E86-644A-8703-5479B22CC895}" type="pres">
      <dgm:prSet presAssocID="{04A3BDB3-FEF4-2740-B18D-4A23C4123EC3}" presName="spacer" presStyleCnt="0"/>
      <dgm:spPr/>
    </dgm:pt>
    <dgm:pt modelId="{4FD2E3C4-9009-5D4E-91A9-CA9C8A6702CC}" type="pres">
      <dgm:prSet presAssocID="{E498D721-2E55-44A2-9936-CAE0DBE1DF58}" presName="comp" presStyleCnt="0"/>
      <dgm:spPr/>
    </dgm:pt>
    <dgm:pt modelId="{6ED4FA22-41BB-4445-9BEC-BF2FD910FF98}" type="pres">
      <dgm:prSet presAssocID="{E498D721-2E55-44A2-9936-CAE0DBE1DF58}" presName="box" presStyleLbl="node1" presStyleIdx="3" presStyleCnt="4"/>
      <dgm:spPr/>
    </dgm:pt>
    <dgm:pt modelId="{35CC3814-190C-F144-8F35-EBD1BDAD38FB}" type="pres">
      <dgm:prSet presAssocID="{E498D721-2E55-44A2-9936-CAE0DBE1DF58}" presName="img" presStyleLbl="fgImgPlace1" presStyleIdx="3" presStyleCnt="4" custScaleX="80866"/>
      <dgm:spPr/>
    </dgm:pt>
    <dgm:pt modelId="{E4E222C1-D962-A545-9EE4-AF924548E97A}" type="pres">
      <dgm:prSet presAssocID="{E498D721-2E55-44A2-9936-CAE0DBE1DF58}" presName="text" presStyleLbl="node1" presStyleIdx="3" presStyleCnt="4">
        <dgm:presLayoutVars>
          <dgm:bulletEnabled val="1"/>
        </dgm:presLayoutVars>
      </dgm:prSet>
      <dgm:spPr/>
    </dgm:pt>
  </dgm:ptLst>
  <dgm:cxnLst>
    <dgm:cxn modelId="{F1FA1307-9424-3741-B9BE-FCA9E57AC404}" type="presOf" srcId="{E498D721-2E55-44A2-9936-CAE0DBE1DF58}" destId="{6ED4FA22-41BB-4445-9BEC-BF2FD910FF98}" srcOrd="0" destOrd="0" presId="urn:microsoft.com/office/officeart/2005/8/layout/vList4"/>
    <dgm:cxn modelId="{02CDBB10-B7DB-9D40-AC62-4D22E72A6A4D}" type="presOf" srcId="{20B23D96-8006-49E3-B08B-596BB37C0DD3}" destId="{DBA9DF54-F194-2140-86E5-05BEC54E9529}" srcOrd="1" destOrd="0" presId="urn:microsoft.com/office/officeart/2005/8/layout/vList4"/>
    <dgm:cxn modelId="{5836861E-0D96-AD4D-ADD6-8B585EECE34D}" type="presOf" srcId="{D0E64558-3759-4ACE-B73A-D09C359D230F}" destId="{17B501C2-5D6C-A549-BC12-5FD5A30D6935}" srcOrd="0" destOrd="0" presId="urn:microsoft.com/office/officeart/2005/8/layout/vList4"/>
    <dgm:cxn modelId="{1F036623-4C3B-FC49-B519-EA91A74AED84}" type="presOf" srcId="{E498D721-2E55-44A2-9936-CAE0DBE1DF58}" destId="{E4E222C1-D962-A545-9EE4-AF924548E97A}" srcOrd="1" destOrd="0" presId="urn:microsoft.com/office/officeart/2005/8/layout/vList4"/>
    <dgm:cxn modelId="{D3C6882A-17E6-7245-A9CA-C389F8C93981}" type="presOf" srcId="{729C8AE6-C87E-D64B-8407-14E9D4AA4E86}" destId="{C7587839-BDA9-1E48-B6FF-449B9EF91ABD}" srcOrd="0" destOrd="0" presId="urn:microsoft.com/office/officeart/2005/8/layout/vList4"/>
    <dgm:cxn modelId="{9119206E-5C5D-4EE2-BC8C-99623E004C7B}" srcId="{D0E64558-3759-4ACE-B73A-D09C359D230F}" destId="{E498D721-2E55-44A2-9936-CAE0DBE1DF58}" srcOrd="3" destOrd="0" parTransId="{419C0018-4EBB-4882-96BF-5BBD921BBCFE}" sibTransId="{B17A3686-D9EF-47BF-BD5E-3271F55A32DA}"/>
    <dgm:cxn modelId="{D6A15D86-8A18-2A47-BB9A-A486816A30A6}" type="presOf" srcId="{09461DB3-2CB3-4E5A-B1A7-CE159450E7C5}" destId="{879AE29F-E38B-E746-BFFC-20E78B271E29}" srcOrd="0" destOrd="0" presId="urn:microsoft.com/office/officeart/2005/8/layout/vList4"/>
    <dgm:cxn modelId="{67AD618B-1FBD-4B67-BF37-7820C33AE6E5}" srcId="{D0E64558-3759-4ACE-B73A-D09C359D230F}" destId="{20B23D96-8006-49E3-B08B-596BB37C0DD3}" srcOrd="1" destOrd="0" parTransId="{C6901AAF-D9E3-4DD1-8614-E0B6C5822F13}" sibTransId="{CE44CEAF-D860-424F-80CE-FDAD91A122F6}"/>
    <dgm:cxn modelId="{92B5719C-58C5-194A-9157-D95138BCD680}" type="presOf" srcId="{20B23D96-8006-49E3-B08B-596BB37C0DD3}" destId="{B3C389F8-9469-B54A-BF8A-BA3243BA17FC}" srcOrd="0" destOrd="0" presId="urn:microsoft.com/office/officeart/2005/8/layout/vList4"/>
    <dgm:cxn modelId="{E16544A3-1AC4-F148-A70C-3583C2DB72D7}" type="presOf" srcId="{09461DB3-2CB3-4E5A-B1A7-CE159450E7C5}" destId="{8987A276-6B2C-974E-B4E1-115A8723CA0F}" srcOrd="1" destOrd="0" presId="urn:microsoft.com/office/officeart/2005/8/layout/vList4"/>
    <dgm:cxn modelId="{8B45E9C0-A26B-4F62-9BE2-56566C2D3FA7}" srcId="{D0E64558-3759-4ACE-B73A-D09C359D230F}" destId="{09461DB3-2CB3-4E5A-B1A7-CE159450E7C5}" srcOrd="0" destOrd="0" parTransId="{AACA7B42-13E5-475B-9EEE-DB2744A04C3B}" sibTransId="{224FB92F-FAFF-4F12-B5BB-14B2E2CF7455}"/>
    <dgm:cxn modelId="{CD9EFFCB-68BD-3847-82F7-8797155FD3A7}" type="presOf" srcId="{729C8AE6-C87E-D64B-8407-14E9D4AA4E86}" destId="{CB698A08-4AAD-024A-8E33-7F617AA7F2E1}" srcOrd="1" destOrd="0" presId="urn:microsoft.com/office/officeart/2005/8/layout/vList4"/>
    <dgm:cxn modelId="{863489D0-1B28-1945-B029-93DFFECE2B8A}" srcId="{D0E64558-3759-4ACE-B73A-D09C359D230F}" destId="{729C8AE6-C87E-D64B-8407-14E9D4AA4E86}" srcOrd="2" destOrd="0" parTransId="{3F6C4F7F-05FE-804B-8A7E-76F7023225CC}" sibTransId="{04A3BDB3-FEF4-2740-B18D-4A23C4123EC3}"/>
    <dgm:cxn modelId="{19A1D064-9776-D246-8147-AFFC8F5527A7}" type="presParOf" srcId="{17B501C2-5D6C-A549-BC12-5FD5A30D6935}" destId="{5CC2C1A6-0834-B049-8797-37713E5FF5E4}" srcOrd="0" destOrd="0" presId="urn:microsoft.com/office/officeart/2005/8/layout/vList4"/>
    <dgm:cxn modelId="{2AA1B1DC-380B-4746-A52C-6CACDD92EA98}" type="presParOf" srcId="{5CC2C1A6-0834-B049-8797-37713E5FF5E4}" destId="{879AE29F-E38B-E746-BFFC-20E78B271E29}" srcOrd="0" destOrd="0" presId="urn:microsoft.com/office/officeart/2005/8/layout/vList4"/>
    <dgm:cxn modelId="{97976E93-F474-0241-8AE9-1DF6F07668B7}" type="presParOf" srcId="{5CC2C1A6-0834-B049-8797-37713E5FF5E4}" destId="{3F789760-AE01-4649-A24D-17016A2337C7}" srcOrd="1" destOrd="0" presId="urn:microsoft.com/office/officeart/2005/8/layout/vList4"/>
    <dgm:cxn modelId="{977289E3-B04B-3947-9EA6-8657FB01C1B5}" type="presParOf" srcId="{5CC2C1A6-0834-B049-8797-37713E5FF5E4}" destId="{8987A276-6B2C-974E-B4E1-115A8723CA0F}" srcOrd="2" destOrd="0" presId="urn:microsoft.com/office/officeart/2005/8/layout/vList4"/>
    <dgm:cxn modelId="{3B7EA288-1BE5-7941-A4E3-D9FDE09F26E6}" type="presParOf" srcId="{17B501C2-5D6C-A549-BC12-5FD5A30D6935}" destId="{1F4B7500-068E-014A-BD41-5A6F0FD3AFB5}" srcOrd="1" destOrd="0" presId="urn:microsoft.com/office/officeart/2005/8/layout/vList4"/>
    <dgm:cxn modelId="{F24EE600-590E-4245-8D93-FEB8BBE008C8}" type="presParOf" srcId="{17B501C2-5D6C-A549-BC12-5FD5A30D6935}" destId="{A61DF0FF-CD27-364B-B31E-7E257B39005C}" srcOrd="2" destOrd="0" presId="urn:microsoft.com/office/officeart/2005/8/layout/vList4"/>
    <dgm:cxn modelId="{0113471C-66F6-9E49-8990-73D5E6D82C53}" type="presParOf" srcId="{A61DF0FF-CD27-364B-B31E-7E257B39005C}" destId="{B3C389F8-9469-B54A-BF8A-BA3243BA17FC}" srcOrd="0" destOrd="0" presId="urn:microsoft.com/office/officeart/2005/8/layout/vList4"/>
    <dgm:cxn modelId="{864C5E9C-A5F2-E249-93EB-CF6F98F18F2D}" type="presParOf" srcId="{A61DF0FF-CD27-364B-B31E-7E257B39005C}" destId="{975AAEFF-9A67-4F4F-A36A-293779A3C287}" srcOrd="1" destOrd="0" presId="urn:microsoft.com/office/officeart/2005/8/layout/vList4"/>
    <dgm:cxn modelId="{6C7AD43B-AB37-B04E-8B02-60FBBAA361B0}" type="presParOf" srcId="{A61DF0FF-CD27-364B-B31E-7E257B39005C}" destId="{DBA9DF54-F194-2140-86E5-05BEC54E9529}" srcOrd="2" destOrd="0" presId="urn:microsoft.com/office/officeart/2005/8/layout/vList4"/>
    <dgm:cxn modelId="{1A5AFB47-77F4-FA42-995D-0F1F82B74DBB}" type="presParOf" srcId="{17B501C2-5D6C-A549-BC12-5FD5A30D6935}" destId="{033E1D2F-A249-EB4D-BDFB-174BDFD352B8}" srcOrd="3" destOrd="0" presId="urn:microsoft.com/office/officeart/2005/8/layout/vList4"/>
    <dgm:cxn modelId="{35A36C7D-4FBE-D747-BAE8-15B6ADAF2F6A}" type="presParOf" srcId="{17B501C2-5D6C-A549-BC12-5FD5A30D6935}" destId="{604439D0-C048-484E-8789-811431EF8313}" srcOrd="4" destOrd="0" presId="urn:microsoft.com/office/officeart/2005/8/layout/vList4"/>
    <dgm:cxn modelId="{C44489DD-75C2-8E40-9DEC-3BB345549D47}" type="presParOf" srcId="{604439D0-C048-484E-8789-811431EF8313}" destId="{C7587839-BDA9-1E48-B6FF-449B9EF91ABD}" srcOrd="0" destOrd="0" presId="urn:microsoft.com/office/officeart/2005/8/layout/vList4"/>
    <dgm:cxn modelId="{8835385F-4553-9440-BBAD-255D30AF4E7E}" type="presParOf" srcId="{604439D0-C048-484E-8789-811431EF8313}" destId="{7E36C594-E933-F94C-A7D1-B09A95C3C645}" srcOrd="1" destOrd="0" presId="urn:microsoft.com/office/officeart/2005/8/layout/vList4"/>
    <dgm:cxn modelId="{75008D8C-678C-FE4B-AEE7-35ECCBA997CE}" type="presParOf" srcId="{604439D0-C048-484E-8789-811431EF8313}" destId="{CB698A08-4AAD-024A-8E33-7F617AA7F2E1}" srcOrd="2" destOrd="0" presId="urn:microsoft.com/office/officeart/2005/8/layout/vList4"/>
    <dgm:cxn modelId="{D9B1E237-5DCC-B44A-AC1F-CC513B1316B8}" type="presParOf" srcId="{17B501C2-5D6C-A549-BC12-5FD5A30D6935}" destId="{C6D5CCBE-6E86-644A-8703-5479B22CC895}" srcOrd="5" destOrd="0" presId="urn:microsoft.com/office/officeart/2005/8/layout/vList4"/>
    <dgm:cxn modelId="{1B0810D9-C3BD-4C48-B58C-10B68BF886D4}" type="presParOf" srcId="{17B501C2-5D6C-A549-BC12-5FD5A30D6935}" destId="{4FD2E3C4-9009-5D4E-91A9-CA9C8A6702CC}" srcOrd="6" destOrd="0" presId="urn:microsoft.com/office/officeart/2005/8/layout/vList4"/>
    <dgm:cxn modelId="{5FA779C7-EBF7-5749-AD51-6982A859201D}" type="presParOf" srcId="{4FD2E3C4-9009-5D4E-91A9-CA9C8A6702CC}" destId="{6ED4FA22-41BB-4445-9BEC-BF2FD910FF98}" srcOrd="0" destOrd="0" presId="urn:microsoft.com/office/officeart/2005/8/layout/vList4"/>
    <dgm:cxn modelId="{8A031DFA-B4E7-1C4A-B513-D1A224FD0FE0}" type="presParOf" srcId="{4FD2E3C4-9009-5D4E-91A9-CA9C8A6702CC}" destId="{35CC3814-190C-F144-8F35-EBD1BDAD38FB}" srcOrd="1" destOrd="0" presId="urn:microsoft.com/office/officeart/2005/8/layout/vList4"/>
    <dgm:cxn modelId="{B2B46F66-5ACA-D546-B459-C2235CCFFE66}" type="presParOf" srcId="{4FD2E3C4-9009-5D4E-91A9-CA9C8A6702CC}" destId="{E4E222C1-D962-A545-9EE4-AF924548E97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ACDBC8-4934-4C3F-8673-A4DB668CAB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3C95F7-CE83-48E1-82BD-7D6796D48327}">
      <dgm:prSet/>
      <dgm:spPr/>
      <dgm:t>
        <a:bodyPr/>
        <a:lstStyle/>
        <a:p>
          <a:r>
            <a:rPr lang="en-US"/>
            <a:t>Efficiency</a:t>
          </a:r>
        </a:p>
      </dgm:t>
    </dgm:pt>
    <dgm:pt modelId="{F797D7F7-0605-42ED-80D1-9D070DAED1D8}" type="parTrans" cxnId="{6C331050-54B8-407C-8661-D96A869DF2B6}">
      <dgm:prSet/>
      <dgm:spPr/>
      <dgm:t>
        <a:bodyPr/>
        <a:lstStyle/>
        <a:p>
          <a:endParaRPr lang="en-US"/>
        </a:p>
      </dgm:t>
    </dgm:pt>
    <dgm:pt modelId="{0D5F8C70-4EA2-40BC-ABA6-C96388A8E5A8}" type="sibTrans" cxnId="{6C331050-54B8-407C-8661-D96A869DF2B6}">
      <dgm:prSet/>
      <dgm:spPr/>
      <dgm:t>
        <a:bodyPr/>
        <a:lstStyle/>
        <a:p>
          <a:endParaRPr lang="en-US"/>
        </a:p>
      </dgm:t>
    </dgm:pt>
    <dgm:pt modelId="{2146E7B5-C2CD-4D93-8430-89E5489F7F44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Read, write, modify designs</a:t>
          </a:r>
        </a:p>
      </dgm:t>
    </dgm:pt>
    <dgm:pt modelId="{1CD83BDD-73F0-440F-8618-9CC586FAE0A3}" type="parTrans" cxnId="{6CFE3B9A-A675-4FDC-96FF-15E7B0409202}">
      <dgm:prSet/>
      <dgm:spPr/>
      <dgm:t>
        <a:bodyPr/>
        <a:lstStyle/>
        <a:p>
          <a:endParaRPr lang="en-US"/>
        </a:p>
      </dgm:t>
    </dgm:pt>
    <dgm:pt modelId="{C45CB8D2-7D81-42F0-AAC9-260BBADE1FF0}" type="sibTrans" cxnId="{6CFE3B9A-A675-4FDC-96FF-15E7B0409202}">
      <dgm:prSet/>
      <dgm:spPr/>
      <dgm:t>
        <a:bodyPr/>
        <a:lstStyle/>
        <a:p>
          <a:endParaRPr lang="en-US"/>
        </a:p>
      </dgm:t>
    </dgm:pt>
    <dgm:pt modelId="{3A203AF2-9E11-4625-B72D-267A025FFDA4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Only provide detail in areas of interest</a:t>
          </a:r>
        </a:p>
      </dgm:t>
    </dgm:pt>
    <dgm:pt modelId="{8DBC72D3-0EB8-4CD8-906E-520186A339A0}" type="parTrans" cxnId="{68FD72C4-3420-40CC-9704-94BAC60A02EE}">
      <dgm:prSet/>
      <dgm:spPr/>
      <dgm:t>
        <a:bodyPr/>
        <a:lstStyle/>
        <a:p>
          <a:endParaRPr lang="en-US"/>
        </a:p>
      </dgm:t>
    </dgm:pt>
    <dgm:pt modelId="{4A1712CC-D22B-4C20-B66A-1EFA2AC79ACE}" type="sibTrans" cxnId="{68FD72C4-3420-40CC-9704-94BAC60A02EE}">
      <dgm:prSet/>
      <dgm:spPr/>
      <dgm:t>
        <a:bodyPr/>
        <a:lstStyle/>
        <a:p>
          <a:endParaRPr lang="en-US"/>
        </a:p>
      </dgm:t>
    </dgm:pt>
    <dgm:pt modelId="{B9F240B6-D4DF-42B3-8175-19A072AF2CFA}">
      <dgm:prSet/>
      <dgm:spPr/>
      <dgm:t>
        <a:bodyPr/>
        <a:lstStyle/>
        <a:p>
          <a:r>
            <a:rPr lang="en-US"/>
            <a:t>Expressivity</a:t>
          </a:r>
        </a:p>
      </dgm:t>
    </dgm:pt>
    <dgm:pt modelId="{1EE39CDA-6A4E-488C-B169-B410FC36F498}" type="parTrans" cxnId="{9B18B56D-77D0-4CE7-94CF-10B20FC792E4}">
      <dgm:prSet/>
      <dgm:spPr/>
      <dgm:t>
        <a:bodyPr/>
        <a:lstStyle/>
        <a:p>
          <a:endParaRPr lang="en-US"/>
        </a:p>
      </dgm:t>
    </dgm:pt>
    <dgm:pt modelId="{DF971665-3B1F-4B68-8966-478771ABD027}" type="sibTrans" cxnId="{9B18B56D-77D0-4CE7-94CF-10B20FC792E4}">
      <dgm:prSet/>
      <dgm:spPr/>
      <dgm:t>
        <a:bodyPr/>
        <a:lstStyle/>
        <a:p>
          <a:endParaRPr lang="en-US"/>
        </a:p>
      </dgm:t>
    </dgm:pt>
    <dgm:pt modelId="{D1EE4CEE-BAC1-4180-9C56-31D693E84055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Do not compromise on designer’s explicit control of hardware</a:t>
          </a:r>
        </a:p>
      </dgm:t>
    </dgm:pt>
    <dgm:pt modelId="{113A9746-53B1-48AC-B69B-3A5656D2DDB2}" type="parTrans" cxnId="{B8319AB4-6117-4848-A6EE-5CB158164A27}">
      <dgm:prSet/>
      <dgm:spPr/>
      <dgm:t>
        <a:bodyPr/>
        <a:lstStyle/>
        <a:p>
          <a:endParaRPr lang="en-US"/>
        </a:p>
      </dgm:t>
    </dgm:pt>
    <dgm:pt modelId="{2F00CA1A-DE04-4923-AADD-2EEF8AF8C0BC}" type="sibTrans" cxnId="{B8319AB4-6117-4848-A6EE-5CB158164A27}">
      <dgm:prSet/>
      <dgm:spPr/>
      <dgm:t>
        <a:bodyPr/>
        <a:lstStyle/>
        <a:p>
          <a:endParaRPr lang="en-US"/>
        </a:p>
      </dgm:t>
    </dgm:pt>
    <dgm:pt modelId="{C5B15E73-119D-4E89-95ED-F336E0906F26}">
      <dgm:prSet/>
      <dgm:spPr/>
      <dgm:t>
        <a:bodyPr/>
        <a:lstStyle/>
        <a:p>
          <a:r>
            <a:rPr lang="en-US"/>
            <a:t>Extensibility</a:t>
          </a:r>
        </a:p>
      </dgm:t>
    </dgm:pt>
    <dgm:pt modelId="{37299A1F-DC01-4442-A622-D006EF2517A5}" type="parTrans" cxnId="{9227F50C-9EDE-4C86-8E61-91F0620002C2}">
      <dgm:prSet/>
      <dgm:spPr/>
      <dgm:t>
        <a:bodyPr/>
        <a:lstStyle/>
        <a:p>
          <a:endParaRPr lang="en-US"/>
        </a:p>
      </dgm:t>
    </dgm:pt>
    <dgm:pt modelId="{0841F91F-2EBA-4AA3-BE7C-4FB181336AF2}" type="sibTrans" cxnId="{9227F50C-9EDE-4C86-8E61-91F0620002C2}">
      <dgm:prSet/>
      <dgm:spPr/>
      <dgm:t>
        <a:bodyPr/>
        <a:lstStyle/>
        <a:p>
          <a:endParaRPr lang="en-US"/>
        </a:p>
      </dgm:t>
    </dgm:pt>
    <dgm:pt modelId="{AA3F9729-9B8F-41B0-9037-33690D2DD15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Custom tooling, reusable logic</a:t>
          </a:r>
        </a:p>
      </dgm:t>
    </dgm:pt>
    <dgm:pt modelId="{1B99220C-E70D-4E83-BEDF-BF479765BB90}" type="parTrans" cxnId="{3EEAC12C-E92B-45C1-9071-AC2172F4ECCA}">
      <dgm:prSet/>
      <dgm:spPr/>
      <dgm:t>
        <a:bodyPr/>
        <a:lstStyle/>
        <a:p>
          <a:endParaRPr lang="en-US"/>
        </a:p>
      </dgm:t>
    </dgm:pt>
    <dgm:pt modelId="{A891BA5E-40DC-4A48-9812-F4A753D02775}" type="sibTrans" cxnId="{3EEAC12C-E92B-45C1-9071-AC2172F4ECCA}">
      <dgm:prSet/>
      <dgm:spPr/>
      <dgm:t>
        <a:bodyPr/>
        <a:lstStyle/>
        <a:p>
          <a:endParaRPr lang="en-US"/>
        </a:p>
      </dgm:t>
    </dgm:pt>
    <dgm:pt modelId="{0436263D-F2E9-9842-8BD2-B0D0B5486B64}" type="pres">
      <dgm:prSet presAssocID="{51ACDBC8-4934-4C3F-8673-A4DB668CAB00}" presName="linear" presStyleCnt="0">
        <dgm:presLayoutVars>
          <dgm:dir/>
          <dgm:animLvl val="lvl"/>
          <dgm:resizeHandles val="exact"/>
        </dgm:presLayoutVars>
      </dgm:prSet>
      <dgm:spPr/>
    </dgm:pt>
    <dgm:pt modelId="{EFAC70A3-629D-984F-AED8-35A4FE1E9725}" type="pres">
      <dgm:prSet presAssocID="{F93C95F7-CE83-48E1-82BD-7D6796D48327}" presName="parentLin" presStyleCnt="0"/>
      <dgm:spPr/>
    </dgm:pt>
    <dgm:pt modelId="{11C6EB13-A90C-9648-99DE-33E3B8609A23}" type="pres">
      <dgm:prSet presAssocID="{F93C95F7-CE83-48E1-82BD-7D6796D48327}" presName="parentLeftMargin" presStyleLbl="node1" presStyleIdx="0" presStyleCnt="3"/>
      <dgm:spPr/>
    </dgm:pt>
    <dgm:pt modelId="{B8EAB4B1-194E-9B4B-B996-599210565DBA}" type="pres">
      <dgm:prSet presAssocID="{F93C95F7-CE83-48E1-82BD-7D6796D483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103DF-522E-2B4B-B62C-1ABAD033342F}" type="pres">
      <dgm:prSet presAssocID="{F93C95F7-CE83-48E1-82BD-7D6796D48327}" presName="negativeSpace" presStyleCnt="0"/>
      <dgm:spPr/>
    </dgm:pt>
    <dgm:pt modelId="{8DBF048A-2E4B-524D-9E5A-95DAF67BB3D6}" type="pres">
      <dgm:prSet presAssocID="{F93C95F7-CE83-48E1-82BD-7D6796D48327}" presName="childText" presStyleLbl="conFgAcc1" presStyleIdx="0" presStyleCnt="3">
        <dgm:presLayoutVars>
          <dgm:bulletEnabled val="1"/>
        </dgm:presLayoutVars>
      </dgm:prSet>
      <dgm:spPr/>
    </dgm:pt>
    <dgm:pt modelId="{4F75EEFC-8D16-5748-ABBE-8A15DFA34636}" type="pres">
      <dgm:prSet presAssocID="{0D5F8C70-4EA2-40BC-ABA6-C96388A8E5A8}" presName="spaceBetweenRectangles" presStyleCnt="0"/>
      <dgm:spPr/>
    </dgm:pt>
    <dgm:pt modelId="{2F238CF7-9EAA-1F4F-ACAA-113116983109}" type="pres">
      <dgm:prSet presAssocID="{B9F240B6-D4DF-42B3-8175-19A072AF2CFA}" presName="parentLin" presStyleCnt="0"/>
      <dgm:spPr/>
    </dgm:pt>
    <dgm:pt modelId="{299FB265-D99D-EB42-ABBC-EA2FA05C3316}" type="pres">
      <dgm:prSet presAssocID="{B9F240B6-D4DF-42B3-8175-19A072AF2CFA}" presName="parentLeftMargin" presStyleLbl="node1" presStyleIdx="0" presStyleCnt="3"/>
      <dgm:spPr/>
    </dgm:pt>
    <dgm:pt modelId="{DBD80CEB-8343-E94C-B819-7308885C3A4A}" type="pres">
      <dgm:prSet presAssocID="{B9F240B6-D4DF-42B3-8175-19A072AF2C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92DC15-9512-0749-B51C-9079CFD548C7}" type="pres">
      <dgm:prSet presAssocID="{B9F240B6-D4DF-42B3-8175-19A072AF2CFA}" presName="negativeSpace" presStyleCnt="0"/>
      <dgm:spPr/>
    </dgm:pt>
    <dgm:pt modelId="{9877A039-7528-B846-A309-3118E1AC015C}" type="pres">
      <dgm:prSet presAssocID="{B9F240B6-D4DF-42B3-8175-19A072AF2CFA}" presName="childText" presStyleLbl="conFgAcc1" presStyleIdx="1" presStyleCnt="3">
        <dgm:presLayoutVars>
          <dgm:bulletEnabled val="1"/>
        </dgm:presLayoutVars>
      </dgm:prSet>
      <dgm:spPr/>
    </dgm:pt>
    <dgm:pt modelId="{2CFAE686-3400-A245-A040-7469B925EAAB}" type="pres">
      <dgm:prSet presAssocID="{DF971665-3B1F-4B68-8966-478771ABD027}" presName="spaceBetweenRectangles" presStyleCnt="0"/>
      <dgm:spPr/>
    </dgm:pt>
    <dgm:pt modelId="{193003D6-5AD0-CE47-B159-9E54D9EA816B}" type="pres">
      <dgm:prSet presAssocID="{C5B15E73-119D-4E89-95ED-F336E0906F26}" presName="parentLin" presStyleCnt="0"/>
      <dgm:spPr/>
    </dgm:pt>
    <dgm:pt modelId="{04B624C1-5665-3448-9F39-522EBFB89A37}" type="pres">
      <dgm:prSet presAssocID="{C5B15E73-119D-4E89-95ED-F336E0906F26}" presName="parentLeftMargin" presStyleLbl="node1" presStyleIdx="1" presStyleCnt="3"/>
      <dgm:spPr/>
    </dgm:pt>
    <dgm:pt modelId="{E48CAAF0-F9FD-694C-923D-2B6F68908C44}" type="pres">
      <dgm:prSet presAssocID="{C5B15E73-119D-4E89-95ED-F336E090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278CA8-5EA5-1D48-883D-895A75782BFF}" type="pres">
      <dgm:prSet presAssocID="{C5B15E73-119D-4E89-95ED-F336E0906F26}" presName="negativeSpace" presStyleCnt="0"/>
      <dgm:spPr/>
    </dgm:pt>
    <dgm:pt modelId="{8A811A52-C164-1D4A-A17C-5F50760C0C5B}" type="pres">
      <dgm:prSet presAssocID="{C5B15E73-119D-4E89-95ED-F336E0906F2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29DA0B-F547-4C45-ACF8-1C361CE35F39}" type="presOf" srcId="{B9F240B6-D4DF-42B3-8175-19A072AF2CFA}" destId="{DBD80CEB-8343-E94C-B819-7308885C3A4A}" srcOrd="1" destOrd="0" presId="urn:microsoft.com/office/officeart/2005/8/layout/list1"/>
    <dgm:cxn modelId="{9227F50C-9EDE-4C86-8E61-91F0620002C2}" srcId="{51ACDBC8-4934-4C3F-8673-A4DB668CAB00}" destId="{C5B15E73-119D-4E89-95ED-F336E0906F26}" srcOrd="2" destOrd="0" parTransId="{37299A1F-DC01-4442-A622-D006EF2517A5}" sibTransId="{0841F91F-2EBA-4AA3-BE7C-4FB181336AF2}"/>
    <dgm:cxn modelId="{5A65710F-BC9E-9F44-93E4-5AD0D83ED93B}" type="presOf" srcId="{51ACDBC8-4934-4C3F-8673-A4DB668CAB00}" destId="{0436263D-F2E9-9842-8BD2-B0D0B5486B64}" srcOrd="0" destOrd="0" presId="urn:microsoft.com/office/officeart/2005/8/layout/list1"/>
    <dgm:cxn modelId="{3EEAC12C-E92B-45C1-9071-AC2172F4ECCA}" srcId="{C5B15E73-119D-4E89-95ED-F336E0906F26}" destId="{AA3F9729-9B8F-41B0-9037-33690D2DD158}" srcOrd="0" destOrd="0" parTransId="{1B99220C-E70D-4E83-BEDF-BF479765BB90}" sibTransId="{A891BA5E-40DC-4A48-9812-F4A753D02775}"/>
    <dgm:cxn modelId="{B948F42D-02B5-AF44-BDEF-71D73E1FEAA9}" type="presOf" srcId="{B9F240B6-D4DF-42B3-8175-19A072AF2CFA}" destId="{299FB265-D99D-EB42-ABBC-EA2FA05C3316}" srcOrd="0" destOrd="0" presId="urn:microsoft.com/office/officeart/2005/8/layout/list1"/>
    <dgm:cxn modelId="{9CB3DA36-5B89-4949-82A1-95C8C7876D54}" type="presOf" srcId="{3A203AF2-9E11-4625-B72D-267A025FFDA4}" destId="{8DBF048A-2E4B-524D-9E5A-95DAF67BB3D6}" srcOrd="0" destOrd="1" presId="urn:microsoft.com/office/officeart/2005/8/layout/list1"/>
    <dgm:cxn modelId="{F0676A3A-B318-C34B-8151-B9998D508AF7}" type="presOf" srcId="{C5B15E73-119D-4E89-95ED-F336E0906F26}" destId="{04B624C1-5665-3448-9F39-522EBFB89A37}" srcOrd="0" destOrd="0" presId="urn:microsoft.com/office/officeart/2005/8/layout/list1"/>
    <dgm:cxn modelId="{DF18A25E-3F80-C744-8266-C9C58E4325AF}" type="presOf" srcId="{F93C95F7-CE83-48E1-82BD-7D6796D48327}" destId="{11C6EB13-A90C-9648-99DE-33E3B8609A23}" srcOrd="0" destOrd="0" presId="urn:microsoft.com/office/officeart/2005/8/layout/list1"/>
    <dgm:cxn modelId="{80C5286C-31F1-DD48-8FD5-733EDD951B7C}" type="presOf" srcId="{D1EE4CEE-BAC1-4180-9C56-31D693E84055}" destId="{9877A039-7528-B846-A309-3118E1AC015C}" srcOrd="0" destOrd="0" presId="urn:microsoft.com/office/officeart/2005/8/layout/list1"/>
    <dgm:cxn modelId="{9B18B56D-77D0-4CE7-94CF-10B20FC792E4}" srcId="{51ACDBC8-4934-4C3F-8673-A4DB668CAB00}" destId="{B9F240B6-D4DF-42B3-8175-19A072AF2CFA}" srcOrd="1" destOrd="0" parTransId="{1EE39CDA-6A4E-488C-B169-B410FC36F498}" sibTransId="{DF971665-3B1F-4B68-8966-478771ABD027}"/>
    <dgm:cxn modelId="{6C331050-54B8-407C-8661-D96A869DF2B6}" srcId="{51ACDBC8-4934-4C3F-8673-A4DB668CAB00}" destId="{F93C95F7-CE83-48E1-82BD-7D6796D48327}" srcOrd="0" destOrd="0" parTransId="{F797D7F7-0605-42ED-80D1-9D070DAED1D8}" sibTransId="{0D5F8C70-4EA2-40BC-ABA6-C96388A8E5A8}"/>
    <dgm:cxn modelId="{FAEA4071-76B6-B242-AD77-93F35343B0B9}" type="presOf" srcId="{F93C95F7-CE83-48E1-82BD-7D6796D48327}" destId="{B8EAB4B1-194E-9B4B-B996-599210565DBA}" srcOrd="1" destOrd="0" presId="urn:microsoft.com/office/officeart/2005/8/layout/list1"/>
    <dgm:cxn modelId="{26922B8D-05D2-F14D-88E6-062E6E8737C9}" type="presOf" srcId="{2146E7B5-C2CD-4D93-8430-89E5489F7F44}" destId="{8DBF048A-2E4B-524D-9E5A-95DAF67BB3D6}" srcOrd="0" destOrd="0" presId="urn:microsoft.com/office/officeart/2005/8/layout/list1"/>
    <dgm:cxn modelId="{5499B494-EB80-044B-84CF-20801502F31E}" type="presOf" srcId="{C5B15E73-119D-4E89-95ED-F336E0906F26}" destId="{E48CAAF0-F9FD-694C-923D-2B6F68908C44}" srcOrd="1" destOrd="0" presId="urn:microsoft.com/office/officeart/2005/8/layout/list1"/>
    <dgm:cxn modelId="{6CFE3B9A-A675-4FDC-96FF-15E7B0409202}" srcId="{F93C95F7-CE83-48E1-82BD-7D6796D48327}" destId="{2146E7B5-C2CD-4D93-8430-89E5489F7F44}" srcOrd="0" destOrd="0" parTransId="{1CD83BDD-73F0-440F-8618-9CC586FAE0A3}" sibTransId="{C45CB8D2-7D81-42F0-AAC9-260BBADE1FF0}"/>
    <dgm:cxn modelId="{B8319AB4-6117-4848-A6EE-5CB158164A27}" srcId="{B9F240B6-D4DF-42B3-8175-19A072AF2CFA}" destId="{D1EE4CEE-BAC1-4180-9C56-31D693E84055}" srcOrd="0" destOrd="0" parTransId="{113A9746-53B1-48AC-B69B-3A5656D2DDB2}" sibTransId="{2F00CA1A-DE04-4923-AADD-2EEF8AF8C0BC}"/>
    <dgm:cxn modelId="{76BB29BD-8EAE-7D40-A90D-18E29845515F}" type="presOf" srcId="{AA3F9729-9B8F-41B0-9037-33690D2DD158}" destId="{8A811A52-C164-1D4A-A17C-5F50760C0C5B}" srcOrd="0" destOrd="0" presId="urn:microsoft.com/office/officeart/2005/8/layout/list1"/>
    <dgm:cxn modelId="{68FD72C4-3420-40CC-9704-94BAC60A02EE}" srcId="{F93C95F7-CE83-48E1-82BD-7D6796D48327}" destId="{3A203AF2-9E11-4625-B72D-267A025FFDA4}" srcOrd="1" destOrd="0" parTransId="{8DBC72D3-0EB8-4CD8-906E-520186A339A0}" sibTransId="{4A1712CC-D22B-4C20-B66A-1EFA2AC79ACE}"/>
    <dgm:cxn modelId="{7FA61999-9011-3347-B8EE-D3681F4DC926}" type="presParOf" srcId="{0436263D-F2E9-9842-8BD2-B0D0B5486B64}" destId="{EFAC70A3-629D-984F-AED8-35A4FE1E9725}" srcOrd="0" destOrd="0" presId="urn:microsoft.com/office/officeart/2005/8/layout/list1"/>
    <dgm:cxn modelId="{9784E1B4-F135-D04A-9EFA-D166C0A10AF2}" type="presParOf" srcId="{EFAC70A3-629D-984F-AED8-35A4FE1E9725}" destId="{11C6EB13-A90C-9648-99DE-33E3B8609A23}" srcOrd="0" destOrd="0" presId="urn:microsoft.com/office/officeart/2005/8/layout/list1"/>
    <dgm:cxn modelId="{760B734D-C509-6B43-8A1E-4398C3131CA5}" type="presParOf" srcId="{EFAC70A3-629D-984F-AED8-35A4FE1E9725}" destId="{B8EAB4B1-194E-9B4B-B996-599210565DBA}" srcOrd="1" destOrd="0" presId="urn:microsoft.com/office/officeart/2005/8/layout/list1"/>
    <dgm:cxn modelId="{E99B1EC7-7B1B-3D4C-9ACE-8BCF4B784F55}" type="presParOf" srcId="{0436263D-F2E9-9842-8BD2-B0D0B5486B64}" destId="{137103DF-522E-2B4B-B62C-1ABAD033342F}" srcOrd="1" destOrd="0" presId="urn:microsoft.com/office/officeart/2005/8/layout/list1"/>
    <dgm:cxn modelId="{05B7347B-85EF-B240-9E69-D545BD411D7C}" type="presParOf" srcId="{0436263D-F2E9-9842-8BD2-B0D0B5486B64}" destId="{8DBF048A-2E4B-524D-9E5A-95DAF67BB3D6}" srcOrd="2" destOrd="0" presId="urn:microsoft.com/office/officeart/2005/8/layout/list1"/>
    <dgm:cxn modelId="{94CF832A-84FE-1240-9FF9-78121A8AAE2E}" type="presParOf" srcId="{0436263D-F2E9-9842-8BD2-B0D0B5486B64}" destId="{4F75EEFC-8D16-5748-ABBE-8A15DFA34636}" srcOrd="3" destOrd="0" presId="urn:microsoft.com/office/officeart/2005/8/layout/list1"/>
    <dgm:cxn modelId="{03205499-C0F8-5D45-8FB7-EE4E6CA3D4E2}" type="presParOf" srcId="{0436263D-F2E9-9842-8BD2-B0D0B5486B64}" destId="{2F238CF7-9EAA-1F4F-ACAA-113116983109}" srcOrd="4" destOrd="0" presId="urn:microsoft.com/office/officeart/2005/8/layout/list1"/>
    <dgm:cxn modelId="{82F45062-34E5-424E-A4BF-3A5D532C1273}" type="presParOf" srcId="{2F238CF7-9EAA-1F4F-ACAA-113116983109}" destId="{299FB265-D99D-EB42-ABBC-EA2FA05C3316}" srcOrd="0" destOrd="0" presId="urn:microsoft.com/office/officeart/2005/8/layout/list1"/>
    <dgm:cxn modelId="{E5D97157-B1AC-CD4C-8744-4C23CABAA270}" type="presParOf" srcId="{2F238CF7-9EAA-1F4F-ACAA-113116983109}" destId="{DBD80CEB-8343-E94C-B819-7308885C3A4A}" srcOrd="1" destOrd="0" presId="urn:microsoft.com/office/officeart/2005/8/layout/list1"/>
    <dgm:cxn modelId="{0846E52D-F984-F447-8885-0E5886423565}" type="presParOf" srcId="{0436263D-F2E9-9842-8BD2-B0D0B5486B64}" destId="{1392DC15-9512-0749-B51C-9079CFD548C7}" srcOrd="5" destOrd="0" presId="urn:microsoft.com/office/officeart/2005/8/layout/list1"/>
    <dgm:cxn modelId="{9C0247AB-63D3-0644-8D6D-A90D43D96A88}" type="presParOf" srcId="{0436263D-F2E9-9842-8BD2-B0D0B5486B64}" destId="{9877A039-7528-B846-A309-3118E1AC015C}" srcOrd="6" destOrd="0" presId="urn:microsoft.com/office/officeart/2005/8/layout/list1"/>
    <dgm:cxn modelId="{DF85D1FA-7E1C-E24C-ADD5-2BCBDAC70D78}" type="presParOf" srcId="{0436263D-F2E9-9842-8BD2-B0D0B5486B64}" destId="{2CFAE686-3400-A245-A040-7469B925EAAB}" srcOrd="7" destOrd="0" presId="urn:microsoft.com/office/officeart/2005/8/layout/list1"/>
    <dgm:cxn modelId="{652AF9A6-6E79-0643-B7EE-BB3E5BA7E452}" type="presParOf" srcId="{0436263D-F2E9-9842-8BD2-B0D0B5486B64}" destId="{193003D6-5AD0-CE47-B159-9E54D9EA816B}" srcOrd="8" destOrd="0" presId="urn:microsoft.com/office/officeart/2005/8/layout/list1"/>
    <dgm:cxn modelId="{7DD92F5C-2B06-E04C-BB70-3993AC4DA28A}" type="presParOf" srcId="{193003D6-5AD0-CE47-B159-9E54D9EA816B}" destId="{04B624C1-5665-3448-9F39-522EBFB89A37}" srcOrd="0" destOrd="0" presId="urn:microsoft.com/office/officeart/2005/8/layout/list1"/>
    <dgm:cxn modelId="{4CBE4374-70A8-5E48-90E3-594272B1EF3A}" type="presParOf" srcId="{193003D6-5AD0-CE47-B159-9E54D9EA816B}" destId="{E48CAAF0-F9FD-694C-923D-2B6F68908C44}" srcOrd="1" destOrd="0" presId="urn:microsoft.com/office/officeart/2005/8/layout/list1"/>
    <dgm:cxn modelId="{CD3658EA-8A63-B840-AFF6-7A43C1B2D747}" type="presParOf" srcId="{0436263D-F2E9-9842-8BD2-B0D0B5486B64}" destId="{65278CA8-5EA5-1D48-883D-895A75782BFF}" srcOrd="9" destOrd="0" presId="urn:microsoft.com/office/officeart/2005/8/layout/list1"/>
    <dgm:cxn modelId="{9697AFEF-12B7-3F41-AEDE-A05C1655723A}" type="presParOf" srcId="{0436263D-F2E9-9842-8BD2-B0D0B5486B64}" destId="{8A811A52-C164-1D4A-A17C-5F50760C0C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ACDBC8-4934-4C3F-8673-A4DB668CAB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3C95F7-CE83-48E1-82BD-7D6796D48327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1" dirty="0"/>
            <a:t>Efficiency</a:t>
          </a:r>
        </a:p>
      </dgm:t>
    </dgm:pt>
    <dgm:pt modelId="{F797D7F7-0605-42ED-80D1-9D070DAED1D8}" type="parTrans" cxnId="{6C331050-54B8-407C-8661-D96A869DF2B6}">
      <dgm:prSet/>
      <dgm:spPr/>
      <dgm:t>
        <a:bodyPr/>
        <a:lstStyle/>
        <a:p>
          <a:endParaRPr lang="en-US"/>
        </a:p>
      </dgm:t>
    </dgm:pt>
    <dgm:pt modelId="{0D5F8C70-4EA2-40BC-ABA6-C96388A8E5A8}" type="sibTrans" cxnId="{6C331050-54B8-407C-8661-D96A869DF2B6}">
      <dgm:prSet/>
      <dgm:spPr/>
      <dgm:t>
        <a:bodyPr/>
        <a:lstStyle/>
        <a:p>
          <a:endParaRPr lang="en-US"/>
        </a:p>
      </dgm:t>
    </dgm:pt>
    <dgm:pt modelId="{2146E7B5-C2CD-4D93-8430-89E5489F7F4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Read, write, modify designs</a:t>
          </a:r>
        </a:p>
      </dgm:t>
    </dgm:pt>
    <dgm:pt modelId="{1CD83BDD-73F0-440F-8618-9CC586FAE0A3}" type="parTrans" cxnId="{6CFE3B9A-A675-4FDC-96FF-15E7B0409202}">
      <dgm:prSet/>
      <dgm:spPr/>
      <dgm:t>
        <a:bodyPr/>
        <a:lstStyle/>
        <a:p>
          <a:endParaRPr lang="en-US"/>
        </a:p>
      </dgm:t>
    </dgm:pt>
    <dgm:pt modelId="{C45CB8D2-7D81-42F0-AAC9-260BBADE1FF0}" type="sibTrans" cxnId="{6CFE3B9A-A675-4FDC-96FF-15E7B0409202}">
      <dgm:prSet/>
      <dgm:spPr/>
      <dgm:t>
        <a:bodyPr/>
        <a:lstStyle/>
        <a:p>
          <a:endParaRPr lang="en-US"/>
        </a:p>
      </dgm:t>
    </dgm:pt>
    <dgm:pt modelId="{3A203AF2-9E11-4625-B72D-267A025FFDA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Only provide detail in areas of interest</a:t>
          </a:r>
        </a:p>
      </dgm:t>
    </dgm:pt>
    <dgm:pt modelId="{8DBC72D3-0EB8-4CD8-906E-520186A339A0}" type="parTrans" cxnId="{68FD72C4-3420-40CC-9704-94BAC60A02EE}">
      <dgm:prSet/>
      <dgm:spPr/>
      <dgm:t>
        <a:bodyPr/>
        <a:lstStyle/>
        <a:p>
          <a:endParaRPr lang="en-US"/>
        </a:p>
      </dgm:t>
    </dgm:pt>
    <dgm:pt modelId="{4A1712CC-D22B-4C20-B66A-1EFA2AC79ACE}" type="sibTrans" cxnId="{68FD72C4-3420-40CC-9704-94BAC60A02EE}">
      <dgm:prSet/>
      <dgm:spPr/>
      <dgm:t>
        <a:bodyPr/>
        <a:lstStyle/>
        <a:p>
          <a:endParaRPr lang="en-US"/>
        </a:p>
      </dgm:t>
    </dgm:pt>
    <dgm:pt modelId="{B9F240B6-D4DF-42B3-8175-19A072AF2CFA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>
              <a:solidFill>
                <a:schemeClr val="bg1">
                  <a:lumMod val="85000"/>
                </a:schemeClr>
              </a:solidFill>
            </a:rPr>
            <a:t>Expressivity</a:t>
          </a:r>
        </a:p>
      </dgm:t>
    </dgm:pt>
    <dgm:pt modelId="{1EE39CDA-6A4E-488C-B169-B410FC36F498}" type="parTrans" cxnId="{9B18B56D-77D0-4CE7-94CF-10B20FC792E4}">
      <dgm:prSet/>
      <dgm:spPr/>
      <dgm:t>
        <a:bodyPr/>
        <a:lstStyle/>
        <a:p>
          <a:endParaRPr lang="en-US"/>
        </a:p>
      </dgm:t>
    </dgm:pt>
    <dgm:pt modelId="{DF971665-3B1F-4B68-8966-478771ABD027}" type="sibTrans" cxnId="{9B18B56D-77D0-4CE7-94CF-10B20FC792E4}">
      <dgm:prSet/>
      <dgm:spPr/>
      <dgm:t>
        <a:bodyPr/>
        <a:lstStyle/>
        <a:p>
          <a:endParaRPr lang="en-US"/>
        </a:p>
      </dgm:t>
    </dgm:pt>
    <dgm:pt modelId="{D1EE4CEE-BAC1-4180-9C56-31D693E84055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Do not compromise on designer’s explicit control of hardware</a:t>
          </a:r>
        </a:p>
      </dgm:t>
    </dgm:pt>
    <dgm:pt modelId="{113A9746-53B1-48AC-B69B-3A5656D2DDB2}" type="parTrans" cxnId="{B8319AB4-6117-4848-A6EE-5CB158164A27}">
      <dgm:prSet/>
      <dgm:spPr/>
      <dgm:t>
        <a:bodyPr/>
        <a:lstStyle/>
        <a:p>
          <a:endParaRPr lang="en-US"/>
        </a:p>
      </dgm:t>
    </dgm:pt>
    <dgm:pt modelId="{2F00CA1A-DE04-4923-AADD-2EEF8AF8C0BC}" type="sibTrans" cxnId="{B8319AB4-6117-4848-A6EE-5CB158164A27}">
      <dgm:prSet/>
      <dgm:spPr/>
      <dgm:t>
        <a:bodyPr/>
        <a:lstStyle/>
        <a:p>
          <a:endParaRPr lang="en-US"/>
        </a:p>
      </dgm:t>
    </dgm:pt>
    <dgm:pt modelId="{C5B15E73-119D-4E89-95ED-F336E0906F26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>
              <a:solidFill>
                <a:schemeClr val="bg1">
                  <a:lumMod val="85000"/>
                </a:schemeClr>
              </a:solidFill>
            </a:rPr>
            <a:t>Extensibility</a:t>
          </a:r>
        </a:p>
      </dgm:t>
    </dgm:pt>
    <dgm:pt modelId="{37299A1F-DC01-4442-A622-D006EF2517A5}" type="parTrans" cxnId="{9227F50C-9EDE-4C86-8E61-91F0620002C2}">
      <dgm:prSet/>
      <dgm:spPr/>
      <dgm:t>
        <a:bodyPr/>
        <a:lstStyle/>
        <a:p>
          <a:endParaRPr lang="en-US"/>
        </a:p>
      </dgm:t>
    </dgm:pt>
    <dgm:pt modelId="{0841F91F-2EBA-4AA3-BE7C-4FB181336AF2}" type="sibTrans" cxnId="{9227F50C-9EDE-4C86-8E61-91F0620002C2}">
      <dgm:prSet/>
      <dgm:spPr/>
      <dgm:t>
        <a:bodyPr/>
        <a:lstStyle/>
        <a:p>
          <a:endParaRPr lang="en-US"/>
        </a:p>
      </dgm:t>
    </dgm:pt>
    <dgm:pt modelId="{AA3F9729-9B8F-41B0-9037-33690D2DD15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Custom tooling, reusable logic</a:t>
          </a:r>
        </a:p>
      </dgm:t>
    </dgm:pt>
    <dgm:pt modelId="{1B99220C-E70D-4E83-BEDF-BF479765BB90}" type="parTrans" cxnId="{3EEAC12C-E92B-45C1-9071-AC2172F4ECCA}">
      <dgm:prSet/>
      <dgm:spPr/>
      <dgm:t>
        <a:bodyPr/>
        <a:lstStyle/>
        <a:p>
          <a:endParaRPr lang="en-US"/>
        </a:p>
      </dgm:t>
    </dgm:pt>
    <dgm:pt modelId="{A891BA5E-40DC-4A48-9812-F4A753D02775}" type="sibTrans" cxnId="{3EEAC12C-E92B-45C1-9071-AC2172F4ECCA}">
      <dgm:prSet/>
      <dgm:spPr/>
      <dgm:t>
        <a:bodyPr/>
        <a:lstStyle/>
        <a:p>
          <a:endParaRPr lang="en-US"/>
        </a:p>
      </dgm:t>
    </dgm:pt>
    <dgm:pt modelId="{0436263D-F2E9-9842-8BD2-B0D0B5486B64}" type="pres">
      <dgm:prSet presAssocID="{51ACDBC8-4934-4C3F-8673-A4DB668CAB00}" presName="linear" presStyleCnt="0">
        <dgm:presLayoutVars>
          <dgm:dir/>
          <dgm:animLvl val="lvl"/>
          <dgm:resizeHandles val="exact"/>
        </dgm:presLayoutVars>
      </dgm:prSet>
      <dgm:spPr/>
    </dgm:pt>
    <dgm:pt modelId="{EFAC70A3-629D-984F-AED8-35A4FE1E9725}" type="pres">
      <dgm:prSet presAssocID="{F93C95F7-CE83-48E1-82BD-7D6796D48327}" presName="parentLin" presStyleCnt="0"/>
      <dgm:spPr/>
    </dgm:pt>
    <dgm:pt modelId="{11C6EB13-A90C-9648-99DE-33E3B8609A23}" type="pres">
      <dgm:prSet presAssocID="{F93C95F7-CE83-48E1-82BD-7D6796D48327}" presName="parentLeftMargin" presStyleLbl="node1" presStyleIdx="0" presStyleCnt="3"/>
      <dgm:spPr/>
    </dgm:pt>
    <dgm:pt modelId="{B8EAB4B1-194E-9B4B-B996-599210565DBA}" type="pres">
      <dgm:prSet presAssocID="{F93C95F7-CE83-48E1-82BD-7D6796D483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103DF-522E-2B4B-B62C-1ABAD033342F}" type="pres">
      <dgm:prSet presAssocID="{F93C95F7-CE83-48E1-82BD-7D6796D48327}" presName="negativeSpace" presStyleCnt="0"/>
      <dgm:spPr/>
    </dgm:pt>
    <dgm:pt modelId="{8DBF048A-2E4B-524D-9E5A-95DAF67BB3D6}" type="pres">
      <dgm:prSet presAssocID="{F93C95F7-CE83-48E1-82BD-7D6796D48327}" presName="childText" presStyleLbl="conFgAcc1" presStyleIdx="0" presStyleCnt="3">
        <dgm:presLayoutVars>
          <dgm:bulletEnabled val="1"/>
        </dgm:presLayoutVars>
      </dgm:prSet>
      <dgm:spPr/>
    </dgm:pt>
    <dgm:pt modelId="{4F75EEFC-8D16-5748-ABBE-8A15DFA34636}" type="pres">
      <dgm:prSet presAssocID="{0D5F8C70-4EA2-40BC-ABA6-C96388A8E5A8}" presName="spaceBetweenRectangles" presStyleCnt="0"/>
      <dgm:spPr/>
    </dgm:pt>
    <dgm:pt modelId="{2F238CF7-9EAA-1F4F-ACAA-113116983109}" type="pres">
      <dgm:prSet presAssocID="{B9F240B6-D4DF-42B3-8175-19A072AF2CFA}" presName="parentLin" presStyleCnt="0"/>
      <dgm:spPr/>
    </dgm:pt>
    <dgm:pt modelId="{299FB265-D99D-EB42-ABBC-EA2FA05C3316}" type="pres">
      <dgm:prSet presAssocID="{B9F240B6-D4DF-42B3-8175-19A072AF2CFA}" presName="parentLeftMargin" presStyleLbl="node1" presStyleIdx="0" presStyleCnt="3"/>
      <dgm:spPr/>
    </dgm:pt>
    <dgm:pt modelId="{DBD80CEB-8343-E94C-B819-7308885C3A4A}" type="pres">
      <dgm:prSet presAssocID="{B9F240B6-D4DF-42B3-8175-19A072AF2C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92DC15-9512-0749-B51C-9079CFD548C7}" type="pres">
      <dgm:prSet presAssocID="{B9F240B6-D4DF-42B3-8175-19A072AF2CFA}" presName="negativeSpace" presStyleCnt="0"/>
      <dgm:spPr/>
    </dgm:pt>
    <dgm:pt modelId="{9877A039-7528-B846-A309-3118E1AC015C}" type="pres">
      <dgm:prSet presAssocID="{B9F240B6-D4DF-42B3-8175-19A072AF2CFA}" presName="childText" presStyleLbl="conFgAcc1" presStyleIdx="1" presStyleCnt="3">
        <dgm:presLayoutVars>
          <dgm:bulletEnabled val="1"/>
        </dgm:presLayoutVars>
      </dgm:prSet>
      <dgm:spPr/>
    </dgm:pt>
    <dgm:pt modelId="{2CFAE686-3400-A245-A040-7469B925EAAB}" type="pres">
      <dgm:prSet presAssocID="{DF971665-3B1F-4B68-8966-478771ABD027}" presName="spaceBetweenRectangles" presStyleCnt="0"/>
      <dgm:spPr/>
    </dgm:pt>
    <dgm:pt modelId="{193003D6-5AD0-CE47-B159-9E54D9EA816B}" type="pres">
      <dgm:prSet presAssocID="{C5B15E73-119D-4E89-95ED-F336E0906F26}" presName="parentLin" presStyleCnt="0"/>
      <dgm:spPr/>
    </dgm:pt>
    <dgm:pt modelId="{04B624C1-5665-3448-9F39-522EBFB89A37}" type="pres">
      <dgm:prSet presAssocID="{C5B15E73-119D-4E89-95ED-F336E0906F26}" presName="parentLeftMargin" presStyleLbl="node1" presStyleIdx="1" presStyleCnt="3"/>
      <dgm:spPr/>
    </dgm:pt>
    <dgm:pt modelId="{E48CAAF0-F9FD-694C-923D-2B6F68908C44}" type="pres">
      <dgm:prSet presAssocID="{C5B15E73-119D-4E89-95ED-F336E090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278CA8-5EA5-1D48-883D-895A75782BFF}" type="pres">
      <dgm:prSet presAssocID="{C5B15E73-119D-4E89-95ED-F336E0906F26}" presName="negativeSpace" presStyleCnt="0"/>
      <dgm:spPr/>
    </dgm:pt>
    <dgm:pt modelId="{8A811A52-C164-1D4A-A17C-5F50760C0C5B}" type="pres">
      <dgm:prSet presAssocID="{C5B15E73-119D-4E89-95ED-F336E0906F2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29DA0B-F547-4C45-ACF8-1C361CE35F39}" type="presOf" srcId="{B9F240B6-D4DF-42B3-8175-19A072AF2CFA}" destId="{DBD80CEB-8343-E94C-B819-7308885C3A4A}" srcOrd="1" destOrd="0" presId="urn:microsoft.com/office/officeart/2005/8/layout/list1"/>
    <dgm:cxn modelId="{9227F50C-9EDE-4C86-8E61-91F0620002C2}" srcId="{51ACDBC8-4934-4C3F-8673-A4DB668CAB00}" destId="{C5B15E73-119D-4E89-95ED-F336E0906F26}" srcOrd="2" destOrd="0" parTransId="{37299A1F-DC01-4442-A622-D006EF2517A5}" sibTransId="{0841F91F-2EBA-4AA3-BE7C-4FB181336AF2}"/>
    <dgm:cxn modelId="{5A65710F-BC9E-9F44-93E4-5AD0D83ED93B}" type="presOf" srcId="{51ACDBC8-4934-4C3F-8673-A4DB668CAB00}" destId="{0436263D-F2E9-9842-8BD2-B0D0B5486B64}" srcOrd="0" destOrd="0" presId="urn:microsoft.com/office/officeart/2005/8/layout/list1"/>
    <dgm:cxn modelId="{3EEAC12C-E92B-45C1-9071-AC2172F4ECCA}" srcId="{C5B15E73-119D-4E89-95ED-F336E0906F26}" destId="{AA3F9729-9B8F-41B0-9037-33690D2DD158}" srcOrd="0" destOrd="0" parTransId="{1B99220C-E70D-4E83-BEDF-BF479765BB90}" sibTransId="{A891BA5E-40DC-4A48-9812-F4A753D02775}"/>
    <dgm:cxn modelId="{B948F42D-02B5-AF44-BDEF-71D73E1FEAA9}" type="presOf" srcId="{B9F240B6-D4DF-42B3-8175-19A072AF2CFA}" destId="{299FB265-D99D-EB42-ABBC-EA2FA05C3316}" srcOrd="0" destOrd="0" presId="urn:microsoft.com/office/officeart/2005/8/layout/list1"/>
    <dgm:cxn modelId="{9CB3DA36-5B89-4949-82A1-95C8C7876D54}" type="presOf" srcId="{3A203AF2-9E11-4625-B72D-267A025FFDA4}" destId="{8DBF048A-2E4B-524D-9E5A-95DAF67BB3D6}" srcOrd="0" destOrd="1" presId="urn:microsoft.com/office/officeart/2005/8/layout/list1"/>
    <dgm:cxn modelId="{F0676A3A-B318-C34B-8151-B9998D508AF7}" type="presOf" srcId="{C5B15E73-119D-4E89-95ED-F336E0906F26}" destId="{04B624C1-5665-3448-9F39-522EBFB89A37}" srcOrd="0" destOrd="0" presId="urn:microsoft.com/office/officeart/2005/8/layout/list1"/>
    <dgm:cxn modelId="{DF18A25E-3F80-C744-8266-C9C58E4325AF}" type="presOf" srcId="{F93C95F7-CE83-48E1-82BD-7D6796D48327}" destId="{11C6EB13-A90C-9648-99DE-33E3B8609A23}" srcOrd="0" destOrd="0" presId="urn:microsoft.com/office/officeart/2005/8/layout/list1"/>
    <dgm:cxn modelId="{80C5286C-31F1-DD48-8FD5-733EDD951B7C}" type="presOf" srcId="{D1EE4CEE-BAC1-4180-9C56-31D693E84055}" destId="{9877A039-7528-B846-A309-3118E1AC015C}" srcOrd="0" destOrd="0" presId="urn:microsoft.com/office/officeart/2005/8/layout/list1"/>
    <dgm:cxn modelId="{9B18B56D-77D0-4CE7-94CF-10B20FC792E4}" srcId="{51ACDBC8-4934-4C3F-8673-A4DB668CAB00}" destId="{B9F240B6-D4DF-42B3-8175-19A072AF2CFA}" srcOrd="1" destOrd="0" parTransId="{1EE39CDA-6A4E-488C-B169-B410FC36F498}" sibTransId="{DF971665-3B1F-4B68-8966-478771ABD027}"/>
    <dgm:cxn modelId="{6C331050-54B8-407C-8661-D96A869DF2B6}" srcId="{51ACDBC8-4934-4C3F-8673-A4DB668CAB00}" destId="{F93C95F7-CE83-48E1-82BD-7D6796D48327}" srcOrd="0" destOrd="0" parTransId="{F797D7F7-0605-42ED-80D1-9D070DAED1D8}" sibTransId="{0D5F8C70-4EA2-40BC-ABA6-C96388A8E5A8}"/>
    <dgm:cxn modelId="{FAEA4071-76B6-B242-AD77-93F35343B0B9}" type="presOf" srcId="{F93C95F7-CE83-48E1-82BD-7D6796D48327}" destId="{B8EAB4B1-194E-9B4B-B996-599210565DBA}" srcOrd="1" destOrd="0" presId="urn:microsoft.com/office/officeart/2005/8/layout/list1"/>
    <dgm:cxn modelId="{26922B8D-05D2-F14D-88E6-062E6E8737C9}" type="presOf" srcId="{2146E7B5-C2CD-4D93-8430-89E5489F7F44}" destId="{8DBF048A-2E4B-524D-9E5A-95DAF67BB3D6}" srcOrd="0" destOrd="0" presId="urn:microsoft.com/office/officeart/2005/8/layout/list1"/>
    <dgm:cxn modelId="{5499B494-EB80-044B-84CF-20801502F31E}" type="presOf" srcId="{C5B15E73-119D-4E89-95ED-F336E0906F26}" destId="{E48CAAF0-F9FD-694C-923D-2B6F68908C44}" srcOrd="1" destOrd="0" presId="urn:microsoft.com/office/officeart/2005/8/layout/list1"/>
    <dgm:cxn modelId="{6CFE3B9A-A675-4FDC-96FF-15E7B0409202}" srcId="{F93C95F7-CE83-48E1-82BD-7D6796D48327}" destId="{2146E7B5-C2CD-4D93-8430-89E5489F7F44}" srcOrd="0" destOrd="0" parTransId="{1CD83BDD-73F0-440F-8618-9CC586FAE0A3}" sibTransId="{C45CB8D2-7D81-42F0-AAC9-260BBADE1FF0}"/>
    <dgm:cxn modelId="{B8319AB4-6117-4848-A6EE-5CB158164A27}" srcId="{B9F240B6-D4DF-42B3-8175-19A072AF2CFA}" destId="{D1EE4CEE-BAC1-4180-9C56-31D693E84055}" srcOrd="0" destOrd="0" parTransId="{113A9746-53B1-48AC-B69B-3A5656D2DDB2}" sibTransId="{2F00CA1A-DE04-4923-AADD-2EEF8AF8C0BC}"/>
    <dgm:cxn modelId="{76BB29BD-8EAE-7D40-A90D-18E29845515F}" type="presOf" srcId="{AA3F9729-9B8F-41B0-9037-33690D2DD158}" destId="{8A811A52-C164-1D4A-A17C-5F50760C0C5B}" srcOrd="0" destOrd="0" presId="urn:microsoft.com/office/officeart/2005/8/layout/list1"/>
    <dgm:cxn modelId="{68FD72C4-3420-40CC-9704-94BAC60A02EE}" srcId="{F93C95F7-CE83-48E1-82BD-7D6796D48327}" destId="{3A203AF2-9E11-4625-B72D-267A025FFDA4}" srcOrd="1" destOrd="0" parTransId="{8DBC72D3-0EB8-4CD8-906E-520186A339A0}" sibTransId="{4A1712CC-D22B-4C20-B66A-1EFA2AC79ACE}"/>
    <dgm:cxn modelId="{7FA61999-9011-3347-B8EE-D3681F4DC926}" type="presParOf" srcId="{0436263D-F2E9-9842-8BD2-B0D0B5486B64}" destId="{EFAC70A3-629D-984F-AED8-35A4FE1E9725}" srcOrd="0" destOrd="0" presId="urn:microsoft.com/office/officeart/2005/8/layout/list1"/>
    <dgm:cxn modelId="{9784E1B4-F135-D04A-9EFA-D166C0A10AF2}" type="presParOf" srcId="{EFAC70A3-629D-984F-AED8-35A4FE1E9725}" destId="{11C6EB13-A90C-9648-99DE-33E3B8609A23}" srcOrd="0" destOrd="0" presId="urn:microsoft.com/office/officeart/2005/8/layout/list1"/>
    <dgm:cxn modelId="{760B734D-C509-6B43-8A1E-4398C3131CA5}" type="presParOf" srcId="{EFAC70A3-629D-984F-AED8-35A4FE1E9725}" destId="{B8EAB4B1-194E-9B4B-B996-599210565DBA}" srcOrd="1" destOrd="0" presId="urn:microsoft.com/office/officeart/2005/8/layout/list1"/>
    <dgm:cxn modelId="{E99B1EC7-7B1B-3D4C-9ACE-8BCF4B784F55}" type="presParOf" srcId="{0436263D-F2E9-9842-8BD2-B0D0B5486B64}" destId="{137103DF-522E-2B4B-B62C-1ABAD033342F}" srcOrd="1" destOrd="0" presId="urn:microsoft.com/office/officeart/2005/8/layout/list1"/>
    <dgm:cxn modelId="{05B7347B-85EF-B240-9E69-D545BD411D7C}" type="presParOf" srcId="{0436263D-F2E9-9842-8BD2-B0D0B5486B64}" destId="{8DBF048A-2E4B-524D-9E5A-95DAF67BB3D6}" srcOrd="2" destOrd="0" presId="urn:microsoft.com/office/officeart/2005/8/layout/list1"/>
    <dgm:cxn modelId="{94CF832A-84FE-1240-9FF9-78121A8AAE2E}" type="presParOf" srcId="{0436263D-F2E9-9842-8BD2-B0D0B5486B64}" destId="{4F75EEFC-8D16-5748-ABBE-8A15DFA34636}" srcOrd="3" destOrd="0" presId="urn:microsoft.com/office/officeart/2005/8/layout/list1"/>
    <dgm:cxn modelId="{03205499-C0F8-5D45-8FB7-EE4E6CA3D4E2}" type="presParOf" srcId="{0436263D-F2E9-9842-8BD2-B0D0B5486B64}" destId="{2F238CF7-9EAA-1F4F-ACAA-113116983109}" srcOrd="4" destOrd="0" presId="urn:microsoft.com/office/officeart/2005/8/layout/list1"/>
    <dgm:cxn modelId="{82F45062-34E5-424E-A4BF-3A5D532C1273}" type="presParOf" srcId="{2F238CF7-9EAA-1F4F-ACAA-113116983109}" destId="{299FB265-D99D-EB42-ABBC-EA2FA05C3316}" srcOrd="0" destOrd="0" presId="urn:microsoft.com/office/officeart/2005/8/layout/list1"/>
    <dgm:cxn modelId="{E5D97157-B1AC-CD4C-8744-4C23CABAA270}" type="presParOf" srcId="{2F238CF7-9EAA-1F4F-ACAA-113116983109}" destId="{DBD80CEB-8343-E94C-B819-7308885C3A4A}" srcOrd="1" destOrd="0" presId="urn:microsoft.com/office/officeart/2005/8/layout/list1"/>
    <dgm:cxn modelId="{0846E52D-F984-F447-8885-0E5886423565}" type="presParOf" srcId="{0436263D-F2E9-9842-8BD2-B0D0B5486B64}" destId="{1392DC15-9512-0749-B51C-9079CFD548C7}" srcOrd="5" destOrd="0" presId="urn:microsoft.com/office/officeart/2005/8/layout/list1"/>
    <dgm:cxn modelId="{9C0247AB-63D3-0644-8D6D-A90D43D96A88}" type="presParOf" srcId="{0436263D-F2E9-9842-8BD2-B0D0B5486B64}" destId="{9877A039-7528-B846-A309-3118E1AC015C}" srcOrd="6" destOrd="0" presId="urn:microsoft.com/office/officeart/2005/8/layout/list1"/>
    <dgm:cxn modelId="{DF85D1FA-7E1C-E24C-ADD5-2BCBDAC70D78}" type="presParOf" srcId="{0436263D-F2E9-9842-8BD2-B0D0B5486B64}" destId="{2CFAE686-3400-A245-A040-7469B925EAAB}" srcOrd="7" destOrd="0" presId="urn:microsoft.com/office/officeart/2005/8/layout/list1"/>
    <dgm:cxn modelId="{652AF9A6-6E79-0643-B7EE-BB3E5BA7E452}" type="presParOf" srcId="{0436263D-F2E9-9842-8BD2-B0D0B5486B64}" destId="{193003D6-5AD0-CE47-B159-9E54D9EA816B}" srcOrd="8" destOrd="0" presId="urn:microsoft.com/office/officeart/2005/8/layout/list1"/>
    <dgm:cxn modelId="{7DD92F5C-2B06-E04C-BB70-3993AC4DA28A}" type="presParOf" srcId="{193003D6-5AD0-CE47-B159-9E54D9EA816B}" destId="{04B624C1-5665-3448-9F39-522EBFB89A37}" srcOrd="0" destOrd="0" presId="urn:microsoft.com/office/officeart/2005/8/layout/list1"/>
    <dgm:cxn modelId="{4CBE4374-70A8-5E48-90E3-594272B1EF3A}" type="presParOf" srcId="{193003D6-5AD0-CE47-B159-9E54D9EA816B}" destId="{E48CAAF0-F9FD-694C-923D-2B6F68908C44}" srcOrd="1" destOrd="0" presId="urn:microsoft.com/office/officeart/2005/8/layout/list1"/>
    <dgm:cxn modelId="{CD3658EA-8A63-B840-AFF6-7A43C1B2D747}" type="presParOf" srcId="{0436263D-F2E9-9842-8BD2-B0D0B5486B64}" destId="{65278CA8-5EA5-1D48-883D-895A75782BFF}" srcOrd="9" destOrd="0" presId="urn:microsoft.com/office/officeart/2005/8/layout/list1"/>
    <dgm:cxn modelId="{9697AFEF-12B7-3F41-AEDE-A05C1655723A}" type="presParOf" srcId="{0436263D-F2E9-9842-8BD2-B0D0B5486B64}" destId="{8A811A52-C164-1D4A-A17C-5F50760C0C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ACDBC8-4934-4C3F-8673-A4DB668CAB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3C95F7-CE83-48E1-82BD-7D6796D48327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accent2">
                  <a:lumMod val="40000"/>
                  <a:lumOff val="60000"/>
                </a:schemeClr>
              </a:solidFill>
            </a:rPr>
            <a:t>Efficiency</a:t>
          </a:r>
        </a:p>
      </dgm:t>
    </dgm:pt>
    <dgm:pt modelId="{F797D7F7-0605-42ED-80D1-9D070DAED1D8}" type="parTrans" cxnId="{6C331050-54B8-407C-8661-D96A869DF2B6}">
      <dgm:prSet/>
      <dgm:spPr/>
      <dgm:t>
        <a:bodyPr/>
        <a:lstStyle/>
        <a:p>
          <a:endParaRPr lang="en-US"/>
        </a:p>
      </dgm:t>
    </dgm:pt>
    <dgm:pt modelId="{0D5F8C70-4EA2-40BC-ABA6-C96388A8E5A8}" type="sibTrans" cxnId="{6C331050-54B8-407C-8661-D96A869DF2B6}">
      <dgm:prSet/>
      <dgm:spPr/>
      <dgm:t>
        <a:bodyPr/>
        <a:lstStyle/>
        <a:p>
          <a:endParaRPr lang="en-US"/>
        </a:p>
      </dgm:t>
    </dgm:pt>
    <dgm:pt modelId="{2146E7B5-C2CD-4D93-8430-89E5489F7F4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Read, write, modify designs</a:t>
          </a:r>
        </a:p>
      </dgm:t>
    </dgm:pt>
    <dgm:pt modelId="{1CD83BDD-73F0-440F-8618-9CC586FAE0A3}" type="parTrans" cxnId="{6CFE3B9A-A675-4FDC-96FF-15E7B0409202}">
      <dgm:prSet/>
      <dgm:spPr/>
      <dgm:t>
        <a:bodyPr/>
        <a:lstStyle/>
        <a:p>
          <a:endParaRPr lang="en-US"/>
        </a:p>
      </dgm:t>
    </dgm:pt>
    <dgm:pt modelId="{C45CB8D2-7D81-42F0-AAC9-260BBADE1FF0}" type="sibTrans" cxnId="{6CFE3B9A-A675-4FDC-96FF-15E7B0409202}">
      <dgm:prSet/>
      <dgm:spPr/>
      <dgm:t>
        <a:bodyPr/>
        <a:lstStyle/>
        <a:p>
          <a:endParaRPr lang="en-US"/>
        </a:p>
      </dgm:t>
    </dgm:pt>
    <dgm:pt modelId="{3A203AF2-9E11-4625-B72D-267A025FFDA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Only provide detail in areas of interest</a:t>
          </a:r>
        </a:p>
      </dgm:t>
    </dgm:pt>
    <dgm:pt modelId="{8DBC72D3-0EB8-4CD8-906E-520186A339A0}" type="parTrans" cxnId="{68FD72C4-3420-40CC-9704-94BAC60A02EE}">
      <dgm:prSet/>
      <dgm:spPr/>
      <dgm:t>
        <a:bodyPr/>
        <a:lstStyle/>
        <a:p>
          <a:endParaRPr lang="en-US"/>
        </a:p>
      </dgm:t>
    </dgm:pt>
    <dgm:pt modelId="{4A1712CC-D22B-4C20-B66A-1EFA2AC79ACE}" type="sibTrans" cxnId="{68FD72C4-3420-40CC-9704-94BAC60A02EE}">
      <dgm:prSet/>
      <dgm:spPr/>
      <dgm:t>
        <a:bodyPr/>
        <a:lstStyle/>
        <a:p>
          <a:endParaRPr lang="en-US"/>
        </a:p>
      </dgm:t>
    </dgm:pt>
    <dgm:pt modelId="{B9F240B6-D4DF-42B3-8175-19A072AF2CFA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b="1" dirty="0"/>
            <a:t>Expressivity</a:t>
          </a:r>
        </a:p>
      </dgm:t>
    </dgm:pt>
    <dgm:pt modelId="{1EE39CDA-6A4E-488C-B169-B410FC36F498}" type="parTrans" cxnId="{9B18B56D-77D0-4CE7-94CF-10B20FC792E4}">
      <dgm:prSet/>
      <dgm:spPr/>
      <dgm:t>
        <a:bodyPr/>
        <a:lstStyle/>
        <a:p>
          <a:endParaRPr lang="en-US"/>
        </a:p>
      </dgm:t>
    </dgm:pt>
    <dgm:pt modelId="{DF971665-3B1F-4B68-8966-478771ABD027}" type="sibTrans" cxnId="{9B18B56D-77D0-4CE7-94CF-10B20FC792E4}">
      <dgm:prSet/>
      <dgm:spPr/>
      <dgm:t>
        <a:bodyPr/>
        <a:lstStyle/>
        <a:p>
          <a:endParaRPr lang="en-US"/>
        </a:p>
      </dgm:t>
    </dgm:pt>
    <dgm:pt modelId="{D1EE4CEE-BAC1-4180-9C56-31D693E84055}">
      <dgm:prSet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/>
            <a:t>Do not compromise on designer’s explicit control of hardware</a:t>
          </a:r>
        </a:p>
      </dgm:t>
    </dgm:pt>
    <dgm:pt modelId="{113A9746-53B1-48AC-B69B-3A5656D2DDB2}" type="parTrans" cxnId="{B8319AB4-6117-4848-A6EE-5CB158164A27}">
      <dgm:prSet/>
      <dgm:spPr/>
      <dgm:t>
        <a:bodyPr/>
        <a:lstStyle/>
        <a:p>
          <a:endParaRPr lang="en-US"/>
        </a:p>
      </dgm:t>
    </dgm:pt>
    <dgm:pt modelId="{2F00CA1A-DE04-4923-AADD-2EEF8AF8C0BC}" type="sibTrans" cxnId="{B8319AB4-6117-4848-A6EE-5CB158164A27}">
      <dgm:prSet/>
      <dgm:spPr/>
      <dgm:t>
        <a:bodyPr/>
        <a:lstStyle/>
        <a:p>
          <a:endParaRPr lang="en-US"/>
        </a:p>
      </dgm:t>
    </dgm:pt>
    <dgm:pt modelId="{C5B15E73-119D-4E89-95ED-F336E0906F26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>
              <a:solidFill>
                <a:schemeClr val="bg1">
                  <a:lumMod val="85000"/>
                </a:schemeClr>
              </a:solidFill>
            </a:rPr>
            <a:t>Extensibility</a:t>
          </a:r>
        </a:p>
      </dgm:t>
    </dgm:pt>
    <dgm:pt modelId="{37299A1F-DC01-4442-A622-D006EF2517A5}" type="parTrans" cxnId="{9227F50C-9EDE-4C86-8E61-91F0620002C2}">
      <dgm:prSet/>
      <dgm:spPr/>
      <dgm:t>
        <a:bodyPr/>
        <a:lstStyle/>
        <a:p>
          <a:endParaRPr lang="en-US"/>
        </a:p>
      </dgm:t>
    </dgm:pt>
    <dgm:pt modelId="{0841F91F-2EBA-4AA3-BE7C-4FB181336AF2}" type="sibTrans" cxnId="{9227F50C-9EDE-4C86-8E61-91F0620002C2}">
      <dgm:prSet/>
      <dgm:spPr/>
      <dgm:t>
        <a:bodyPr/>
        <a:lstStyle/>
        <a:p>
          <a:endParaRPr lang="en-US"/>
        </a:p>
      </dgm:t>
    </dgm:pt>
    <dgm:pt modelId="{AA3F9729-9B8F-41B0-9037-33690D2DD158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/>
            <a:t>Custom tooling, reusable logic</a:t>
          </a:r>
        </a:p>
      </dgm:t>
    </dgm:pt>
    <dgm:pt modelId="{1B99220C-E70D-4E83-BEDF-BF479765BB90}" type="parTrans" cxnId="{3EEAC12C-E92B-45C1-9071-AC2172F4ECCA}">
      <dgm:prSet/>
      <dgm:spPr/>
      <dgm:t>
        <a:bodyPr/>
        <a:lstStyle/>
        <a:p>
          <a:endParaRPr lang="en-US"/>
        </a:p>
      </dgm:t>
    </dgm:pt>
    <dgm:pt modelId="{A891BA5E-40DC-4A48-9812-F4A753D02775}" type="sibTrans" cxnId="{3EEAC12C-E92B-45C1-9071-AC2172F4ECCA}">
      <dgm:prSet/>
      <dgm:spPr/>
      <dgm:t>
        <a:bodyPr/>
        <a:lstStyle/>
        <a:p>
          <a:endParaRPr lang="en-US"/>
        </a:p>
      </dgm:t>
    </dgm:pt>
    <dgm:pt modelId="{0436263D-F2E9-9842-8BD2-B0D0B5486B64}" type="pres">
      <dgm:prSet presAssocID="{51ACDBC8-4934-4C3F-8673-A4DB668CAB00}" presName="linear" presStyleCnt="0">
        <dgm:presLayoutVars>
          <dgm:dir/>
          <dgm:animLvl val="lvl"/>
          <dgm:resizeHandles val="exact"/>
        </dgm:presLayoutVars>
      </dgm:prSet>
      <dgm:spPr/>
    </dgm:pt>
    <dgm:pt modelId="{EFAC70A3-629D-984F-AED8-35A4FE1E9725}" type="pres">
      <dgm:prSet presAssocID="{F93C95F7-CE83-48E1-82BD-7D6796D48327}" presName="parentLin" presStyleCnt="0"/>
      <dgm:spPr/>
    </dgm:pt>
    <dgm:pt modelId="{11C6EB13-A90C-9648-99DE-33E3B8609A23}" type="pres">
      <dgm:prSet presAssocID="{F93C95F7-CE83-48E1-82BD-7D6796D48327}" presName="parentLeftMargin" presStyleLbl="node1" presStyleIdx="0" presStyleCnt="3"/>
      <dgm:spPr/>
    </dgm:pt>
    <dgm:pt modelId="{B8EAB4B1-194E-9B4B-B996-599210565DBA}" type="pres">
      <dgm:prSet presAssocID="{F93C95F7-CE83-48E1-82BD-7D6796D483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103DF-522E-2B4B-B62C-1ABAD033342F}" type="pres">
      <dgm:prSet presAssocID="{F93C95F7-CE83-48E1-82BD-7D6796D48327}" presName="negativeSpace" presStyleCnt="0"/>
      <dgm:spPr/>
    </dgm:pt>
    <dgm:pt modelId="{8DBF048A-2E4B-524D-9E5A-95DAF67BB3D6}" type="pres">
      <dgm:prSet presAssocID="{F93C95F7-CE83-48E1-82BD-7D6796D48327}" presName="childText" presStyleLbl="conFgAcc1" presStyleIdx="0" presStyleCnt="3">
        <dgm:presLayoutVars>
          <dgm:bulletEnabled val="1"/>
        </dgm:presLayoutVars>
      </dgm:prSet>
      <dgm:spPr/>
    </dgm:pt>
    <dgm:pt modelId="{4F75EEFC-8D16-5748-ABBE-8A15DFA34636}" type="pres">
      <dgm:prSet presAssocID="{0D5F8C70-4EA2-40BC-ABA6-C96388A8E5A8}" presName="spaceBetweenRectangles" presStyleCnt="0"/>
      <dgm:spPr/>
    </dgm:pt>
    <dgm:pt modelId="{2F238CF7-9EAA-1F4F-ACAA-113116983109}" type="pres">
      <dgm:prSet presAssocID="{B9F240B6-D4DF-42B3-8175-19A072AF2CFA}" presName="parentLin" presStyleCnt="0"/>
      <dgm:spPr/>
    </dgm:pt>
    <dgm:pt modelId="{299FB265-D99D-EB42-ABBC-EA2FA05C3316}" type="pres">
      <dgm:prSet presAssocID="{B9F240B6-D4DF-42B3-8175-19A072AF2CFA}" presName="parentLeftMargin" presStyleLbl="node1" presStyleIdx="0" presStyleCnt="3"/>
      <dgm:spPr/>
    </dgm:pt>
    <dgm:pt modelId="{DBD80CEB-8343-E94C-B819-7308885C3A4A}" type="pres">
      <dgm:prSet presAssocID="{B9F240B6-D4DF-42B3-8175-19A072AF2C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92DC15-9512-0749-B51C-9079CFD548C7}" type="pres">
      <dgm:prSet presAssocID="{B9F240B6-D4DF-42B3-8175-19A072AF2CFA}" presName="negativeSpace" presStyleCnt="0"/>
      <dgm:spPr/>
    </dgm:pt>
    <dgm:pt modelId="{9877A039-7528-B846-A309-3118E1AC015C}" type="pres">
      <dgm:prSet presAssocID="{B9F240B6-D4DF-42B3-8175-19A072AF2CFA}" presName="childText" presStyleLbl="conFgAcc1" presStyleIdx="1" presStyleCnt="3">
        <dgm:presLayoutVars>
          <dgm:bulletEnabled val="1"/>
        </dgm:presLayoutVars>
      </dgm:prSet>
      <dgm:spPr/>
    </dgm:pt>
    <dgm:pt modelId="{2CFAE686-3400-A245-A040-7469B925EAAB}" type="pres">
      <dgm:prSet presAssocID="{DF971665-3B1F-4B68-8966-478771ABD027}" presName="spaceBetweenRectangles" presStyleCnt="0"/>
      <dgm:spPr/>
    </dgm:pt>
    <dgm:pt modelId="{193003D6-5AD0-CE47-B159-9E54D9EA816B}" type="pres">
      <dgm:prSet presAssocID="{C5B15E73-119D-4E89-95ED-F336E0906F26}" presName="parentLin" presStyleCnt="0"/>
      <dgm:spPr/>
    </dgm:pt>
    <dgm:pt modelId="{04B624C1-5665-3448-9F39-522EBFB89A37}" type="pres">
      <dgm:prSet presAssocID="{C5B15E73-119D-4E89-95ED-F336E0906F26}" presName="parentLeftMargin" presStyleLbl="node1" presStyleIdx="1" presStyleCnt="3"/>
      <dgm:spPr/>
    </dgm:pt>
    <dgm:pt modelId="{E48CAAF0-F9FD-694C-923D-2B6F68908C44}" type="pres">
      <dgm:prSet presAssocID="{C5B15E73-119D-4E89-95ED-F336E090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278CA8-5EA5-1D48-883D-895A75782BFF}" type="pres">
      <dgm:prSet presAssocID="{C5B15E73-119D-4E89-95ED-F336E0906F26}" presName="negativeSpace" presStyleCnt="0"/>
      <dgm:spPr/>
    </dgm:pt>
    <dgm:pt modelId="{8A811A52-C164-1D4A-A17C-5F50760C0C5B}" type="pres">
      <dgm:prSet presAssocID="{C5B15E73-119D-4E89-95ED-F336E0906F2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29DA0B-F547-4C45-ACF8-1C361CE35F39}" type="presOf" srcId="{B9F240B6-D4DF-42B3-8175-19A072AF2CFA}" destId="{DBD80CEB-8343-E94C-B819-7308885C3A4A}" srcOrd="1" destOrd="0" presId="urn:microsoft.com/office/officeart/2005/8/layout/list1"/>
    <dgm:cxn modelId="{9227F50C-9EDE-4C86-8E61-91F0620002C2}" srcId="{51ACDBC8-4934-4C3F-8673-A4DB668CAB00}" destId="{C5B15E73-119D-4E89-95ED-F336E0906F26}" srcOrd="2" destOrd="0" parTransId="{37299A1F-DC01-4442-A622-D006EF2517A5}" sibTransId="{0841F91F-2EBA-4AA3-BE7C-4FB181336AF2}"/>
    <dgm:cxn modelId="{5A65710F-BC9E-9F44-93E4-5AD0D83ED93B}" type="presOf" srcId="{51ACDBC8-4934-4C3F-8673-A4DB668CAB00}" destId="{0436263D-F2E9-9842-8BD2-B0D0B5486B64}" srcOrd="0" destOrd="0" presId="urn:microsoft.com/office/officeart/2005/8/layout/list1"/>
    <dgm:cxn modelId="{3EEAC12C-E92B-45C1-9071-AC2172F4ECCA}" srcId="{C5B15E73-119D-4E89-95ED-F336E0906F26}" destId="{AA3F9729-9B8F-41B0-9037-33690D2DD158}" srcOrd="0" destOrd="0" parTransId="{1B99220C-E70D-4E83-BEDF-BF479765BB90}" sibTransId="{A891BA5E-40DC-4A48-9812-F4A753D02775}"/>
    <dgm:cxn modelId="{B948F42D-02B5-AF44-BDEF-71D73E1FEAA9}" type="presOf" srcId="{B9F240B6-D4DF-42B3-8175-19A072AF2CFA}" destId="{299FB265-D99D-EB42-ABBC-EA2FA05C3316}" srcOrd="0" destOrd="0" presId="urn:microsoft.com/office/officeart/2005/8/layout/list1"/>
    <dgm:cxn modelId="{9CB3DA36-5B89-4949-82A1-95C8C7876D54}" type="presOf" srcId="{3A203AF2-9E11-4625-B72D-267A025FFDA4}" destId="{8DBF048A-2E4B-524D-9E5A-95DAF67BB3D6}" srcOrd="0" destOrd="1" presId="urn:microsoft.com/office/officeart/2005/8/layout/list1"/>
    <dgm:cxn modelId="{F0676A3A-B318-C34B-8151-B9998D508AF7}" type="presOf" srcId="{C5B15E73-119D-4E89-95ED-F336E0906F26}" destId="{04B624C1-5665-3448-9F39-522EBFB89A37}" srcOrd="0" destOrd="0" presId="urn:microsoft.com/office/officeart/2005/8/layout/list1"/>
    <dgm:cxn modelId="{DF18A25E-3F80-C744-8266-C9C58E4325AF}" type="presOf" srcId="{F93C95F7-CE83-48E1-82BD-7D6796D48327}" destId="{11C6EB13-A90C-9648-99DE-33E3B8609A23}" srcOrd="0" destOrd="0" presId="urn:microsoft.com/office/officeart/2005/8/layout/list1"/>
    <dgm:cxn modelId="{80C5286C-31F1-DD48-8FD5-733EDD951B7C}" type="presOf" srcId="{D1EE4CEE-BAC1-4180-9C56-31D693E84055}" destId="{9877A039-7528-B846-A309-3118E1AC015C}" srcOrd="0" destOrd="0" presId="urn:microsoft.com/office/officeart/2005/8/layout/list1"/>
    <dgm:cxn modelId="{9B18B56D-77D0-4CE7-94CF-10B20FC792E4}" srcId="{51ACDBC8-4934-4C3F-8673-A4DB668CAB00}" destId="{B9F240B6-D4DF-42B3-8175-19A072AF2CFA}" srcOrd="1" destOrd="0" parTransId="{1EE39CDA-6A4E-488C-B169-B410FC36F498}" sibTransId="{DF971665-3B1F-4B68-8966-478771ABD027}"/>
    <dgm:cxn modelId="{6C331050-54B8-407C-8661-D96A869DF2B6}" srcId="{51ACDBC8-4934-4C3F-8673-A4DB668CAB00}" destId="{F93C95F7-CE83-48E1-82BD-7D6796D48327}" srcOrd="0" destOrd="0" parTransId="{F797D7F7-0605-42ED-80D1-9D070DAED1D8}" sibTransId="{0D5F8C70-4EA2-40BC-ABA6-C96388A8E5A8}"/>
    <dgm:cxn modelId="{FAEA4071-76B6-B242-AD77-93F35343B0B9}" type="presOf" srcId="{F93C95F7-CE83-48E1-82BD-7D6796D48327}" destId="{B8EAB4B1-194E-9B4B-B996-599210565DBA}" srcOrd="1" destOrd="0" presId="urn:microsoft.com/office/officeart/2005/8/layout/list1"/>
    <dgm:cxn modelId="{26922B8D-05D2-F14D-88E6-062E6E8737C9}" type="presOf" srcId="{2146E7B5-C2CD-4D93-8430-89E5489F7F44}" destId="{8DBF048A-2E4B-524D-9E5A-95DAF67BB3D6}" srcOrd="0" destOrd="0" presId="urn:microsoft.com/office/officeart/2005/8/layout/list1"/>
    <dgm:cxn modelId="{5499B494-EB80-044B-84CF-20801502F31E}" type="presOf" srcId="{C5B15E73-119D-4E89-95ED-F336E0906F26}" destId="{E48CAAF0-F9FD-694C-923D-2B6F68908C44}" srcOrd="1" destOrd="0" presId="urn:microsoft.com/office/officeart/2005/8/layout/list1"/>
    <dgm:cxn modelId="{6CFE3B9A-A675-4FDC-96FF-15E7B0409202}" srcId="{F93C95F7-CE83-48E1-82BD-7D6796D48327}" destId="{2146E7B5-C2CD-4D93-8430-89E5489F7F44}" srcOrd="0" destOrd="0" parTransId="{1CD83BDD-73F0-440F-8618-9CC586FAE0A3}" sibTransId="{C45CB8D2-7D81-42F0-AAC9-260BBADE1FF0}"/>
    <dgm:cxn modelId="{B8319AB4-6117-4848-A6EE-5CB158164A27}" srcId="{B9F240B6-D4DF-42B3-8175-19A072AF2CFA}" destId="{D1EE4CEE-BAC1-4180-9C56-31D693E84055}" srcOrd="0" destOrd="0" parTransId="{113A9746-53B1-48AC-B69B-3A5656D2DDB2}" sibTransId="{2F00CA1A-DE04-4923-AADD-2EEF8AF8C0BC}"/>
    <dgm:cxn modelId="{76BB29BD-8EAE-7D40-A90D-18E29845515F}" type="presOf" srcId="{AA3F9729-9B8F-41B0-9037-33690D2DD158}" destId="{8A811A52-C164-1D4A-A17C-5F50760C0C5B}" srcOrd="0" destOrd="0" presId="urn:microsoft.com/office/officeart/2005/8/layout/list1"/>
    <dgm:cxn modelId="{68FD72C4-3420-40CC-9704-94BAC60A02EE}" srcId="{F93C95F7-CE83-48E1-82BD-7D6796D48327}" destId="{3A203AF2-9E11-4625-B72D-267A025FFDA4}" srcOrd="1" destOrd="0" parTransId="{8DBC72D3-0EB8-4CD8-906E-520186A339A0}" sibTransId="{4A1712CC-D22B-4C20-B66A-1EFA2AC79ACE}"/>
    <dgm:cxn modelId="{7FA61999-9011-3347-B8EE-D3681F4DC926}" type="presParOf" srcId="{0436263D-F2E9-9842-8BD2-B0D0B5486B64}" destId="{EFAC70A3-629D-984F-AED8-35A4FE1E9725}" srcOrd="0" destOrd="0" presId="urn:microsoft.com/office/officeart/2005/8/layout/list1"/>
    <dgm:cxn modelId="{9784E1B4-F135-D04A-9EFA-D166C0A10AF2}" type="presParOf" srcId="{EFAC70A3-629D-984F-AED8-35A4FE1E9725}" destId="{11C6EB13-A90C-9648-99DE-33E3B8609A23}" srcOrd="0" destOrd="0" presId="urn:microsoft.com/office/officeart/2005/8/layout/list1"/>
    <dgm:cxn modelId="{760B734D-C509-6B43-8A1E-4398C3131CA5}" type="presParOf" srcId="{EFAC70A3-629D-984F-AED8-35A4FE1E9725}" destId="{B8EAB4B1-194E-9B4B-B996-599210565DBA}" srcOrd="1" destOrd="0" presId="urn:microsoft.com/office/officeart/2005/8/layout/list1"/>
    <dgm:cxn modelId="{E99B1EC7-7B1B-3D4C-9ACE-8BCF4B784F55}" type="presParOf" srcId="{0436263D-F2E9-9842-8BD2-B0D0B5486B64}" destId="{137103DF-522E-2B4B-B62C-1ABAD033342F}" srcOrd="1" destOrd="0" presId="urn:microsoft.com/office/officeart/2005/8/layout/list1"/>
    <dgm:cxn modelId="{05B7347B-85EF-B240-9E69-D545BD411D7C}" type="presParOf" srcId="{0436263D-F2E9-9842-8BD2-B0D0B5486B64}" destId="{8DBF048A-2E4B-524D-9E5A-95DAF67BB3D6}" srcOrd="2" destOrd="0" presId="urn:microsoft.com/office/officeart/2005/8/layout/list1"/>
    <dgm:cxn modelId="{94CF832A-84FE-1240-9FF9-78121A8AAE2E}" type="presParOf" srcId="{0436263D-F2E9-9842-8BD2-B0D0B5486B64}" destId="{4F75EEFC-8D16-5748-ABBE-8A15DFA34636}" srcOrd="3" destOrd="0" presId="urn:microsoft.com/office/officeart/2005/8/layout/list1"/>
    <dgm:cxn modelId="{03205499-C0F8-5D45-8FB7-EE4E6CA3D4E2}" type="presParOf" srcId="{0436263D-F2E9-9842-8BD2-B0D0B5486B64}" destId="{2F238CF7-9EAA-1F4F-ACAA-113116983109}" srcOrd="4" destOrd="0" presId="urn:microsoft.com/office/officeart/2005/8/layout/list1"/>
    <dgm:cxn modelId="{82F45062-34E5-424E-A4BF-3A5D532C1273}" type="presParOf" srcId="{2F238CF7-9EAA-1F4F-ACAA-113116983109}" destId="{299FB265-D99D-EB42-ABBC-EA2FA05C3316}" srcOrd="0" destOrd="0" presId="urn:microsoft.com/office/officeart/2005/8/layout/list1"/>
    <dgm:cxn modelId="{E5D97157-B1AC-CD4C-8744-4C23CABAA270}" type="presParOf" srcId="{2F238CF7-9EAA-1F4F-ACAA-113116983109}" destId="{DBD80CEB-8343-E94C-B819-7308885C3A4A}" srcOrd="1" destOrd="0" presId="urn:microsoft.com/office/officeart/2005/8/layout/list1"/>
    <dgm:cxn modelId="{0846E52D-F984-F447-8885-0E5886423565}" type="presParOf" srcId="{0436263D-F2E9-9842-8BD2-B0D0B5486B64}" destId="{1392DC15-9512-0749-B51C-9079CFD548C7}" srcOrd="5" destOrd="0" presId="urn:microsoft.com/office/officeart/2005/8/layout/list1"/>
    <dgm:cxn modelId="{9C0247AB-63D3-0644-8D6D-A90D43D96A88}" type="presParOf" srcId="{0436263D-F2E9-9842-8BD2-B0D0B5486B64}" destId="{9877A039-7528-B846-A309-3118E1AC015C}" srcOrd="6" destOrd="0" presId="urn:microsoft.com/office/officeart/2005/8/layout/list1"/>
    <dgm:cxn modelId="{DF85D1FA-7E1C-E24C-ADD5-2BCBDAC70D78}" type="presParOf" srcId="{0436263D-F2E9-9842-8BD2-B0D0B5486B64}" destId="{2CFAE686-3400-A245-A040-7469B925EAAB}" srcOrd="7" destOrd="0" presId="urn:microsoft.com/office/officeart/2005/8/layout/list1"/>
    <dgm:cxn modelId="{652AF9A6-6E79-0643-B7EE-BB3E5BA7E452}" type="presParOf" srcId="{0436263D-F2E9-9842-8BD2-B0D0B5486B64}" destId="{193003D6-5AD0-CE47-B159-9E54D9EA816B}" srcOrd="8" destOrd="0" presId="urn:microsoft.com/office/officeart/2005/8/layout/list1"/>
    <dgm:cxn modelId="{7DD92F5C-2B06-E04C-BB70-3993AC4DA28A}" type="presParOf" srcId="{193003D6-5AD0-CE47-B159-9E54D9EA816B}" destId="{04B624C1-5665-3448-9F39-522EBFB89A37}" srcOrd="0" destOrd="0" presId="urn:microsoft.com/office/officeart/2005/8/layout/list1"/>
    <dgm:cxn modelId="{4CBE4374-70A8-5E48-90E3-594272B1EF3A}" type="presParOf" srcId="{193003D6-5AD0-CE47-B159-9E54D9EA816B}" destId="{E48CAAF0-F9FD-694C-923D-2B6F68908C44}" srcOrd="1" destOrd="0" presId="urn:microsoft.com/office/officeart/2005/8/layout/list1"/>
    <dgm:cxn modelId="{CD3658EA-8A63-B840-AFF6-7A43C1B2D747}" type="presParOf" srcId="{0436263D-F2E9-9842-8BD2-B0D0B5486B64}" destId="{65278CA8-5EA5-1D48-883D-895A75782BFF}" srcOrd="9" destOrd="0" presId="urn:microsoft.com/office/officeart/2005/8/layout/list1"/>
    <dgm:cxn modelId="{9697AFEF-12B7-3F41-AEDE-A05C1655723A}" type="presParOf" srcId="{0436263D-F2E9-9842-8BD2-B0D0B5486B64}" destId="{8A811A52-C164-1D4A-A17C-5F50760C0C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ACDBC8-4934-4C3F-8673-A4DB668CAB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3C95F7-CE83-48E1-82BD-7D6796D48327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accent2">
                  <a:lumMod val="40000"/>
                  <a:lumOff val="60000"/>
                </a:schemeClr>
              </a:solidFill>
            </a:rPr>
            <a:t>Efficiency</a:t>
          </a:r>
        </a:p>
      </dgm:t>
    </dgm:pt>
    <dgm:pt modelId="{F797D7F7-0605-42ED-80D1-9D070DAED1D8}" type="parTrans" cxnId="{6C331050-54B8-407C-8661-D96A869DF2B6}">
      <dgm:prSet/>
      <dgm:spPr/>
      <dgm:t>
        <a:bodyPr/>
        <a:lstStyle/>
        <a:p>
          <a:endParaRPr lang="en-US"/>
        </a:p>
      </dgm:t>
    </dgm:pt>
    <dgm:pt modelId="{0D5F8C70-4EA2-40BC-ABA6-C96388A8E5A8}" type="sibTrans" cxnId="{6C331050-54B8-407C-8661-D96A869DF2B6}">
      <dgm:prSet/>
      <dgm:spPr/>
      <dgm:t>
        <a:bodyPr/>
        <a:lstStyle/>
        <a:p>
          <a:endParaRPr lang="en-US"/>
        </a:p>
      </dgm:t>
    </dgm:pt>
    <dgm:pt modelId="{2146E7B5-C2CD-4D93-8430-89E5489F7F4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Read, write, modify designs</a:t>
          </a:r>
        </a:p>
      </dgm:t>
    </dgm:pt>
    <dgm:pt modelId="{1CD83BDD-73F0-440F-8618-9CC586FAE0A3}" type="parTrans" cxnId="{6CFE3B9A-A675-4FDC-96FF-15E7B0409202}">
      <dgm:prSet/>
      <dgm:spPr/>
      <dgm:t>
        <a:bodyPr/>
        <a:lstStyle/>
        <a:p>
          <a:endParaRPr lang="en-US"/>
        </a:p>
      </dgm:t>
    </dgm:pt>
    <dgm:pt modelId="{C45CB8D2-7D81-42F0-AAC9-260BBADE1FF0}" type="sibTrans" cxnId="{6CFE3B9A-A675-4FDC-96FF-15E7B0409202}">
      <dgm:prSet/>
      <dgm:spPr/>
      <dgm:t>
        <a:bodyPr/>
        <a:lstStyle/>
        <a:p>
          <a:endParaRPr lang="en-US"/>
        </a:p>
      </dgm:t>
    </dgm:pt>
    <dgm:pt modelId="{3A203AF2-9E11-4625-B72D-267A025FFDA4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Only provide detail in areas of interest</a:t>
          </a:r>
        </a:p>
      </dgm:t>
    </dgm:pt>
    <dgm:pt modelId="{8DBC72D3-0EB8-4CD8-906E-520186A339A0}" type="parTrans" cxnId="{68FD72C4-3420-40CC-9704-94BAC60A02EE}">
      <dgm:prSet/>
      <dgm:spPr/>
      <dgm:t>
        <a:bodyPr/>
        <a:lstStyle/>
        <a:p>
          <a:endParaRPr lang="en-US"/>
        </a:p>
      </dgm:t>
    </dgm:pt>
    <dgm:pt modelId="{4A1712CC-D22B-4C20-B66A-1EFA2AC79ACE}" type="sibTrans" cxnId="{68FD72C4-3420-40CC-9704-94BAC60A02EE}">
      <dgm:prSet/>
      <dgm:spPr/>
      <dgm:t>
        <a:bodyPr/>
        <a:lstStyle/>
        <a:p>
          <a:endParaRPr lang="en-US"/>
        </a:p>
      </dgm:t>
    </dgm:pt>
    <dgm:pt modelId="{B9F240B6-D4DF-42B3-8175-19A072AF2CFA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accent4">
                  <a:lumMod val="40000"/>
                  <a:lumOff val="60000"/>
                </a:schemeClr>
              </a:solidFill>
            </a:rPr>
            <a:t>Expressivity</a:t>
          </a:r>
        </a:p>
      </dgm:t>
    </dgm:pt>
    <dgm:pt modelId="{1EE39CDA-6A4E-488C-B169-B410FC36F498}" type="parTrans" cxnId="{9B18B56D-77D0-4CE7-94CF-10B20FC792E4}">
      <dgm:prSet/>
      <dgm:spPr/>
      <dgm:t>
        <a:bodyPr/>
        <a:lstStyle/>
        <a:p>
          <a:endParaRPr lang="en-US"/>
        </a:p>
      </dgm:t>
    </dgm:pt>
    <dgm:pt modelId="{DF971665-3B1F-4B68-8966-478771ABD027}" type="sibTrans" cxnId="{9B18B56D-77D0-4CE7-94CF-10B20FC792E4}">
      <dgm:prSet/>
      <dgm:spPr/>
      <dgm:t>
        <a:bodyPr/>
        <a:lstStyle/>
        <a:p>
          <a:endParaRPr lang="en-US"/>
        </a:p>
      </dgm:t>
    </dgm:pt>
    <dgm:pt modelId="{D1EE4CEE-BAC1-4180-9C56-31D693E84055}">
      <dgm:prSet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/>
            <a:t>Do not compromise on designer’s explicit control of hardware</a:t>
          </a:r>
        </a:p>
      </dgm:t>
    </dgm:pt>
    <dgm:pt modelId="{113A9746-53B1-48AC-B69B-3A5656D2DDB2}" type="parTrans" cxnId="{B8319AB4-6117-4848-A6EE-5CB158164A27}">
      <dgm:prSet/>
      <dgm:spPr/>
      <dgm:t>
        <a:bodyPr/>
        <a:lstStyle/>
        <a:p>
          <a:endParaRPr lang="en-US"/>
        </a:p>
      </dgm:t>
    </dgm:pt>
    <dgm:pt modelId="{2F00CA1A-DE04-4923-AADD-2EEF8AF8C0BC}" type="sibTrans" cxnId="{B8319AB4-6117-4848-A6EE-5CB158164A27}">
      <dgm:prSet/>
      <dgm:spPr/>
      <dgm:t>
        <a:bodyPr/>
        <a:lstStyle/>
        <a:p>
          <a:endParaRPr lang="en-US"/>
        </a:p>
      </dgm:t>
    </dgm:pt>
    <dgm:pt modelId="{C5B15E73-119D-4E89-95ED-F336E0906F2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1" dirty="0"/>
            <a:t>Extensibility</a:t>
          </a:r>
        </a:p>
      </dgm:t>
    </dgm:pt>
    <dgm:pt modelId="{37299A1F-DC01-4442-A622-D006EF2517A5}" type="parTrans" cxnId="{9227F50C-9EDE-4C86-8E61-91F0620002C2}">
      <dgm:prSet/>
      <dgm:spPr/>
      <dgm:t>
        <a:bodyPr/>
        <a:lstStyle/>
        <a:p>
          <a:endParaRPr lang="en-US"/>
        </a:p>
      </dgm:t>
    </dgm:pt>
    <dgm:pt modelId="{0841F91F-2EBA-4AA3-BE7C-4FB181336AF2}" type="sibTrans" cxnId="{9227F50C-9EDE-4C86-8E61-91F0620002C2}">
      <dgm:prSet/>
      <dgm:spPr/>
      <dgm:t>
        <a:bodyPr/>
        <a:lstStyle/>
        <a:p>
          <a:endParaRPr lang="en-US"/>
        </a:p>
      </dgm:t>
    </dgm:pt>
    <dgm:pt modelId="{AA3F9729-9B8F-41B0-9037-33690D2DD158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Custom tooling, reusable logic</a:t>
          </a:r>
        </a:p>
      </dgm:t>
    </dgm:pt>
    <dgm:pt modelId="{1B99220C-E70D-4E83-BEDF-BF479765BB90}" type="parTrans" cxnId="{3EEAC12C-E92B-45C1-9071-AC2172F4ECCA}">
      <dgm:prSet/>
      <dgm:spPr/>
      <dgm:t>
        <a:bodyPr/>
        <a:lstStyle/>
        <a:p>
          <a:endParaRPr lang="en-US"/>
        </a:p>
      </dgm:t>
    </dgm:pt>
    <dgm:pt modelId="{A891BA5E-40DC-4A48-9812-F4A753D02775}" type="sibTrans" cxnId="{3EEAC12C-E92B-45C1-9071-AC2172F4ECCA}">
      <dgm:prSet/>
      <dgm:spPr/>
      <dgm:t>
        <a:bodyPr/>
        <a:lstStyle/>
        <a:p>
          <a:endParaRPr lang="en-US"/>
        </a:p>
      </dgm:t>
    </dgm:pt>
    <dgm:pt modelId="{0436263D-F2E9-9842-8BD2-B0D0B5486B64}" type="pres">
      <dgm:prSet presAssocID="{51ACDBC8-4934-4C3F-8673-A4DB668CAB00}" presName="linear" presStyleCnt="0">
        <dgm:presLayoutVars>
          <dgm:dir/>
          <dgm:animLvl val="lvl"/>
          <dgm:resizeHandles val="exact"/>
        </dgm:presLayoutVars>
      </dgm:prSet>
      <dgm:spPr/>
    </dgm:pt>
    <dgm:pt modelId="{EFAC70A3-629D-984F-AED8-35A4FE1E9725}" type="pres">
      <dgm:prSet presAssocID="{F93C95F7-CE83-48E1-82BD-7D6796D48327}" presName="parentLin" presStyleCnt="0"/>
      <dgm:spPr/>
    </dgm:pt>
    <dgm:pt modelId="{11C6EB13-A90C-9648-99DE-33E3B8609A23}" type="pres">
      <dgm:prSet presAssocID="{F93C95F7-CE83-48E1-82BD-7D6796D48327}" presName="parentLeftMargin" presStyleLbl="node1" presStyleIdx="0" presStyleCnt="3"/>
      <dgm:spPr/>
    </dgm:pt>
    <dgm:pt modelId="{B8EAB4B1-194E-9B4B-B996-599210565DBA}" type="pres">
      <dgm:prSet presAssocID="{F93C95F7-CE83-48E1-82BD-7D6796D483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103DF-522E-2B4B-B62C-1ABAD033342F}" type="pres">
      <dgm:prSet presAssocID="{F93C95F7-CE83-48E1-82BD-7D6796D48327}" presName="negativeSpace" presStyleCnt="0"/>
      <dgm:spPr/>
    </dgm:pt>
    <dgm:pt modelId="{8DBF048A-2E4B-524D-9E5A-95DAF67BB3D6}" type="pres">
      <dgm:prSet presAssocID="{F93C95F7-CE83-48E1-82BD-7D6796D48327}" presName="childText" presStyleLbl="conFgAcc1" presStyleIdx="0" presStyleCnt="3">
        <dgm:presLayoutVars>
          <dgm:bulletEnabled val="1"/>
        </dgm:presLayoutVars>
      </dgm:prSet>
      <dgm:spPr/>
    </dgm:pt>
    <dgm:pt modelId="{4F75EEFC-8D16-5748-ABBE-8A15DFA34636}" type="pres">
      <dgm:prSet presAssocID="{0D5F8C70-4EA2-40BC-ABA6-C96388A8E5A8}" presName="spaceBetweenRectangles" presStyleCnt="0"/>
      <dgm:spPr/>
    </dgm:pt>
    <dgm:pt modelId="{2F238CF7-9EAA-1F4F-ACAA-113116983109}" type="pres">
      <dgm:prSet presAssocID="{B9F240B6-D4DF-42B3-8175-19A072AF2CFA}" presName="parentLin" presStyleCnt="0"/>
      <dgm:spPr/>
    </dgm:pt>
    <dgm:pt modelId="{299FB265-D99D-EB42-ABBC-EA2FA05C3316}" type="pres">
      <dgm:prSet presAssocID="{B9F240B6-D4DF-42B3-8175-19A072AF2CFA}" presName="parentLeftMargin" presStyleLbl="node1" presStyleIdx="0" presStyleCnt="3"/>
      <dgm:spPr/>
    </dgm:pt>
    <dgm:pt modelId="{DBD80CEB-8343-E94C-B819-7308885C3A4A}" type="pres">
      <dgm:prSet presAssocID="{B9F240B6-D4DF-42B3-8175-19A072AF2C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92DC15-9512-0749-B51C-9079CFD548C7}" type="pres">
      <dgm:prSet presAssocID="{B9F240B6-D4DF-42B3-8175-19A072AF2CFA}" presName="negativeSpace" presStyleCnt="0"/>
      <dgm:spPr/>
    </dgm:pt>
    <dgm:pt modelId="{9877A039-7528-B846-A309-3118E1AC015C}" type="pres">
      <dgm:prSet presAssocID="{B9F240B6-D4DF-42B3-8175-19A072AF2CFA}" presName="childText" presStyleLbl="conFgAcc1" presStyleIdx="1" presStyleCnt="3">
        <dgm:presLayoutVars>
          <dgm:bulletEnabled val="1"/>
        </dgm:presLayoutVars>
      </dgm:prSet>
      <dgm:spPr/>
    </dgm:pt>
    <dgm:pt modelId="{2CFAE686-3400-A245-A040-7469B925EAAB}" type="pres">
      <dgm:prSet presAssocID="{DF971665-3B1F-4B68-8966-478771ABD027}" presName="spaceBetweenRectangles" presStyleCnt="0"/>
      <dgm:spPr/>
    </dgm:pt>
    <dgm:pt modelId="{193003D6-5AD0-CE47-B159-9E54D9EA816B}" type="pres">
      <dgm:prSet presAssocID="{C5B15E73-119D-4E89-95ED-F336E0906F26}" presName="parentLin" presStyleCnt="0"/>
      <dgm:spPr/>
    </dgm:pt>
    <dgm:pt modelId="{04B624C1-5665-3448-9F39-522EBFB89A37}" type="pres">
      <dgm:prSet presAssocID="{C5B15E73-119D-4E89-95ED-F336E0906F26}" presName="parentLeftMargin" presStyleLbl="node1" presStyleIdx="1" presStyleCnt="3"/>
      <dgm:spPr/>
    </dgm:pt>
    <dgm:pt modelId="{E48CAAF0-F9FD-694C-923D-2B6F68908C44}" type="pres">
      <dgm:prSet presAssocID="{C5B15E73-119D-4E89-95ED-F336E090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278CA8-5EA5-1D48-883D-895A75782BFF}" type="pres">
      <dgm:prSet presAssocID="{C5B15E73-119D-4E89-95ED-F336E0906F26}" presName="negativeSpace" presStyleCnt="0"/>
      <dgm:spPr/>
    </dgm:pt>
    <dgm:pt modelId="{8A811A52-C164-1D4A-A17C-5F50760C0C5B}" type="pres">
      <dgm:prSet presAssocID="{C5B15E73-119D-4E89-95ED-F336E0906F2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29DA0B-F547-4C45-ACF8-1C361CE35F39}" type="presOf" srcId="{B9F240B6-D4DF-42B3-8175-19A072AF2CFA}" destId="{DBD80CEB-8343-E94C-B819-7308885C3A4A}" srcOrd="1" destOrd="0" presId="urn:microsoft.com/office/officeart/2005/8/layout/list1"/>
    <dgm:cxn modelId="{9227F50C-9EDE-4C86-8E61-91F0620002C2}" srcId="{51ACDBC8-4934-4C3F-8673-A4DB668CAB00}" destId="{C5B15E73-119D-4E89-95ED-F336E0906F26}" srcOrd="2" destOrd="0" parTransId="{37299A1F-DC01-4442-A622-D006EF2517A5}" sibTransId="{0841F91F-2EBA-4AA3-BE7C-4FB181336AF2}"/>
    <dgm:cxn modelId="{5A65710F-BC9E-9F44-93E4-5AD0D83ED93B}" type="presOf" srcId="{51ACDBC8-4934-4C3F-8673-A4DB668CAB00}" destId="{0436263D-F2E9-9842-8BD2-B0D0B5486B64}" srcOrd="0" destOrd="0" presId="urn:microsoft.com/office/officeart/2005/8/layout/list1"/>
    <dgm:cxn modelId="{3EEAC12C-E92B-45C1-9071-AC2172F4ECCA}" srcId="{C5B15E73-119D-4E89-95ED-F336E0906F26}" destId="{AA3F9729-9B8F-41B0-9037-33690D2DD158}" srcOrd="0" destOrd="0" parTransId="{1B99220C-E70D-4E83-BEDF-BF479765BB90}" sibTransId="{A891BA5E-40DC-4A48-9812-F4A753D02775}"/>
    <dgm:cxn modelId="{B948F42D-02B5-AF44-BDEF-71D73E1FEAA9}" type="presOf" srcId="{B9F240B6-D4DF-42B3-8175-19A072AF2CFA}" destId="{299FB265-D99D-EB42-ABBC-EA2FA05C3316}" srcOrd="0" destOrd="0" presId="urn:microsoft.com/office/officeart/2005/8/layout/list1"/>
    <dgm:cxn modelId="{9CB3DA36-5B89-4949-82A1-95C8C7876D54}" type="presOf" srcId="{3A203AF2-9E11-4625-B72D-267A025FFDA4}" destId="{8DBF048A-2E4B-524D-9E5A-95DAF67BB3D6}" srcOrd="0" destOrd="1" presId="urn:microsoft.com/office/officeart/2005/8/layout/list1"/>
    <dgm:cxn modelId="{F0676A3A-B318-C34B-8151-B9998D508AF7}" type="presOf" srcId="{C5B15E73-119D-4E89-95ED-F336E0906F26}" destId="{04B624C1-5665-3448-9F39-522EBFB89A37}" srcOrd="0" destOrd="0" presId="urn:microsoft.com/office/officeart/2005/8/layout/list1"/>
    <dgm:cxn modelId="{DF18A25E-3F80-C744-8266-C9C58E4325AF}" type="presOf" srcId="{F93C95F7-CE83-48E1-82BD-7D6796D48327}" destId="{11C6EB13-A90C-9648-99DE-33E3B8609A23}" srcOrd="0" destOrd="0" presId="urn:microsoft.com/office/officeart/2005/8/layout/list1"/>
    <dgm:cxn modelId="{80C5286C-31F1-DD48-8FD5-733EDD951B7C}" type="presOf" srcId="{D1EE4CEE-BAC1-4180-9C56-31D693E84055}" destId="{9877A039-7528-B846-A309-3118E1AC015C}" srcOrd="0" destOrd="0" presId="urn:microsoft.com/office/officeart/2005/8/layout/list1"/>
    <dgm:cxn modelId="{9B18B56D-77D0-4CE7-94CF-10B20FC792E4}" srcId="{51ACDBC8-4934-4C3F-8673-A4DB668CAB00}" destId="{B9F240B6-D4DF-42B3-8175-19A072AF2CFA}" srcOrd="1" destOrd="0" parTransId="{1EE39CDA-6A4E-488C-B169-B410FC36F498}" sibTransId="{DF971665-3B1F-4B68-8966-478771ABD027}"/>
    <dgm:cxn modelId="{6C331050-54B8-407C-8661-D96A869DF2B6}" srcId="{51ACDBC8-4934-4C3F-8673-A4DB668CAB00}" destId="{F93C95F7-CE83-48E1-82BD-7D6796D48327}" srcOrd="0" destOrd="0" parTransId="{F797D7F7-0605-42ED-80D1-9D070DAED1D8}" sibTransId="{0D5F8C70-4EA2-40BC-ABA6-C96388A8E5A8}"/>
    <dgm:cxn modelId="{FAEA4071-76B6-B242-AD77-93F35343B0B9}" type="presOf" srcId="{F93C95F7-CE83-48E1-82BD-7D6796D48327}" destId="{B8EAB4B1-194E-9B4B-B996-599210565DBA}" srcOrd="1" destOrd="0" presId="urn:microsoft.com/office/officeart/2005/8/layout/list1"/>
    <dgm:cxn modelId="{26922B8D-05D2-F14D-88E6-062E6E8737C9}" type="presOf" srcId="{2146E7B5-C2CD-4D93-8430-89E5489F7F44}" destId="{8DBF048A-2E4B-524D-9E5A-95DAF67BB3D6}" srcOrd="0" destOrd="0" presId="urn:microsoft.com/office/officeart/2005/8/layout/list1"/>
    <dgm:cxn modelId="{5499B494-EB80-044B-84CF-20801502F31E}" type="presOf" srcId="{C5B15E73-119D-4E89-95ED-F336E0906F26}" destId="{E48CAAF0-F9FD-694C-923D-2B6F68908C44}" srcOrd="1" destOrd="0" presId="urn:microsoft.com/office/officeart/2005/8/layout/list1"/>
    <dgm:cxn modelId="{6CFE3B9A-A675-4FDC-96FF-15E7B0409202}" srcId="{F93C95F7-CE83-48E1-82BD-7D6796D48327}" destId="{2146E7B5-C2CD-4D93-8430-89E5489F7F44}" srcOrd="0" destOrd="0" parTransId="{1CD83BDD-73F0-440F-8618-9CC586FAE0A3}" sibTransId="{C45CB8D2-7D81-42F0-AAC9-260BBADE1FF0}"/>
    <dgm:cxn modelId="{B8319AB4-6117-4848-A6EE-5CB158164A27}" srcId="{B9F240B6-D4DF-42B3-8175-19A072AF2CFA}" destId="{D1EE4CEE-BAC1-4180-9C56-31D693E84055}" srcOrd="0" destOrd="0" parTransId="{113A9746-53B1-48AC-B69B-3A5656D2DDB2}" sibTransId="{2F00CA1A-DE04-4923-AADD-2EEF8AF8C0BC}"/>
    <dgm:cxn modelId="{76BB29BD-8EAE-7D40-A90D-18E29845515F}" type="presOf" srcId="{AA3F9729-9B8F-41B0-9037-33690D2DD158}" destId="{8A811A52-C164-1D4A-A17C-5F50760C0C5B}" srcOrd="0" destOrd="0" presId="urn:microsoft.com/office/officeart/2005/8/layout/list1"/>
    <dgm:cxn modelId="{68FD72C4-3420-40CC-9704-94BAC60A02EE}" srcId="{F93C95F7-CE83-48E1-82BD-7D6796D48327}" destId="{3A203AF2-9E11-4625-B72D-267A025FFDA4}" srcOrd="1" destOrd="0" parTransId="{8DBC72D3-0EB8-4CD8-906E-520186A339A0}" sibTransId="{4A1712CC-D22B-4C20-B66A-1EFA2AC79ACE}"/>
    <dgm:cxn modelId="{7FA61999-9011-3347-B8EE-D3681F4DC926}" type="presParOf" srcId="{0436263D-F2E9-9842-8BD2-B0D0B5486B64}" destId="{EFAC70A3-629D-984F-AED8-35A4FE1E9725}" srcOrd="0" destOrd="0" presId="urn:microsoft.com/office/officeart/2005/8/layout/list1"/>
    <dgm:cxn modelId="{9784E1B4-F135-D04A-9EFA-D166C0A10AF2}" type="presParOf" srcId="{EFAC70A3-629D-984F-AED8-35A4FE1E9725}" destId="{11C6EB13-A90C-9648-99DE-33E3B8609A23}" srcOrd="0" destOrd="0" presId="urn:microsoft.com/office/officeart/2005/8/layout/list1"/>
    <dgm:cxn modelId="{760B734D-C509-6B43-8A1E-4398C3131CA5}" type="presParOf" srcId="{EFAC70A3-629D-984F-AED8-35A4FE1E9725}" destId="{B8EAB4B1-194E-9B4B-B996-599210565DBA}" srcOrd="1" destOrd="0" presId="urn:microsoft.com/office/officeart/2005/8/layout/list1"/>
    <dgm:cxn modelId="{E99B1EC7-7B1B-3D4C-9ACE-8BCF4B784F55}" type="presParOf" srcId="{0436263D-F2E9-9842-8BD2-B0D0B5486B64}" destId="{137103DF-522E-2B4B-B62C-1ABAD033342F}" srcOrd="1" destOrd="0" presId="urn:microsoft.com/office/officeart/2005/8/layout/list1"/>
    <dgm:cxn modelId="{05B7347B-85EF-B240-9E69-D545BD411D7C}" type="presParOf" srcId="{0436263D-F2E9-9842-8BD2-B0D0B5486B64}" destId="{8DBF048A-2E4B-524D-9E5A-95DAF67BB3D6}" srcOrd="2" destOrd="0" presId="urn:microsoft.com/office/officeart/2005/8/layout/list1"/>
    <dgm:cxn modelId="{94CF832A-84FE-1240-9FF9-78121A8AAE2E}" type="presParOf" srcId="{0436263D-F2E9-9842-8BD2-B0D0B5486B64}" destId="{4F75EEFC-8D16-5748-ABBE-8A15DFA34636}" srcOrd="3" destOrd="0" presId="urn:microsoft.com/office/officeart/2005/8/layout/list1"/>
    <dgm:cxn modelId="{03205499-C0F8-5D45-8FB7-EE4E6CA3D4E2}" type="presParOf" srcId="{0436263D-F2E9-9842-8BD2-B0D0B5486B64}" destId="{2F238CF7-9EAA-1F4F-ACAA-113116983109}" srcOrd="4" destOrd="0" presId="urn:microsoft.com/office/officeart/2005/8/layout/list1"/>
    <dgm:cxn modelId="{82F45062-34E5-424E-A4BF-3A5D532C1273}" type="presParOf" srcId="{2F238CF7-9EAA-1F4F-ACAA-113116983109}" destId="{299FB265-D99D-EB42-ABBC-EA2FA05C3316}" srcOrd="0" destOrd="0" presId="urn:microsoft.com/office/officeart/2005/8/layout/list1"/>
    <dgm:cxn modelId="{E5D97157-B1AC-CD4C-8744-4C23CABAA270}" type="presParOf" srcId="{2F238CF7-9EAA-1F4F-ACAA-113116983109}" destId="{DBD80CEB-8343-E94C-B819-7308885C3A4A}" srcOrd="1" destOrd="0" presId="urn:microsoft.com/office/officeart/2005/8/layout/list1"/>
    <dgm:cxn modelId="{0846E52D-F984-F447-8885-0E5886423565}" type="presParOf" srcId="{0436263D-F2E9-9842-8BD2-B0D0B5486B64}" destId="{1392DC15-9512-0749-B51C-9079CFD548C7}" srcOrd="5" destOrd="0" presId="urn:microsoft.com/office/officeart/2005/8/layout/list1"/>
    <dgm:cxn modelId="{9C0247AB-63D3-0644-8D6D-A90D43D96A88}" type="presParOf" srcId="{0436263D-F2E9-9842-8BD2-B0D0B5486B64}" destId="{9877A039-7528-B846-A309-3118E1AC015C}" srcOrd="6" destOrd="0" presId="urn:microsoft.com/office/officeart/2005/8/layout/list1"/>
    <dgm:cxn modelId="{DF85D1FA-7E1C-E24C-ADD5-2BCBDAC70D78}" type="presParOf" srcId="{0436263D-F2E9-9842-8BD2-B0D0B5486B64}" destId="{2CFAE686-3400-A245-A040-7469B925EAAB}" srcOrd="7" destOrd="0" presId="urn:microsoft.com/office/officeart/2005/8/layout/list1"/>
    <dgm:cxn modelId="{652AF9A6-6E79-0643-B7EE-BB3E5BA7E452}" type="presParOf" srcId="{0436263D-F2E9-9842-8BD2-B0D0B5486B64}" destId="{193003D6-5AD0-CE47-B159-9E54D9EA816B}" srcOrd="8" destOrd="0" presId="urn:microsoft.com/office/officeart/2005/8/layout/list1"/>
    <dgm:cxn modelId="{7DD92F5C-2B06-E04C-BB70-3993AC4DA28A}" type="presParOf" srcId="{193003D6-5AD0-CE47-B159-9E54D9EA816B}" destId="{04B624C1-5665-3448-9F39-522EBFB89A37}" srcOrd="0" destOrd="0" presId="urn:microsoft.com/office/officeart/2005/8/layout/list1"/>
    <dgm:cxn modelId="{4CBE4374-70A8-5E48-90E3-594272B1EF3A}" type="presParOf" srcId="{193003D6-5AD0-CE47-B159-9E54D9EA816B}" destId="{E48CAAF0-F9FD-694C-923D-2B6F68908C44}" srcOrd="1" destOrd="0" presId="urn:microsoft.com/office/officeart/2005/8/layout/list1"/>
    <dgm:cxn modelId="{CD3658EA-8A63-B840-AFF6-7A43C1B2D747}" type="presParOf" srcId="{0436263D-F2E9-9842-8BD2-B0D0B5486B64}" destId="{65278CA8-5EA5-1D48-883D-895A75782BFF}" srcOrd="9" destOrd="0" presId="urn:microsoft.com/office/officeart/2005/8/layout/list1"/>
    <dgm:cxn modelId="{9697AFEF-12B7-3F41-AEDE-A05C1655723A}" type="presParOf" srcId="{0436263D-F2E9-9842-8BD2-B0D0B5486B64}" destId="{8A811A52-C164-1D4A-A17C-5F50760C0C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D94040-1567-4041-9BD0-CDC0B81CA7D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7FDA4F-F6B9-4D27-9304-ECDBF370F3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Extend further</a:t>
          </a:r>
        </a:p>
      </dgm:t>
    </dgm:pt>
    <dgm:pt modelId="{2BABE245-1293-4AB8-B306-E50A7D541A02}" type="parTrans" cxnId="{31BB4E6B-FA3F-473D-A741-BDA4EA9D8256}">
      <dgm:prSet/>
      <dgm:spPr/>
      <dgm:t>
        <a:bodyPr/>
        <a:lstStyle/>
        <a:p>
          <a:endParaRPr lang="en-US"/>
        </a:p>
      </dgm:t>
    </dgm:pt>
    <dgm:pt modelId="{408E66DB-C08B-41DA-BF9A-1C3192B7861D}" type="sibTrans" cxnId="{31BB4E6B-FA3F-473D-A741-BDA4EA9D8256}">
      <dgm:prSet/>
      <dgm:spPr/>
      <dgm:t>
        <a:bodyPr/>
        <a:lstStyle/>
        <a:p>
          <a:endParaRPr lang="en-US"/>
        </a:p>
      </dgm:t>
    </dgm:pt>
    <dgm:pt modelId="{BEEC7D84-7CF9-48F3-BD54-9AC7D21D8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Currently integrated and available!</a:t>
          </a:r>
        </a:p>
        <a:p>
          <a:pPr>
            <a:lnSpc>
              <a:spcPct val="100000"/>
            </a:lnSpc>
          </a:pPr>
          <a:r>
            <a:rPr lang="en-US" dirty="0"/>
            <a:t>Improvements:</a:t>
          </a:r>
        </a:p>
        <a:p>
          <a:pPr>
            <a:lnSpc>
              <a:spcPct val="100000"/>
            </a:lnSpc>
          </a:pPr>
          <a:r>
            <a:rPr lang="en-US" dirty="0"/>
            <a:t>1) Debugging, tracing</a:t>
          </a:r>
        </a:p>
      </dgm:t>
    </dgm:pt>
    <dgm:pt modelId="{AA8976B0-F3EC-497B-8197-E4D14F844C55}" type="parTrans" cxnId="{B4B8478B-5A15-4747-8DD7-FA45CBC668C9}">
      <dgm:prSet/>
      <dgm:spPr/>
      <dgm:t>
        <a:bodyPr/>
        <a:lstStyle/>
        <a:p>
          <a:endParaRPr lang="en-US"/>
        </a:p>
      </dgm:t>
    </dgm:pt>
    <dgm:pt modelId="{9BD31B58-3591-44F9-B247-EB32B047312D}" type="sibTrans" cxnId="{B4B8478B-5A15-4747-8DD7-FA45CBC668C9}">
      <dgm:prSet/>
      <dgm:spPr/>
      <dgm:t>
        <a:bodyPr/>
        <a:lstStyle/>
        <a:p>
          <a:endParaRPr lang="en-US"/>
        </a:p>
      </dgm:t>
    </dgm:pt>
    <dgm:pt modelId="{DC802149-9242-4BF9-8566-77DB059904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2) Data visualizations</a:t>
          </a:r>
        </a:p>
        <a:p>
          <a:pPr>
            <a:lnSpc>
              <a:spcPct val="100000"/>
            </a:lnSpc>
          </a:pPr>
          <a:r>
            <a:rPr lang="en-US" dirty="0"/>
            <a:t>3) …</a:t>
          </a:r>
        </a:p>
      </dgm:t>
    </dgm:pt>
    <dgm:pt modelId="{993DDD2F-B7FB-4859-BC51-2F90A511217B}" type="parTrans" cxnId="{CC3CD8BE-5347-4D34-9A02-BEC14E085E63}">
      <dgm:prSet/>
      <dgm:spPr/>
      <dgm:t>
        <a:bodyPr/>
        <a:lstStyle/>
        <a:p>
          <a:endParaRPr lang="en-US"/>
        </a:p>
      </dgm:t>
    </dgm:pt>
    <dgm:pt modelId="{924BEAB1-DECD-47A5-A2D2-C2A7D342C2E3}" type="sibTrans" cxnId="{CC3CD8BE-5347-4D34-9A02-BEC14E085E63}">
      <dgm:prSet/>
      <dgm:spPr/>
      <dgm:t>
        <a:bodyPr/>
        <a:lstStyle/>
        <a:p>
          <a:endParaRPr lang="en-US"/>
        </a:p>
      </dgm:t>
    </dgm:pt>
    <dgm:pt modelId="{49F9606A-36BB-49FA-9C3A-401FFA5A6B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Enable related works</a:t>
          </a:r>
        </a:p>
      </dgm:t>
    </dgm:pt>
    <dgm:pt modelId="{0603CA21-D599-4F5D-BEE5-9955B1036E90}" type="parTrans" cxnId="{C68BE768-D88D-428F-B062-E2FAA1B9B943}">
      <dgm:prSet/>
      <dgm:spPr/>
      <dgm:t>
        <a:bodyPr/>
        <a:lstStyle/>
        <a:p>
          <a:endParaRPr lang="en-US"/>
        </a:p>
      </dgm:t>
    </dgm:pt>
    <dgm:pt modelId="{6B61829E-CB25-4416-8B86-5089BF41D4A2}" type="sibTrans" cxnId="{C68BE768-D88D-428F-B062-E2FAA1B9B943}">
      <dgm:prSet/>
      <dgm:spPr/>
      <dgm:t>
        <a:bodyPr/>
        <a:lstStyle/>
        <a:p>
          <a:endParaRPr lang="en-US"/>
        </a:p>
      </dgm:t>
    </dgm:pt>
    <dgm:pt modelId="{5D06A121-3B34-4DB5-871F-B79E06626C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ObjectFIFO analysis</a:t>
          </a:r>
        </a:p>
      </dgm:t>
    </dgm:pt>
    <dgm:pt modelId="{75048785-469F-41DF-BC11-416001FA3BF7}" type="parTrans" cxnId="{3323AF2E-787B-482C-B62C-41D84883C5DF}">
      <dgm:prSet/>
      <dgm:spPr/>
      <dgm:t>
        <a:bodyPr/>
        <a:lstStyle/>
        <a:p>
          <a:endParaRPr lang="en-US"/>
        </a:p>
      </dgm:t>
    </dgm:pt>
    <dgm:pt modelId="{DDE4C2E7-EE92-43CC-BA1E-77DE07638230}" type="sibTrans" cxnId="{3323AF2E-787B-482C-B62C-41D84883C5DF}">
      <dgm:prSet/>
      <dgm:spPr/>
      <dgm:t>
        <a:bodyPr/>
        <a:lstStyle/>
        <a:p>
          <a:endParaRPr lang="en-US"/>
        </a:p>
      </dgm:t>
    </dgm:pt>
    <dgm:pt modelId="{9A4DFD63-59B1-44C0-A030-0C415C27A6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similarities to other platforms</a:t>
          </a:r>
        </a:p>
      </dgm:t>
    </dgm:pt>
    <dgm:pt modelId="{F349152A-06A5-4965-8142-A840BEE9FE39}" type="parTrans" cxnId="{2C6663DD-32EF-451C-948B-5337AF4CA6CD}">
      <dgm:prSet/>
      <dgm:spPr/>
      <dgm:t>
        <a:bodyPr/>
        <a:lstStyle/>
        <a:p>
          <a:endParaRPr lang="en-US"/>
        </a:p>
      </dgm:t>
    </dgm:pt>
    <dgm:pt modelId="{C5F3F499-91AE-4A4A-A841-912F5586E440}" type="sibTrans" cxnId="{2C6663DD-32EF-451C-948B-5337AF4CA6CD}">
      <dgm:prSet/>
      <dgm:spPr/>
      <dgm:t>
        <a:bodyPr/>
        <a:lstStyle/>
        <a:p>
          <a:endParaRPr lang="en-US"/>
        </a:p>
      </dgm:t>
    </dgm:pt>
    <dgm:pt modelId="{52FF19B1-C865-403C-A6B1-9F3199F121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Support advanced designs</a:t>
          </a:r>
        </a:p>
      </dgm:t>
    </dgm:pt>
    <dgm:pt modelId="{83F43045-8436-452A-93D2-C23C5783516F}" type="parTrans" cxnId="{2C3C2048-9F6B-4ACF-801D-4F79D32AFA69}">
      <dgm:prSet/>
      <dgm:spPr/>
      <dgm:t>
        <a:bodyPr/>
        <a:lstStyle/>
        <a:p>
          <a:endParaRPr lang="en-US"/>
        </a:p>
      </dgm:t>
    </dgm:pt>
    <dgm:pt modelId="{A01D59ED-D1BB-499B-A7BB-F7394013C0ED}" type="sibTrans" cxnId="{2C3C2048-9F6B-4ACF-801D-4F79D32AFA69}">
      <dgm:prSet/>
      <dgm:spPr/>
      <dgm:t>
        <a:bodyPr/>
        <a:lstStyle/>
        <a:p>
          <a:endParaRPr lang="en-US"/>
        </a:p>
      </dgm:t>
    </dgm:pt>
    <dgm:pt modelId="{0AFA7B38-AF6B-4183-BE4A-A1438FD7387D}" type="pres">
      <dgm:prSet presAssocID="{EBD94040-1567-4041-9BD0-CDC0B81CA7D6}" presName="root" presStyleCnt="0">
        <dgm:presLayoutVars>
          <dgm:dir/>
          <dgm:resizeHandles val="exact"/>
        </dgm:presLayoutVars>
      </dgm:prSet>
      <dgm:spPr/>
    </dgm:pt>
    <dgm:pt modelId="{62B6A6B4-FEBC-4D67-A1C1-C3AA152132FA}" type="pres">
      <dgm:prSet presAssocID="{667FDA4F-F6B9-4D27-9304-ECDBF370F330}" presName="compNode" presStyleCnt="0"/>
      <dgm:spPr/>
    </dgm:pt>
    <dgm:pt modelId="{A8E67A63-8813-4F74-AECC-563B4241A75F}" type="pres">
      <dgm:prSet presAssocID="{667FDA4F-F6B9-4D27-9304-ECDBF370F3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85C424B2-A464-4C91-8750-A493101B0F1B}" type="pres">
      <dgm:prSet presAssocID="{667FDA4F-F6B9-4D27-9304-ECDBF370F330}" presName="iconSpace" presStyleCnt="0"/>
      <dgm:spPr/>
    </dgm:pt>
    <dgm:pt modelId="{776C7969-3C40-40C1-A08E-AE1D56746F94}" type="pres">
      <dgm:prSet presAssocID="{667FDA4F-F6B9-4D27-9304-ECDBF370F330}" presName="parTx" presStyleLbl="revTx" presStyleIdx="0" presStyleCnt="4">
        <dgm:presLayoutVars>
          <dgm:chMax val="0"/>
          <dgm:chPref val="0"/>
        </dgm:presLayoutVars>
      </dgm:prSet>
      <dgm:spPr/>
    </dgm:pt>
    <dgm:pt modelId="{1F2B52B4-DF2A-4E90-8DC6-9E4C2DF68B08}" type="pres">
      <dgm:prSet presAssocID="{667FDA4F-F6B9-4D27-9304-ECDBF370F330}" presName="txSpace" presStyleCnt="0"/>
      <dgm:spPr/>
    </dgm:pt>
    <dgm:pt modelId="{6F3CB63B-65DD-4B41-B134-1BC708E33CB0}" type="pres">
      <dgm:prSet presAssocID="{667FDA4F-F6B9-4D27-9304-ECDBF370F330}" presName="desTx" presStyleLbl="revTx" presStyleIdx="1" presStyleCnt="4">
        <dgm:presLayoutVars/>
      </dgm:prSet>
      <dgm:spPr/>
    </dgm:pt>
    <dgm:pt modelId="{E9796F98-55DA-46BC-9D78-B269B5371EF1}" type="pres">
      <dgm:prSet presAssocID="{408E66DB-C08B-41DA-BF9A-1C3192B7861D}" presName="sibTrans" presStyleCnt="0"/>
      <dgm:spPr/>
    </dgm:pt>
    <dgm:pt modelId="{450953E5-DDCB-4F5E-83CF-8D24A77B502D}" type="pres">
      <dgm:prSet presAssocID="{49F9606A-36BB-49FA-9C3A-401FFA5A6BEC}" presName="compNode" presStyleCnt="0"/>
      <dgm:spPr/>
    </dgm:pt>
    <dgm:pt modelId="{506D544D-2DE2-4543-9AC8-5091C4AF9930}" type="pres">
      <dgm:prSet presAssocID="{49F9606A-36BB-49FA-9C3A-401FFA5A6B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85999A15-8B63-4031-A9F8-3138E8BF723F}" type="pres">
      <dgm:prSet presAssocID="{49F9606A-36BB-49FA-9C3A-401FFA5A6BEC}" presName="iconSpace" presStyleCnt="0"/>
      <dgm:spPr/>
    </dgm:pt>
    <dgm:pt modelId="{E8B44698-163D-48F0-9389-CF970E6ED511}" type="pres">
      <dgm:prSet presAssocID="{49F9606A-36BB-49FA-9C3A-401FFA5A6BEC}" presName="parTx" presStyleLbl="revTx" presStyleIdx="2" presStyleCnt="4">
        <dgm:presLayoutVars>
          <dgm:chMax val="0"/>
          <dgm:chPref val="0"/>
        </dgm:presLayoutVars>
      </dgm:prSet>
      <dgm:spPr/>
    </dgm:pt>
    <dgm:pt modelId="{82BFE293-81FA-4045-BF93-DDD3EE2305ED}" type="pres">
      <dgm:prSet presAssocID="{49F9606A-36BB-49FA-9C3A-401FFA5A6BEC}" presName="txSpace" presStyleCnt="0"/>
      <dgm:spPr/>
    </dgm:pt>
    <dgm:pt modelId="{C81EEEE0-EB08-487F-A432-1D3DF54D64DD}" type="pres">
      <dgm:prSet presAssocID="{49F9606A-36BB-49FA-9C3A-401FFA5A6BEC}" presName="desTx" presStyleLbl="revTx" presStyleIdx="3" presStyleCnt="4">
        <dgm:presLayoutVars/>
      </dgm:prSet>
      <dgm:spPr/>
    </dgm:pt>
  </dgm:ptLst>
  <dgm:cxnLst>
    <dgm:cxn modelId="{6AFBD608-E8EF-4C4D-A42C-7BC37009AE7A}" type="presOf" srcId="{5D06A121-3B34-4DB5-871F-B79E06626C2D}" destId="{C81EEEE0-EB08-487F-A432-1D3DF54D64DD}" srcOrd="0" destOrd="0" presId="urn:microsoft.com/office/officeart/2018/2/layout/IconLabelDescriptionList"/>
    <dgm:cxn modelId="{3323AF2E-787B-482C-B62C-41D84883C5DF}" srcId="{49F9606A-36BB-49FA-9C3A-401FFA5A6BEC}" destId="{5D06A121-3B34-4DB5-871F-B79E06626C2D}" srcOrd="0" destOrd="0" parTransId="{75048785-469F-41DF-BC11-416001FA3BF7}" sibTransId="{DDE4C2E7-EE92-43CC-BA1E-77DE07638230}"/>
    <dgm:cxn modelId="{9BD67B30-4B2E-4FA5-BEAF-01D85C0B0C12}" type="presOf" srcId="{EBD94040-1567-4041-9BD0-CDC0B81CA7D6}" destId="{0AFA7B38-AF6B-4183-BE4A-A1438FD7387D}" srcOrd="0" destOrd="0" presId="urn:microsoft.com/office/officeart/2018/2/layout/IconLabelDescriptionList"/>
    <dgm:cxn modelId="{FC61F564-E8A1-43C0-97A5-F79110DCE644}" type="presOf" srcId="{BEEC7D84-7CF9-48F3-BD54-9AC7D21D871D}" destId="{6F3CB63B-65DD-4B41-B134-1BC708E33CB0}" srcOrd="0" destOrd="0" presId="urn:microsoft.com/office/officeart/2018/2/layout/IconLabelDescriptionList"/>
    <dgm:cxn modelId="{2C3C2048-9F6B-4ACF-801D-4F79D32AFA69}" srcId="{49F9606A-36BB-49FA-9C3A-401FFA5A6BEC}" destId="{52FF19B1-C865-403C-A6B1-9F3199F121AD}" srcOrd="2" destOrd="0" parTransId="{83F43045-8436-452A-93D2-C23C5783516F}" sibTransId="{A01D59ED-D1BB-499B-A7BB-F7394013C0ED}"/>
    <dgm:cxn modelId="{C68BE768-D88D-428F-B062-E2FAA1B9B943}" srcId="{EBD94040-1567-4041-9BD0-CDC0B81CA7D6}" destId="{49F9606A-36BB-49FA-9C3A-401FFA5A6BEC}" srcOrd="1" destOrd="0" parTransId="{0603CA21-D599-4F5D-BEE5-9955B1036E90}" sibTransId="{6B61829E-CB25-4416-8B86-5089BF41D4A2}"/>
    <dgm:cxn modelId="{31BB4E6B-FA3F-473D-A741-BDA4EA9D8256}" srcId="{EBD94040-1567-4041-9BD0-CDC0B81CA7D6}" destId="{667FDA4F-F6B9-4D27-9304-ECDBF370F330}" srcOrd="0" destOrd="0" parTransId="{2BABE245-1293-4AB8-B306-E50A7D541A02}" sibTransId="{408E66DB-C08B-41DA-BF9A-1C3192B7861D}"/>
    <dgm:cxn modelId="{E49C3872-31CB-45EA-A0CD-F23210184F80}" type="presOf" srcId="{49F9606A-36BB-49FA-9C3A-401FFA5A6BEC}" destId="{E8B44698-163D-48F0-9389-CF970E6ED511}" srcOrd="0" destOrd="0" presId="urn:microsoft.com/office/officeart/2018/2/layout/IconLabelDescriptionList"/>
    <dgm:cxn modelId="{817D4072-C991-477A-8B8B-58A8B351C133}" type="presOf" srcId="{52FF19B1-C865-403C-A6B1-9F3199F121AD}" destId="{C81EEEE0-EB08-487F-A432-1D3DF54D64DD}" srcOrd="0" destOrd="2" presId="urn:microsoft.com/office/officeart/2018/2/layout/IconLabelDescriptionList"/>
    <dgm:cxn modelId="{B4B8478B-5A15-4747-8DD7-FA45CBC668C9}" srcId="{667FDA4F-F6B9-4D27-9304-ECDBF370F330}" destId="{BEEC7D84-7CF9-48F3-BD54-9AC7D21D871D}" srcOrd="0" destOrd="0" parTransId="{AA8976B0-F3EC-497B-8197-E4D14F844C55}" sibTransId="{9BD31B58-3591-44F9-B247-EB32B047312D}"/>
    <dgm:cxn modelId="{E92E2E9F-357C-4AE0-90A3-6B86DDEB2028}" type="presOf" srcId="{9A4DFD63-59B1-44C0-A030-0C415C27A61F}" destId="{C81EEEE0-EB08-487F-A432-1D3DF54D64DD}" srcOrd="0" destOrd="1" presId="urn:microsoft.com/office/officeart/2018/2/layout/IconLabelDescriptionList"/>
    <dgm:cxn modelId="{CC3CD8BE-5347-4D34-9A02-BEC14E085E63}" srcId="{667FDA4F-F6B9-4D27-9304-ECDBF370F330}" destId="{DC802149-9242-4BF9-8566-77DB05990439}" srcOrd="1" destOrd="0" parTransId="{993DDD2F-B7FB-4859-BC51-2F90A511217B}" sibTransId="{924BEAB1-DECD-47A5-A2D2-C2A7D342C2E3}"/>
    <dgm:cxn modelId="{2C6663DD-32EF-451C-948B-5337AF4CA6CD}" srcId="{49F9606A-36BB-49FA-9C3A-401FFA5A6BEC}" destId="{9A4DFD63-59B1-44C0-A030-0C415C27A61F}" srcOrd="1" destOrd="0" parTransId="{F349152A-06A5-4965-8142-A840BEE9FE39}" sibTransId="{C5F3F499-91AE-4A4A-A841-912F5586E440}"/>
    <dgm:cxn modelId="{39707CDF-4E74-4849-90BC-F26F8D51AB7D}" type="presOf" srcId="{DC802149-9242-4BF9-8566-77DB05990439}" destId="{6F3CB63B-65DD-4B41-B134-1BC708E33CB0}" srcOrd="0" destOrd="1" presId="urn:microsoft.com/office/officeart/2018/2/layout/IconLabelDescriptionList"/>
    <dgm:cxn modelId="{FC5F95E7-84C6-466C-8E59-346641155AC1}" type="presOf" srcId="{667FDA4F-F6B9-4D27-9304-ECDBF370F330}" destId="{776C7969-3C40-40C1-A08E-AE1D56746F94}" srcOrd="0" destOrd="0" presId="urn:microsoft.com/office/officeart/2018/2/layout/IconLabelDescriptionList"/>
    <dgm:cxn modelId="{DDAA0562-B85E-4564-B719-84B35810C3F6}" type="presParOf" srcId="{0AFA7B38-AF6B-4183-BE4A-A1438FD7387D}" destId="{62B6A6B4-FEBC-4D67-A1C1-C3AA152132FA}" srcOrd="0" destOrd="0" presId="urn:microsoft.com/office/officeart/2018/2/layout/IconLabelDescriptionList"/>
    <dgm:cxn modelId="{782E2642-0A81-4D19-8DF5-31E4A140A368}" type="presParOf" srcId="{62B6A6B4-FEBC-4D67-A1C1-C3AA152132FA}" destId="{A8E67A63-8813-4F74-AECC-563B4241A75F}" srcOrd="0" destOrd="0" presId="urn:microsoft.com/office/officeart/2018/2/layout/IconLabelDescriptionList"/>
    <dgm:cxn modelId="{7FB4819F-DC39-4710-B72B-FB6E97AA3FB7}" type="presParOf" srcId="{62B6A6B4-FEBC-4D67-A1C1-C3AA152132FA}" destId="{85C424B2-A464-4C91-8750-A493101B0F1B}" srcOrd="1" destOrd="0" presId="urn:microsoft.com/office/officeart/2018/2/layout/IconLabelDescriptionList"/>
    <dgm:cxn modelId="{13E0393F-FC40-4FCA-81D7-739DE2FBEFB7}" type="presParOf" srcId="{62B6A6B4-FEBC-4D67-A1C1-C3AA152132FA}" destId="{776C7969-3C40-40C1-A08E-AE1D56746F94}" srcOrd="2" destOrd="0" presId="urn:microsoft.com/office/officeart/2018/2/layout/IconLabelDescriptionList"/>
    <dgm:cxn modelId="{238B9948-3A0E-4BA1-B818-2295429E6351}" type="presParOf" srcId="{62B6A6B4-FEBC-4D67-A1C1-C3AA152132FA}" destId="{1F2B52B4-DF2A-4E90-8DC6-9E4C2DF68B08}" srcOrd="3" destOrd="0" presId="urn:microsoft.com/office/officeart/2018/2/layout/IconLabelDescriptionList"/>
    <dgm:cxn modelId="{C5FB4960-7E91-45B0-8266-6C2732A40C27}" type="presParOf" srcId="{62B6A6B4-FEBC-4D67-A1C1-C3AA152132FA}" destId="{6F3CB63B-65DD-4B41-B134-1BC708E33CB0}" srcOrd="4" destOrd="0" presId="urn:microsoft.com/office/officeart/2018/2/layout/IconLabelDescriptionList"/>
    <dgm:cxn modelId="{3BB6E010-DE47-4C15-92F2-6F18E89869FC}" type="presParOf" srcId="{0AFA7B38-AF6B-4183-BE4A-A1438FD7387D}" destId="{E9796F98-55DA-46BC-9D78-B269B5371EF1}" srcOrd="1" destOrd="0" presId="urn:microsoft.com/office/officeart/2018/2/layout/IconLabelDescriptionList"/>
    <dgm:cxn modelId="{67DD813B-E248-458D-A984-7490B7FFCFDC}" type="presParOf" srcId="{0AFA7B38-AF6B-4183-BE4A-A1438FD7387D}" destId="{450953E5-DDCB-4F5E-83CF-8D24A77B502D}" srcOrd="2" destOrd="0" presId="urn:microsoft.com/office/officeart/2018/2/layout/IconLabelDescriptionList"/>
    <dgm:cxn modelId="{0EEFC0E8-6E8C-43B9-B428-59C285643802}" type="presParOf" srcId="{450953E5-DDCB-4F5E-83CF-8D24A77B502D}" destId="{506D544D-2DE2-4543-9AC8-5091C4AF9930}" srcOrd="0" destOrd="0" presId="urn:microsoft.com/office/officeart/2018/2/layout/IconLabelDescriptionList"/>
    <dgm:cxn modelId="{F49EDFEF-8B26-4D84-BD82-D129B4DEA577}" type="presParOf" srcId="{450953E5-DDCB-4F5E-83CF-8D24A77B502D}" destId="{85999A15-8B63-4031-A9F8-3138E8BF723F}" srcOrd="1" destOrd="0" presId="urn:microsoft.com/office/officeart/2018/2/layout/IconLabelDescriptionList"/>
    <dgm:cxn modelId="{7163E5C3-8236-4F4A-977C-A47CA08B1C1D}" type="presParOf" srcId="{450953E5-DDCB-4F5E-83CF-8D24A77B502D}" destId="{E8B44698-163D-48F0-9389-CF970E6ED511}" srcOrd="2" destOrd="0" presId="urn:microsoft.com/office/officeart/2018/2/layout/IconLabelDescriptionList"/>
    <dgm:cxn modelId="{DD7558B1-6E92-4B75-99E1-4A982F16CF78}" type="presParOf" srcId="{450953E5-DDCB-4F5E-83CF-8D24A77B502D}" destId="{82BFE293-81FA-4045-BF93-DDD3EE2305ED}" srcOrd="3" destOrd="0" presId="urn:microsoft.com/office/officeart/2018/2/layout/IconLabelDescriptionList"/>
    <dgm:cxn modelId="{F5A95A4D-CD78-467B-ABA0-ABC152C02B86}" type="presParOf" srcId="{450953E5-DDCB-4F5E-83CF-8D24A77B502D}" destId="{C81EEEE0-EB08-487F-A432-1D3DF54D64D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1ACDBC8-4934-4C3F-8673-A4DB668CAB0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3C95F7-CE83-48E1-82BD-7D6796D48327}">
      <dgm:prSet/>
      <dgm:spPr/>
      <dgm:t>
        <a:bodyPr/>
        <a:lstStyle/>
        <a:p>
          <a:r>
            <a:rPr lang="en-US"/>
            <a:t>Efficiency</a:t>
          </a:r>
        </a:p>
      </dgm:t>
    </dgm:pt>
    <dgm:pt modelId="{F797D7F7-0605-42ED-80D1-9D070DAED1D8}" type="parTrans" cxnId="{6C331050-54B8-407C-8661-D96A869DF2B6}">
      <dgm:prSet/>
      <dgm:spPr/>
      <dgm:t>
        <a:bodyPr/>
        <a:lstStyle/>
        <a:p>
          <a:endParaRPr lang="en-US"/>
        </a:p>
      </dgm:t>
    </dgm:pt>
    <dgm:pt modelId="{0D5F8C70-4EA2-40BC-ABA6-C96388A8E5A8}" type="sibTrans" cxnId="{6C331050-54B8-407C-8661-D96A869DF2B6}">
      <dgm:prSet/>
      <dgm:spPr/>
      <dgm:t>
        <a:bodyPr/>
        <a:lstStyle/>
        <a:p>
          <a:endParaRPr lang="en-US"/>
        </a:p>
      </dgm:t>
    </dgm:pt>
    <dgm:pt modelId="{2146E7B5-C2CD-4D93-8430-89E5489F7F44}">
      <dgm:prSet/>
      <dgm:spPr/>
      <dgm:t>
        <a:bodyPr/>
        <a:lstStyle/>
        <a:p>
          <a:r>
            <a:rPr lang="en-US"/>
            <a:t>Read, write, modify designs</a:t>
          </a:r>
        </a:p>
      </dgm:t>
    </dgm:pt>
    <dgm:pt modelId="{1CD83BDD-73F0-440F-8618-9CC586FAE0A3}" type="parTrans" cxnId="{6CFE3B9A-A675-4FDC-96FF-15E7B0409202}">
      <dgm:prSet/>
      <dgm:spPr/>
      <dgm:t>
        <a:bodyPr/>
        <a:lstStyle/>
        <a:p>
          <a:endParaRPr lang="en-US"/>
        </a:p>
      </dgm:t>
    </dgm:pt>
    <dgm:pt modelId="{C45CB8D2-7D81-42F0-AAC9-260BBADE1FF0}" type="sibTrans" cxnId="{6CFE3B9A-A675-4FDC-96FF-15E7B0409202}">
      <dgm:prSet/>
      <dgm:spPr/>
      <dgm:t>
        <a:bodyPr/>
        <a:lstStyle/>
        <a:p>
          <a:endParaRPr lang="en-US"/>
        </a:p>
      </dgm:t>
    </dgm:pt>
    <dgm:pt modelId="{3A203AF2-9E11-4625-B72D-267A025FFDA4}">
      <dgm:prSet/>
      <dgm:spPr/>
      <dgm:t>
        <a:bodyPr/>
        <a:lstStyle/>
        <a:p>
          <a:r>
            <a:rPr lang="en-US"/>
            <a:t>Only provide detail in areas of interest</a:t>
          </a:r>
        </a:p>
      </dgm:t>
    </dgm:pt>
    <dgm:pt modelId="{8DBC72D3-0EB8-4CD8-906E-520186A339A0}" type="parTrans" cxnId="{68FD72C4-3420-40CC-9704-94BAC60A02EE}">
      <dgm:prSet/>
      <dgm:spPr/>
      <dgm:t>
        <a:bodyPr/>
        <a:lstStyle/>
        <a:p>
          <a:endParaRPr lang="en-US"/>
        </a:p>
      </dgm:t>
    </dgm:pt>
    <dgm:pt modelId="{4A1712CC-D22B-4C20-B66A-1EFA2AC79ACE}" type="sibTrans" cxnId="{68FD72C4-3420-40CC-9704-94BAC60A02EE}">
      <dgm:prSet/>
      <dgm:spPr/>
      <dgm:t>
        <a:bodyPr/>
        <a:lstStyle/>
        <a:p>
          <a:endParaRPr lang="en-US"/>
        </a:p>
      </dgm:t>
    </dgm:pt>
    <dgm:pt modelId="{B9F240B6-D4DF-42B3-8175-19A072AF2CFA}">
      <dgm:prSet/>
      <dgm:spPr/>
      <dgm:t>
        <a:bodyPr/>
        <a:lstStyle/>
        <a:p>
          <a:r>
            <a:rPr lang="en-US"/>
            <a:t>Expressivity</a:t>
          </a:r>
        </a:p>
      </dgm:t>
    </dgm:pt>
    <dgm:pt modelId="{1EE39CDA-6A4E-488C-B169-B410FC36F498}" type="parTrans" cxnId="{9B18B56D-77D0-4CE7-94CF-10B20FC792E4}">
      <dgm:prSet/>
      <dgm:spPr/>
      <dgm:t>
        <a:bodyPr/>
        <a:lstStyle/>
        <a:p>
          <a:endParaRPr lang="en-US"/>
        </a:p>
      </dgm:t>
    </dgm:pt>
    <dgm:pt modelId="{DF971665-3B1F-4B68-8966-478771ABD027}" type="sibTrans" cxnId="{9B18B56D-77D0-4CE7-94CF-10B20FC792E4}">
      <dgm:prSet/>
      <dgm:spPr/>
      <dgm:t>
        <a:bodyPr/>
        <a:lstStyle/>
        <a:p>
          <a:endParaRPr lang="en-US"/>
        </a:p>
      </dgm:t>
    </dgm:pt>
    <dgm:pt modelId="{D1EE4CEE-BAC1-4180-9C56-31D693E84055}">
      <dgm:prSet/>
      <dgm:spPr/>
      <dgm:t>
        <a:bodyPr/>
        <a:lstStyle/>
        <a:p>
          <a:r>
            <a:rPr lang="en-US"/>
            <a:t>Do not compromise on designer’s explicit control of hardware</a:t>
          </a:r>
        </a:p>
      </dgm:t>
    </dgm:pt>
    <dgm:pt modelId="{113A9746-53B1-48AC-B69B-3A5656D2DDB2}" type="parTrans" cxnId="{B8319AB4-6117-4848-A6EE-5CB158164A27}">
      <dgm:prSet/>
      <dgm:spPr/>
      <dgm:t>
        <a:bodyPr/>
        <a:lstStyle/>
        <a:p>
          <a:endParaRPr lang="en-US"/>
        </a:p>
      </dgm:t>
    </dgm:pt>
    <dgm:pt modelId="{2F00CA1A-DE04-4923-AADD-2EEF8AF8C0BC}" type="sibTrans" cxnId="{B8319AB4-6117-4848-A6EE-5CB158164A27}">
      <dgm:prSet/>
      <dgm:spPr/>
      <dgm:t>
        <a:bodyPr/>
        <a:lstStyle/>
        <a:p>
          <a:endParaRPr lang="en-US"/>
        </a:p>
      </dgm:t>
    </dgm:pt>
    <dgm:pt modelId="{C5B15E73-119D-4E89-95ED-F336E0906F26}">
      <dgm:prSet/>
      <dgm:spPr/>
      <dgm:t>
        <a:bodyPr/>
        <a:lstStyle/>
        <a:p>
          <a:r>
            <a:rPr lang="en-US"/>
            <a:t>Extensibility</a:t>
          </a:r>
        </a:p>
      </dgm:t>
    </dgm:pt>
    <dgm:pt modelId="{37299A1F-DC01-4442-A622-D006EF2517A5}" type="parTrans" cxnId="{9227F50C-9EDE-4C86-8E61-91F0620002C2}">
      <dgm:prSet/>
      <dgm:spPr/>
      <dgm:t>
        <a:bodyPr/>
        <a:lstStyle/>
        <a:p>
          <a:endParaRPr lang="en-US"/>
        </a:p>
      </dgm:t>
    </dgm:pt>
    <dgm:pt modelId="{0841F91F-2EBA-4AA3-BE7C-4FB181336AF2}" type="sibTrans" cxnId="{9227F50C-9EDE-4C86-8E61-91F0620002C2}">
      <dgm:prSet/>
      <dgm:spPr/>
      <dgm:t>
        <a:bodyPr/>
        <a:lstStyle/>
        <a:p>
          <a:endParaRPr lang="en-US"/>
        </a:p>
      </dgm:t>
    </dgm:pt>
    <dgm:pt modelId="{AA3F9729-9B8F-41B0-9037-33690D2DD158}">
      <dgm:prSet/>
      <dgm:spPr/>
      <dgm:t>
        <a:bodyPr/>
        <a:lstStyle/>
        <a:p>
          <a:r>
            <a:rPr lang="en-US"/>
            <a:t>Custom tooling, reusable logic</a:t>
          </a:r>
        </a:p>
      </dgm:t>
    </dgm:pt>
    <dgm:pt modelId="{1B99220C-E70D-4E83-BEDF-BF479765BB90}" type="parTrans" cxnId="{3EEAC12C-E92B-45C1-9071-AC2172F4ECCA}">
      <dgm:prSet/>
      <dgm:spPr/>
      <dgm:t>
        <a:bodyPr/>
        <a:lstStyle/>
        <a:p>
          <a:endParaRPr lang="en-US"/>
        </a:p>
      </dgm:t>
    </dgm:pt>
    <dgm:pt modelId="{A891BA5E-40DC-4A48-9812-F4A753D02775}" type="sibTrans" cxnId="{3EEAC12C-E92B-45C1-9071-AC2172F4ECCA}">
      <dgm:prSet/>
      <dgm:spPr/>
      <dgm:t>
        <a:bodyPr/>
        <a:lstStyle/>
        <a:p>
          <a:endParaRPr lang="en-US"/>
        </a:p>
      </dgm:t>
    </dgm:pt>
    <dgm:pt modelId="{0436263D-F2E9-9842-8BD2-B0D0B5486B64}" type="pres">
      <dgm:prSet presAssocID="{51ACDBC8-4934-4C3F-8673-A4DB668CAB00}" presName="linear" presStyleCnt="0">
        <dgm:presLayoutVars>
          <dgm:dir/>
          <dgm:animLvl val="lvl"/>
          <dgm:resizeHandles val="exact"/>
        </dgm:presLayoutVars>
      </dgm:prSet>
      <dgm:spPr/>
    </dgm:pt>
    <dgm:pt modelId="{EFAC70A3-629D-984F-AED8-35A4FE1E9725}" type="pres">
      <dgm:prSet presAssocID="{F93C95F7-CE83-48E1-82BD-7D6796D48327}" presName="parentLin" presStyleCnt="0"/>
      <dgm:spPr/>
    </dgm:pt>
    <dgm:pt modelId="{11C6EB13-A90C-9648-99DE-33E3B8609A23}" type="pres">
      <dgm:prSet presAssocID="{F93C95F7-CE83-48E1-82BD-7D6796D48327}" presName="parentLeftMargin" presStyleLbl="node1" presStyleIdx="0" presStyleCnt="3"/>
      <dgm:spPr/>
    </dgm:pt>
    <dgm:pt modelId="{B8EAB4B1-194E-9B4B-B996-599210565DBA}" type="pres">
      <dgm:prSet presAssocID="{F93C95F7-CE83-48E1-82BD-7D6796D483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7103DF-522E-2B4B-B62C-1ABAD033342F}" type="pres">
      <dgm:prSet presAssocID="{F93C95F7-CE83-48E1-82BD-7D6796D48327}" presName="negativeSpace" presStyleCnt="0"/>
      <dgm:spPr/>
    </dgm:pt>
    <dgm:pt modelId="{8DBF048A-2E4B-524D-9E5A-95DAF67BB3D6}" type="pres">
      <dgm:prSet presAssocID="{F93C95F7-CE83-48E1-82BD-7D6796D48327}" presName="childText" presStyleLbl="conFgAcc1" presStyleIdx="0" presStyleCnt="3">
        <dgm:presLayoutVars>
          <dgm:bulletEnabled val="1"/>
        </dgm:presLayoutVars>
      </dgm:prSet>
      <dgm:spPr/>
    </dgm:pt>
    <dgm:pt modelId="{4F75EEFC-8D16-5748-ABBE-8A15DFA34636}" type="pres">
      <dgm:prSet presAssocID="{0D5F8C70-4EA2-40BC-ABA6-C96388A8E5A8}" presName="spaceBetweenRectangles" presStyleCnt="0"/>
      <dgm:spPr/>
    </dgm:pt>
    <dgm:pt modelId="{2F238CF7-9EAA-1F4F-ACAA-113116983109}" type="pres">
      <dgm:prSet presAssocID="{B9F240B6-D4DF-42B3-8175-19A072AF2CFA}" presName="parentLin" presStyleCnt="0"/>
      <dgm:spPr/>
    </dgm:pt>
    <dgm:pt modelId="{299FB265-D99D-EB42-ABBC-EA2FA05C3316}" type="pres">
      <dgm:prSet presAssocID="{B9F240B6-D4DF-42B3-8175-19A072AF2CFA}" presName="parentLeftMargin" presStyleLbl="node1" presStyleIdx="0" presStyleCnt="3"/>
      <dgm:spPr/>
    </dgm:pt>
    <dgm:pt modelId="{DBD80CEB-8343-E94C-B819-7308885C3A4A}" type="pres">
      <dgm:prSet presAssocID="{B9F240B6-D4DF-42B3-8175-19A072AF2C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92DC15-9512-0749-B51C-9079CFD548C7}" type="pres">
      <dgm:prSet presAssocID="{B9F240B6-D4DF-42B3-8175-19A072AF2CFA}" presName="negativeSpace" presStyleCnt="0"/>
      <dgm:spPr/>
    </dgm:pt>
    <dgm:pt modelId="{9877A039-7528-B846-A309-3118E1AC015C}" type="pres">
      <dgm:prSet presAssocID="{B9F240B6-D4DF-42B3-8175-19A072AF2CFA}" presName="childText" presStyleLbl="conFgAcc1" presStyleIdx="1" presStyleCnt="3">
        <dgm:presLayoutVars>
          <dgm:bulletEnabled val="1"/>
        </dgm:presLayoutVars>
      </dgm:prSet>
      <dgm:spPr/>
    </dgm:pt>
    <dgm:pt modelId="{2CFAE686-3400-A245-A040-7469B925EAAB}" type="pres">
      <dgm:prSet presAssocID="{DF971665-3B1F-4B68-8966-478771ABD027}" presName="spaceBetweenRectangles" presStyleCnt="0"/>
      <dgm:spPr/>
    </dgm:pt>
    <dgm:pt modelId="{193003D6-5AD0-CE47-B159-9E54D9EA816B}" type="pres">
      <dgm:prSet presAssocID="{C5B15E73-119D-4E89-95ED-F336E0906F26}" presName="parentLin" presStyleCnt="0"/>
      <dgm:spPr/>
    </dgm:pt>
    <dgm:pt modelId="{04B624C1-5665-3448-9F39-522EBFB89A37}" type="pres">
      <dgm:prSet presAssocID="{C5B15E73-119D-4E89-95ED-F336E0906F26}" presName="parentLeftMargin" presStyleLbl="node1" presStyleIdx="1" presStyleCnt="3"/>
      <dgm:spPr/>
    </dgm:pt>
    <dgm:pt modelId="{E48CAAF0-F9FD-694C-923D-2B6F68908C44}" type="pres">
      <dgm:prSet presAssocID="{C5B15E73-119D-4E89-95ED-F336E0906F2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278CA8-5EA5-1D48-883D-895A75782BFF}" type="pres">
      <dgm:prSet presAssocID="{C5B15E73-119D-4E89-95ED-F336E0906F26}" presName="negativeSpace" presStyleCnt="0"/>
      <dgm:spPr/>
    </dgm:pt>
    <dgm:pt modelId="{8A811A52-C164-1D4A-A17C-5F50760C0C5B}" type="pres">
      <dgm:prSet presAssocID="{C5B15E73-119D-4E89-95ED-F336E0906F2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29DA0B-F547-4C45-ACF8-1C361CE35F39}" type="presOf" srcId="{B9F240B6-D4DF-42B3-8175-19A072AF2CFA}" destId="{DBD80CEB-8343-E94C-B819-7308885C3A4A}" srcOrd="1" destOrd="0" presId="urn:microsoft.com/office/officeart/2005/8/layout/list1"/>
    <dgm:cxn modelId="{9227F50C-9EDE-4C86-8E61-91F0620002C2}" srcId="{51ACDBC8-4934-4C3F-8673-A4DB668CAB00}" destId="{C5B15E73-119D-4E89-95ED-F336E0906F26}" srcOrd="2" destOrd="0" parTransId="{37299A1F-DC01-4442-A622-D006EF2517A5}" sibTransId="{0841F91F-2EBA-4AA3-BE7C-4FB181336AF2}"/>
    <dgm:cxn modelId="{5A65710F-BC9E-9F44-93E4-5AD0D83ED93B}" type="presOf" srcId="{51ACDBC8-4934-4C3F-8673-A4DB668CAB00}" destId="{0436263D-F2E9-9842-8BD2-B0D0B5486B64}" srcOrd="0" destOrd="0" presId="urn:microsoft.com/office/officeart/2005/8/layout/list1"/>
    <dgm:cxn modelId="{3EEAC12C-E92B-45C1-9071-AC2172F4ECCA}" srcId="{C5B15E73-119D-4E89-95ED-F336E0906F26}" destId="{AA3F9729-9B8F-41B0-9037-33690D2DD158}" srcOrd="0" destOrd="0" parTransId="{1B99220C-E70D-4E83-BEDF-BF479765BB90}" sibTransId="{A891BA5E-40DC-4A48-9812-F4A753D02775}"/>
    <dgm:cxn modelId="{B948F42D-02B5-AF44-BDEF-71D73E1FEAA9}" type="presOf" srcId="{B9F240B6-D4DF-42B3-8175-19A072AF2CFA}" destId="{299FB265-D99D-EB42-ABBC-EA2FA05C3316}" srcOrd="0" destOrd="0" presId="urn:microsoft.com/office/officeart/2005/8/layout/list1"/>
    <dgm:cxn modelId="{9CB3DA36-5B89-4949-82A1-95C8C7876D54}" type="presOf" srcId="{3A203AF2-9E11-4625-B72D-267A025FFDA4}" destId="{8DBF048A-2E4B-524D-9E5A-95DAF67BB3D6}" srcOrd="0" destOrd="1" presId="urn:microsoft.com/office/officeart/2005/8/layout/list1"/>
    <dgm:cxn modelId="{F0676A3A-B318-C34B-8151-B9998D508AF7}" type="presOf" srcId="{C5B15E73-119D-4E89-95ED-F336E0906F26}" destId="{04B624C1-5665-3448-9F39-522EBFB89A37}" srcOrd="0" destOrd="0" presId="urn:microsoft.com/office/officeart/2005/8/layout/list1"/>
    <dgm:cxn modelId="{DF18A25E-3F80-C744-8266-C9C58E4325AF}" type="presOf" srcId="{F93C95F7-CE83-48E1-82BD-7D6796D48327}" destId="{11C6EB13-A90C-9648-99DE-33E3B8609A23}" srcOrd="0" destOrd="0" presId="urn:microsoft.com/office/officeart/2005/8/layout/list1"/>
    <dgm:cxn modelId="{80C5286C-31F1-DD48-8FD5-733EDD951B7C}" type="presOf" srcId="{D1EE4CEE-BAC1-4180-9C56-31D693E84055}" destId="{9877A039-7528-B846-A309-3118E1AC015C}" srcOrd="0" destOrd="0" presId="urn:microsoft.com/office/officeart/2005/8/layout/list1"/>
    <dgm:cxn modelId="{9B18B56D-77D0-4CE7-94CF-10B20FC792E4}" srcId="{51ACDBC8-4934-4C3F-8673-A4DB668CAB00}" destId="{B9F240B6-D4DF-42B3-8175-19A072AF2CFA}" srcOrd="1" destOrd="0" parTransId="{1EE39CDA-6A4E-488C-B169-B410FC36F498}" sibTransId="{DF971665-3B1F-4B68-8966-478771ABD027}"/>
    <dgm:cxn modelId="{6C331050-54B8-407C-8661-D96A869DF2B6}" srcId="{51ACDBC8-4934-4C3F-8673-A4DB668CAB00}" destId="{F93C95F7-CE83-48E1-82BD-7D6796D48327}" srcOrd="0" destOrd="0" parTransId="{F797D7F7-0605-42ED-80D1-9D070DAED1D8}" sibTransId="{0D5F8C70-4EA2-40BC-ABA6-C96388A8E5A8}"/>
    <dgm:cxn modelId="{FAEA4071-76B6-B242-AD77-93F35343B0B9}" type="presOf" srcId="{F93C95F7-CE83-48E1-82BD-7D6796D48327}" destId="{B8EAB4B1-194E-9B4B-B996-599210565DBA}" srcOrd="1" destOrd="0" presId="urn:microsoft.com/office/officeart/2005/8/layout/list1"/>
    <dgm:cxn modelId="{26922B8D-05D2-F14D-88E6-062E6E8737C9}" type="presOf" srcId="{2146E7B5-C2CD-4D93-8430-89E5489F7F44}" destId="{8DBF048A-2E4B-524D-9E5A-95DAF67BB3D6}" srcOrd="0" destOrd="0" presId="urn:microsoft.com/office/officeart/2005/8/layout/list1"/>
    <dgm:cxn modelId="{5499B494-EB80-044B-84CF-20801502F31E}" type="presOf" srcId="{C5B15E73-119D-4E89-95ED-F336E0906F26}" destId="{E48CAAF0-F9FD-694C-923D-2B6F68908C44}" srcOrd="1" destOrd="0" presId="urn:microsoft.com/office/officeart/2005/8/layout/list1"/>
    <dgm:cxn modelId="{6CFE3B9A-A675-4FDC-96FF-15E7B0409202}" srcId="{F93C95F7-CE83-48E1-82BD-7D6796D48327}" destId="{2146E7B5-C2CD-4D93-8430-89E5489F7F44}" srcOrd="0" destOrd="0" parTransId="{1CD83BDD-73F0-440F-8618-9CC586FAE0A3}" sibTransId="{C45CB8D2-7D81-42F0-AAC9-260BBADE1FF0}"/>
    <dgm:cxn modelId="{B8319AB4-6117-4848-A6EE-5CB158164A27}" srcId="{B9F240B6-D4DF-42B3-8175-19A072AF2CFA}" destId="{D1EE4CEE-BAC1-4180-9C56-31D693E84055}" srcOrd="0" destOrd="0" parTransId="{113A9746-53B1-48AC-B69B-3A5656D2DDB2}" sibTransId="{2F00CA1A-DE04-4923-AADD-2EEF8AF8C0BC}"/>
    <dgm:cxn modelId="{76BB29BD-8EAE-7D40-A90D-18E29845515F}" type="presOf" srcId="{AA3F9729-9B8F-41B0-9037-33690D2DD158}" destId="{8A811A52-C164-1D4A-A17C-5F50760C0C5B}" srcOrd="0" destOrd="0" presId="urn:microsoft.com/office/officeart/2005/8/layout/list1"/>
    <dgm:cxn modelId="{68FD72C4-3420-40CC-9704-94BAC60A02EE}" srcId="{F93C95F7-CE83-48E1-82BD-7D6796D48327}" destId="{3A203AF2-9E11-4625-B72D-267A025FFDA4}" srcOrd="1" destOrd="0" parTransId="{8DBC72D3-0EB8-4CD8-906E-520186A339A0}" sibTransId="{4A1712CC-D22B-4C20-B66A-1EFA2AC79ACE}"/>
    <dgm:cxn modelId="{7FA61999-9011-3347-B8EE-D3681F4DC926}" type="presParOf" srcId="{0436263D-F2E9-9842-8BD2-B0D0B5486B64}" destId="{EFAC70A3-629D-984F-AED8-35A4FE1E9725}" srcOrd="0" destOrd="0" presId="urn:microsoft.com/office/officeart/2005/8/layout/list1"/>
    <dgm:cxn modelId="{9784E1B4-F135-D04A-9EFA-D166C0A10AF2}" type="presParOf" srcId="{EFAC70A3-629D-984F-AED8-35A4FE1E9725}" destId="{11C6EB13-A90C-9648-99DE-33E3B8609A23}" srcOrd="0" destOrd="0" presId="urn:microsoft.com/office/officeart/2005/8/layout/list1"/>
    <dgm:cxn modelId="{760B734D-C509-6B43-8A1E-4398C3131CA5}" type="presParOf" srcId="{EFAC70A3-629D-984F-AED8-35A4FE1E9725}" destId="{B8EAB4B1-194E-9B4B-B996-599210565DBA}" srcOrd="1" destOrd="0" presId="urn:microsoft.com/office/officeart/2005/8/layout/list1"/>
    <dgm:cxn modelId="{E99B1EC7-7B1B-3D4C-9ACE-8BCF4B784F55}" type="presParOf" srcId="{0436263D-F2E9-9842-8BD2-B0D0B5486B64}" destId="{137103DF-522E-2B4B-B62C-1ABAD033342F}" srcOrd="1" destOrd="0" presId="urn:microsoft.com/office/officeart/2005/8/layout/list1"/>
    <dgm:cxn modelId="{05B7347B-85EF-B240-9E69-D545BD411D7C}" type="presParOf" srcId="{0436263D-F2E9-9842-8BD2-B0D0B5486B64}" destId="{8DBF048A-2E4B-524D-9E5A-95DAF67BB3D6}" srcOrd="2" destOrd="0" presId="urn:microsoft.com/office/officeart/2005/8/layout/list1"/>
    <dgm:cxn modelId="{94CF832A-84FE-1240-9FF9-78121A8AAE2E}" type="presParOf" srcId="{0436263D-F2E9-9842-8BD2-B0D0B5486B64}" destId="{4F75EEFC-8D16-5748-ABBE-8A15DFA34636}" srcOrd="3" destOrd="0" presId="urn:microsoft.com/office/officeart/2005/8/layout/list1"/>
    <dgm:cxn modelId="{03205499-C0F8-5D45-8FB7-EE4E6CA3D4E2}" type="presParOf" srcId="{0436263D-F2E9-9842-8BD2-B0D0B5486B64}" destId="{2F238CF7-9EAA-1F4F-ACAA-113116983109}" srcOrd="4" destOrd="0" presId="urn:microsoft.com/office/officeart/2005/8/layout/list1"/>
    <dgm:cxn modelId="{82F45062-34E5-424E-A4BF-3A5D532C1273}" type="presParOf" srcId="{2F238CF7-9EAA-1F4F-ACAA-113116983109}" destId="{299FB265-D99D-EB42-ABBC-EA2FA05C3316}" srcOrd="0" destOrd="0" presId="urn:microsoft.com/office/officeart/2005/8/layout/list1"/>
    <dgm:cxn modelId="{E5D97157-B1AC-CD4C-8744-4C23CABAA270}" type="presParOf" srcId="{2F238CF7-9EAA-1F4F-ACAA-113116983109}" destId="{DBD80CEB-8343-E94C-B819-7308885C3A4A}" srcOrd="1" destOrd="0" presId="urn:microsoft.com/office/officeart/2005/8/layout/list1"/>
    <dgm:cxn modelId="{0846E52D-F984-F447-8885-0E5886423565}" type="presParOf" srcId="{0436263D-F2E9-9842-8BD2-B0D0B5486B64}" destId="{1392DC15-9512-0749-B51C-9079CFD548C7}" srcOrd="5" destOrd="0" presId="urn:microsoft.com/office/officeart/2005/8/layout/list1"/>
    <dgm:cxn modelId="{9C0247AB-63D3-0644-8D6D-A90D43D96A88}" type="presParOf" srcId="{0436263D-F2E9-9842-8BD2-B0D0B5486B64}" destId="{9877A039-7528-B846-A309-3118E1AC015C}" srcOrd="6" destOrd="0" presId="urn:microsoft.com/office/officeart/2005/8/layout/list1"/>
    <dgm:cxn modelId="{DF85D1FA-7E1C-E24C-ADD5-2BCBDAC70D78}" type="presParOf" srcId="{0436263D-F2E9-9842-8BD2-B0D0B5486B64}" destId="{2CFAE686-3400-A245-A040-7469B925EAAB}" srcOrd="7" destOrd="0" presId="urn:microsoft.com/office/officeart/2005/8/layout/list1"/>
    <dgm:cxn modelId="{652AF9A6-6E79-0643-B7EE-BB3E5BA7E452}" type="presParOf" srcId="{0436263D-F2E9-9842-8BD2-B0D0B5486B64}" destId="{193003D6-5AD0-CE47-B159-9E54D9EA816B}" srcOrd="8" destOrd="0" presId="urn:microsoft.com/office/officeart/2005/8/layout/list1"/>
    <dgm:cxn modelId="{7DD92F5C-2B06-E04C-BB70-3993AC4DA28A}" type="presParOf" srcId="{193003D6-5AD0-CE47-B159-9E54D9EA816B}" destId="{04B624C1-5665-3448-9F39-522EBFB89A37}" srcOrd="0" destOrd="0" presId="urn:microsoft.com/office/officeart/2005/8/layout/list1"/>
    <dgm:cxn modelId="{4CBE4374-70A8-5E48-90E3-594272B1EF3A}" type="presParOf" srcId="{193003D6-5AD0-CE47-B159-9E54D9EA816B}" destId="{E48CAAF0-F9FD-694C-923D-2B6F68908C44}" srcOrd="1" destOrd="0" presId="urn:microsoft.com/office/officeart/2005/8/layout/list1"/>
    <dgm:cxn modelId="{CD3658EA-8A63-B840-AFF6-7A43C1B2D747}" type="presParOf" srcId="{0436263D-F2E9-9842-8BD2-B0D0B5486B64}" destId="{65278CA8-5EA5-1D48-883D-895A75782BFF}" srcOrd="9" destOrd="0" presId="urn:microsoft.com/office/officeart/2005/8/layout/list1"/>
    <dgm:cxn modelId="{9697AFEF-12B7-3F41-AEDE-A05C1655723A}" type="presParOf" srcId="{0436263D-F2E9-9842-8BD2-B0D0B5486B64}" destId="{8A811A52-C164-1D4A-A17C-5F50760C0C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AECCA-FDB2-9F47-85A9-35CABA89D472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470D6-1E1F-4848-A9DB-2488372BA5E3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D253C-7E42-DA47-B941-E1C6954DD057}">
      <dsp:nvSpPr>
        <dsp:cNvPr id="0" name=""/>
        <dsp:cNvSpPr/>
      </dsp:nvSpPr>
      <dsp:spPr>
        <a:xfrm>
          <a:off x="1302332" y="3950547"/>
          <a:ext cx="224037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Low level of abstraction</a:t>
          </a:r>
        </a:p>
      </dsp:txBody>
      <dsp:txXfrm>
        <a:off x="1302332" y="3950547"/>
        <a:ext cx="2240374" cy="1468120"/>
      </dsp:txXfrm>
    </dsp:sp>
    <dsp:sp modelId="{92548E87-3078-E24B-A3A0-2E2FE5D321C2}">
      <dsp:nvSpPr>
        <dsp:cNvPr id="0" name=""/>
        <dsp:cNvSpPr/>
      </dsp:nvSpPr>
      <dsp:spPr>
        <a:xfrm>
          <a:off x="1687668" y="2939617"/>
          <a:ext cx="382016" cy="382016"/>
        </a:xfrm>
        <a:prstGeom prst="ellipse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28A9B-64E9-9C4F-AD58-67333DB9CCE0}">
      <dsp:nvSpPr>
        <dsp:cNvPr id="0" name=""/>
        <dsp:cNvSpPr/>
      </dsp:nvSpPr>
      <dsp:spPr>
        <a:xfrm>
          <a:off x="2373730" y="3130611"/>
          <a:ext cx="1237673" cy="67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accent4"/>
              </a:solidFill>
            </a:rPr>
            <a:t>IRON</a:t>
          </a:r>
        </a:p>
      </dsp:txBody>
      <dsp:txXfrm>
        <a:off x="2373730" y="3130611"/>
        <a:ext cx="1237673" cy="677034"/>
      </dsp:txXfrm>
    </dsp:sp>
    <dsp:sp modelId="{A0B226CD-1B40-384D-9C6E-97A6E898CB0E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3E67D-5158-AD4E-B299-A1E53EB3C2AF}">
      <dsp:nvSpPr>
        <dsp:cNvPr id="0" name=""/>
        <dsp:cNvSpPr/>
      </dsp:nvSpPr>
      <dsp:spPr>
        <a:xfrm>
          <a:off x="3903280" y="308241"/>
          <a:ext cx="2257373" cy="1161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High level of abstraction</a:t>
          </a:r>
        </a:p>
      </dsp:txBody>
      <dsp:txXfrm>
        <a:off x="3903280" y="308241"/>
        <a:ext cx="2257373" cy="11614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AECCA-FDB2-9F47-85A9-35CABA89D472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470D6-1E1F-4848-A9DB-2488372BA5E3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D253C-7E42-DA47-B941-E1C6954DD057}">
      <dsp:nvSpPr>
        <dsp:cNvPr id="0" name=""/>
        <dsp:cNvSpPr/>
      </dsp:nvSpPr>
      <dsp:spPr>
        <a:xfrm>
          <a:off x="1302332" y="3950547"/>
          <a:ext cx="224037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Low level of abstraction</a:t>
          </a:r>
        </a:p>
      </dsp:txBody>
      <dsp:txXfrm>
        <a:off x="1302332" y="3950547"/>
        <a:ext cx="2240374" cy="1468120"/>
      </dsp:txXfrm>
    </dsp:sp>
    <dsp:sp modelId="{92548E87-3078-E24B-A3A0-2E2FE5D321C2}">
      <dsp:nvSpPr>
        <dsp:cNvPr id="0" name=""/>
        <dsp:cNvSpPr/>
      </dsp:nvSpPr>
      <dsp:spPr>
        <a:xfrm>
          <a:off x="1687668" y="2939617"/>
          <a:ext cx="382016" cy="382016"/>
        </a:xfrm>
        <a:prstGeom prst="ellipse">
          <a:avLst/>
        </a:prstGeom>
        <a:solidFill>
          <a:srgbClr val="CCD2D9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28A9B-64E9-9C4F-AD58-67333DB9CCE0}">
      <dsp:nvSpPr>
        <dsp:cNvPr id="0" name=""/>
        <dsp:cNvSpPr/>
      </dsp:nvSpPr>
      <dsp:spPr>
        <a:xfrm>
          <a:off x="2373730" y="3130611"/>
          <a:ext cx="1237673" cy="67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b="1" kern="1200" dirty="0">
            <a:solidFill>
              <a:schemeClr val="accent4"/>
            </a:solidFill>
          </a:endParaRPr>
        </a:p>
      </dsp:txBody>
      <dsp:txXfrm>
        <a:off x="2373730" y="3130611"/>
        <a:ext cx="1237673" cy="677034"/>
      </dsp:txXfrm>
    </dsp:sp>
    <dsp:sp modelId="{A0B226CD-1B40-384D-9C6E-97A6E898CB0E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3E67D-5158-AD4E-B299-A1E53EB3C2AF}">
      <dsp:nvSpPr>
        <dsp:cNvPr id="0" name=""/>
        <dsp:cNvSpPr/>
      </dsp:nvSpPr>
      <dsp:spPr>
        <a:xfrm>
          <a:off x="3903280" y="308241"/>
          <a:ext cx="2257373" cy="1161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High level of abstraction</a:t>
          </a:r>
        </a:p>
      </dsp:txBody>
      <dsp:txXfrm>
        <a:off x="3903280" y="308241"/>
        <a:ext cx="2257373" cy="11614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AECCA-FDB2-9F47-85A9-35CABA89D472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470D6-1E1F-4848-A9DB-2488372BA5E3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D253C-7E42-DA47-B941-E1C6954DD057}">
      <dsp:nvSpPr>
        <dsp:cNvPr id="0" name=""/>
        <dsp:cNvSpPr/>
      </dsp:nvSpPr>
      <dsp:spPr>
        <a:xfrm>
          <a:off x="1302332" y="3950547"/>
          <a:ext cx="224037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Low level of abstraction</a:t>
          </a:r>
        </a:p>
      </dsp:txBody>
      <dsp:txXfrm>
        <a:off x="1302332" y="3950547"/>
        <a:ext cx="2240374" cy="1468120"/>
      </dsp:txXfrm>
    </dsp:sp>
    <dsp:sp modelId="{92548E87-3078-E24B-A3A0-2E2FE5D321C2}">
      <dsp:nvSpPr>
        <dsp:cNvPr id="0" name=""/>
        <dsp:cNvSpPr/>
      </dsp:nvSpPr>
      <dsp:spPr>
        <a:xfrm>
          <a:off x="1687668" y="2939617"/>
          <a:ext cx="382016" cy="382016"/>
        </a:xfrm>
        <a:prstGeom prst="ellipse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28A9B-64E9-9C4F-AD58-67333DB9CCE0}">
      <dsp:nvSpPr>
        <dsp:cNvPr id="0" name=""/>
        <dsp:cNvSpPr/>
      </dsp:nvSpPr>
      <dsp:spPr>
        <a:xfrm>
          <a:off x="2373730" y="3130611"/>
          <a:ext cx="1237673" cy="67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accent4"/>
              </a:solidFill>
            </a:rPr>
            <a:t>IRON</a:t>
          </a:r>
        </a:p>
      </dsp:txBody>
      <dsp:txXfrm>
        <a:off x="2373730" y="3130611"/>
        <a:ext cx="1237673" cy="677034"/>
      </dsp:txXfrm>
    </dsp:sp>
    <dsp:sp modelId="{A0B226CD-1B40-384D-9C6E-97A6E898CB0E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3E67D-5158-AD4E-B299-A1E53EB3C2AF}">
      <dsp:nvSpPr>
        <dsp:cNvPr id="0" name=""/>
        <dsp:cNvSpPr/>
      </dsp:nvSpPr>
      <dsp:spPr>
        <a:xfrm>
          <a:off x="3903280" y="308241"/>
          <a:ext cx="2257373" cy="1161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High level of abstraction</a:t>
          </a:r>
        </a:p>
      </dsp:txBody>
      <dsp:txXfrm>
        <a:off x="3903280" y="308241"/>
        <a:ext cx="2257373" cy="11614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AE29F-E38B-E746-BFFC-20E78B271E29}">
      <dsp:nvSpPr>
        <dsp:cNvPr id="0" name=""/>
        <dsp:cNvSpPr/>
      </dsp:nvSpPr>
      <dsp:spPr>
        <a:xfrm>
          <a:off x="0" y="0"/>
          <a:ext cx="10515600" cy="110618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MLIR-AIE dialect</a:t>
          </a:r>
          <a:endParaRPr lang="en-US" sz="2000" b="0" kern="1200" dirty="0"/>
        </a:p>
      </dsp:txBody>
      <dsp:txXfrm>
        <a:off x="2213738" y="0"/>
        <a:ext cx="8301861" cy="1106189"/>
      </dsp:txXfrm>
    </dsp:sp>
    <dsp:sp modelId="{3F789760-AE01-4649-A24D-17016A2337C7}">
      <dsp:nvSpPr>
        <dsp:cNvPr id="0" name=""/>
        <dsp:cNvSpPr/>
      </dsp:nvSpPr>
      <dsp:spPr>
        <a:xfrm>
          <a:off x="311824" y="110618"/>
          <a:ext cx="1700709" cy="884951"/>
        </a:xfrm>
        <a:prstGeom prst="roundRect">
          <a:avLst>
            <a:gd name="adj" fmla="val 1000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389F8-9469-B54A-BF8A-BA3243BA17FC}">
      <dsp:nvSpPr>
        <dsp:cNvPr id="0" name=""/>
        <dsp:cNvSpPr/>
      </dsp:nvSpPr>
      <dsp:spPr>
        <a:xfrm>
          <a:off x="0" y="1216808"/>
          <a:ext cx="10515600" cy="1106189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Python API</a:t>
          </a:r>
          <a:endParaRPr lang="en-US" sz="2000" kern="1200" dirty="0"/>
        </a:p>
      </dsp:txBody>
      <dsp:txXfrm>
        <a:off x="2213738" y="1216808"/>
        <a:ext cx="8301861" cy="1106189"/>
      </dsp:txXfrm>
    </dsp:sp>
    <dsp:sp modelId="{975AAEFF-9A67-4F4F-A36A-293779A3C287}">
      <dsp:nvSpPr>
        <dsp:cNvPr id="0" name=""/>
        <dsp:cNvSpPr/>
      </dsp:nvSpPr>
      <dsp:spPr>
        <a:xfrm>
          <a:off x="311824" y="1327427"/>
          <a:ext cx="1700709" cy="884951"/>
        </a:xfrm>
        <a:prstGeom prst="roundRect">
          <a:avLst>
            <a:gd name="adj" fmla="val 1000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87839-BDA9-1E48-B6FF-449B9EF91ABD}">
      <dsp:nvSpPr>
        <dsp:cNvPr id="0" name=""/>
        <dsp:cNvSpPr/>
      </dsp:nvSpPr>
      <dsp:spPr>
        <a:xfrm>
          <a:off x="0" y="2433617"/>
          <a:ext cx="10515600" cy="110618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Programming Guide</a:t>
          </a:r>
        </a:p>
      </dsp:txBody>
      <dsp:txXfrm>
        <a:off x="2213738" y="2433617"/>
        <a:ext cx="8301861" cy="1106189"/>
      </dsp:txXfrm>
    </dsp:sp>
    <dsp:sp modelId="{7E36C594-E933-F94C-A7D1-B09A95C3C645}">
      <dsp:nvSpPr>
        <dsp:cNvPr id="0" name=""/>
        <dsp:cNvSpPr/>
      </dsp:nvSpPr>
      <dsp:spPr>
        <a:xfrm>
          <a:off x="311824" y="2544236"/>
          <a:ext cx="1700709" cy="884951"/>
        </a:xfrm>
        <a:prstGeom prst="roundRect">
          <a:avLst>
            <a:gd name="adj" fmla="val 1000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4FA22-41BB-4445-9BEC-BF2FD910FF98}">
      <dsp:nvSpPr>
        <dsp:cNvPr id="0" name=""/>
        <dsp:cNvSpPr/>
      </dsp:nvSpPr>
      <dsp:spPr>
        <a:xfrm>
          <a:off x="0" y="3650425"/>
          <a:ext cx="10515600" cy="110618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Programs</a:t>
          </a:r>
          <a:endParaRPr lang="en-US" sz="2000" kern="1200" dirty="0"/>
        </a:p>
      </dsp:txBody>
      <dsp:txXfrm>
        <a:off x="2213738" y="3650425"/>
        <a:ext cx="8301861" cy="1106189"/>
      </dsp:txXfrm>
    </dsp:sp>
    <dsp:sp modelId="{35CC3814-190C-F144-8F35-EBD1BDAD38FB}">
      <dsp:nvSpPr>
        <dsp:cNvPr id="0" name=""/>
        <dsp:cNvSpPr/>
      </dsp:nvSpPr>
      <dsp:spPr>
        <a:xfrm>
          <a:off x="311824" y="3761044"/>
          <a:ext cx="1700709" cy="884951"/>
        </a:xfrm>
        <a:prstGeom prst="roundRect">
          <a:avLst>
            <a:gd name="adj" fmla="val 1000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F048A-2E4B-524D-9E5A-95DAF67BB3D6}">
      <dsp:nvSpPr>
        <dsp:cNvPr id="0" name=""/>
        <dsp:cNvSpPr/>
      </dsp:nvSpPr>
      <dsp:spPr>
        <a:xfrm>
          <a:off x="0" y="345069"/>
          <a:ext cx="5156200" cy="11655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Read, write, modify designs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Only provide detail in areas of interest</a:t>
          </a:r>
        </a:p>
      </dsp:txBody>
      <dsp:txXfrm>
        <a:off x="0" y="345069"/>
        <a:ext cx="5156200" cy="1165500"/>
      </dsp:txXfrm>
    </dsp:sp>
    <dsp:sp modelId="{B8EAB4B1-194E-9B4B-B996-599210565DBA}">
      <dsp:nvSpPr>
        <dsp:cNvPr id="0" name=""/>
        <dsp:cNvSpPr/>
      </dsp:nvSpPr>
      <dsp:spPr>
        <a:xfrm>
          <a:off x="257810" y="49868"/>
          <a:ext cx="3609340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Efficiency</a:t>
          </a:r>
        </a:p>
      </dsp:txBody>
      <dsp:txXfrm>
        <a:off x="286631" y="78689"/>
        <a:ext cx="3551698" cy="532758"/>
      </dsp:txXfrm>
    </dsp:sp>
    <dsp:sp modelId="{9877A039-7528-B846-A309-3118E1AC015C}">
      <dsp:nvSpPr>
        <dsp:cNvPr id="0" name=""/>
        <dsp:cNvSpPr/>
      </dsp:nvSpPr>
      <dsp:spPr>
        <a:xfrm>
          <a:off x="0" y="1913769"/>
          <a:ext cx="5156200" cy="11340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Do not compromise on designer’s explicit control of hardware</a:t>
          </a:r>
        </a:p>
      </dsp:txBody>
      <dsp:txXfrm>
        <a:off x="0" y="1913769"/>
        <a:ext cx="5156200" cy="1134000"/>
      </dsp:txXfrm>
    </dsp:sp>
    <dsp:sp modelId="{DBD80CEB-8343-E94C-B819-7308885C3A4A}">
      <dsp:nvSpPr>
        <dsp:cNvPr id="0" name=""/>
        <dsp:cNvSpPr/>
      </dsp:nvSpPr>
      <dsp:spPr>
        <a:xfrm>
          <a:off x="257810" y="1618569"/>
          <a:ext cx="3609340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Expressivity</a:t>
          </a:r>
        </a:p>
      </dsp:txBody>
      <dsp:txXfrm>
        <a:off x="286631" y="1647390"/>
        <a:ext cx="3551698" cy="532758"/>
      </dsp:txXfrm>
    </dsp:sp>
    <dsp:sp modelId="{8A811A52-C164-1D4A-A17C-5F50760C0C5B}">
      <dsp:nvSpPr>
        <dsp:cNvPr id="0" name=""/>
        <dsp:cNvSpPr/>
      </dsp:nvSpPr>
      <dsp:spPr>
        <a:xfrm>
          <a:off x="0" y="3450969"/>
          <a:ext cx="5156200" cy="8505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Custom tooling, reusable logic</a:t>
          </a:r>
        </a:p>
      </dsp:txBody>
      <dsp:txXfrm>
        <a:off x="0" y="3450969"/>
        <a:ext cx="5156200" cy="850500"/>
      </dsp:txXfrm>
    </dsp:sp>
    <dsp:sp modelId="{E48CAAF0-F9FD-694C-923D-2B6F68908C44}">
      <dsp:nvSpPr>
        <dsp:cNvPr id="0" name=""/>
        <dsp:cNvSpPr/>
      </dsp:nvSpPr>
      <dsp:spPr>
        <a:xfrm>
          <a:off x="257810" y="3155769"/>
          <a:ext cx="3609340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Extensibility</a:t>
          </a:r>
        </a:p>
      </dsp:txBody>
      <dsp:txXfrm>
        <a:off x="286631" y="3184590"/>
        <a:ext cx="3551698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F048A-2E4B-524D-9E5A-95DAF67BB3D6}">
      <dsp:nvSpPr>
        <dsp:cNvPr id="0" name=""/>
        <dsp:cNvSpPr/>
      </dsp:nvSpPr>
      <dsp:spPr>
        <a:xfrm>
          <a:off x="0" y="345069"/>
          <a:ext cx="5156200" cy="116550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Read, write, modify designs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Only provide detail in areas of interest</a:t>
          </a:r>
        </a:p>
      </dsp:txBody>
      <dsp:txXfrm>
        <a:off x="0" y="345069"/>
        <a:ext cx="5156200" cy="1165500"/>
      </dsp:txXfrm>
    </dsp:sp>
    <dsp:sp modelId="{B8EAB4B1-194E-9B4B-B996-599210565DBA}">
      <dsp:nvSpPr>
        <dsp:cNvPr id="0" name=""/>
        <dsp:cNvSpPr/>
      </dsp:nvSpPr>
      <dsp:spPr>
        <a:xfrm>
          <a:off x="257810" y="49868"/>
          <a:ext cx="3609340" cy="590400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Efficiency</a:t>
          </a:r>
        </a:p>
      </dsp:txBody>
      <dsp:txXfrm>
        <a:off x="286631" y="78689"/>
        <a:ext cx="3551698" cy="532758"/>
      </dsp:txXfrm>
    </dsp:sp>
    <dsp:sp modelId="{9877A039-7528-B846-A309-3118E1AC015C}">
      <dsp:nvSpPr>
        <dsp:cNvPr id="0" name=""/>
        <dsp:cNvSpPr/>
      </dsp:nvSpPr>
      <dsp:spPr>
        <a:xfrm>
          <a:off x="0" y="1913769"/>
          <a:ext cx="5156200" cy="11340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Do not compromise on designer’s explicit control of hardware</a:t>
          </a:r>
        </a:p>
      </dsp:txBody>
      <dsp:txXfrm>
        <a:off x="0" y="1913769"/>
        <a:ext cx="5156200" cy="1134000"/>
      </dsp:txXfrm>
    </dsp:sp>
    <dsp:sp modelId="{DBD80CEB-8343-E94C-B819-7308885C3A4A}">
      <dsp:nvSpPr>
        <dsp:cNvPr id="0" name=""/>
        <dsp:cNvSpPr/>
      </dsp:nvSpPr>
      <dsp:spPr>
        <a:xfrm>
          <a:off x="257810" y="1618569"/>
          <a:ext cx="3609340" cy="590400"/>
        </a:xfrm>
        <a:prstGeom prst="roundRect">
          <a:avLst/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85000"/>
                </a:schemeClr>
              </a:solidFill>
            </a:rPr>
            <a:t>Expressivity</a:t>
          </a:r>
        </a:p>
      </dsp:txBody>
      <dsp:txXfrm>
        <a:off x="286631" y="1647390"/>
        <a:ext cx="3551698" cy="532758"/>
      </dsp:txXfrm>
    </dsp:sp>
    <dsp:sp modelId="{8A811A52-C164-1D4A-A17C-5F50760C0C5B}">
      <dsp:nvSpPr>
        <dsp:cNvPr id="0" name=""/>
        <dsp:cNvSpPr/>
      </dsp:nvSpPr>
      <dsp:spPr>
        <a:xfrm>
          <a:off x="0" y="3450969"/>
          <a:ext cx="5156200" cy="8505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Custom tooling, reusable logic</a:t>
          </a:r>
        </a:p>
      </dsp:txBody>
      <dsp:txXfrm>
        <a:off x="0" y="3450969"/>
        <a:ext cx="5156200" cy="850500"/>
      </dsp:txXfrm>
    </dsp:sp>
    <dsp:sp modelId="{E48CAAF0-F9FD-694C-923D-2B6F68908C44}">
      <dsp:nvSpPr>
        <dsp:cNvPr id="0" name=""/>
        <dsp:cNvSpPr/>
      </dsp:nvSpPr>
      <dsp:spPr>
        <a:xfrm>
          <a:off x="257810" y="3155769"/>
          <a:ext cx="3609340" cy="590400"/>
        </a:xfrm>
        <a:prstGeom prst="roundRect">
          <a:avLst/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85000"/>
                </a:schemeClr>
              </a:solidFill>
            </a:rPr>
            <a:t>Extensibility</a:t>
          </a:r>
        </a:p>
      </dsp:txBody>
      <dsp:txXfrm>
        <a:off x="286631" y="3184590"/>
        <a:ext cx="3551698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F048A-2E4B-524D-9E5A-95DAF67BB3D6}">
      <dsp:nvSpPr>
        <dsp:cNvPr id="0" name=""/>
        <dsp:cNvSpPr/>
      </dsp:nvSpPr>
      <dsp:spPr>
        <a:xfrm>
          <a:off x="0" y="345069"/>
          <a:ext cx="5156200" cy="116550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Read, write, modify designs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Only provide detail in areas of interest</a:t>
          </a:r>
        </a:p>
      </dsp:txBody>
      <dsp:txXfrm>
        <a:off x="0" y="345069"/>
        <a:ext cx="5156200" cy="1165500"/>
      </dsp:txXfrm>
    </dsp:sp>
    <dsp:sp modelId="{B8EAB4B1-194E-9B4B-B996-599210565DBA}">
      <dsp:nvSpPr>
        <dsp:cNvPr id="0" name=""/>
        <dsp:cNvSpPr/>
      </dsp:nvSpPr>
      <dsp:spPr>
        <a:xfrm>
          <a:off x="257810" y="49868"/>
          <a:ext cx="3609340" cy="590400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>
                  <a:lumMod val="40000"/>
                  <a:lumOff val="60000"/>
                </a:schemeClr>
              </a:solidFill>
            </a:rPr>
            <a:t>Efficiency</a:t>
          </a:r>
        </a:p>
      </dsp:txBody>
      <dsp:txXfrm>
        <a:off x="286631" y="78689"/>
        <a:ext cx="3551698" cy="532758"/>
      </dsp:txXfrm>
    </dsp:sp>
    <dsp:sp modelId="{9877A039-7528-B846-A309-3118E1AC015C}">
      <dsp:nvSpPr>
        <dsp:cNvPr id="0" name=""/>
        <dsp:cNvSpPr/>
      </dsp:nvSpPr>
      <dsp:spPr>
        <a:xfrm>
          <a:off x="0" y="1913769"/>
          <a:ext cx="5156200" cy="1134000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Do not compromise on designer’s explicit control of hardware</a:t>
          </a:r>
        </a:p>
      </dsp:txBody>
      <dsp:txXfrm>
        <a:off x="0" y="1913769"/>
        <a:ext cx="5156200" cy="1134000"/>
      </dsp:txXfrm>
    </dsp:sp>
    <dsp:sp modelId="{DBD80CEB-8343-E94C-B819-7308885C3A4A}">
      <dsp:nvSpPr>
        <dsp:cNvPr id="0" name=""/>
        <dsp:cNvSpPr/>
      </dsp:nvSpPr>
      <dsp:spPr>
        <a:xfrm>
          <a:off x="257810" y="1618569"/>
          <a:ext cx="3609340" cy="590400"/>
        </a:xfrm>
        <a:prstGeom prst="roundRect">
          <a:avLst/>
        </a:prstGeom>
        <a:solidFill>
          <a:schemeClr val="accent4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Expressivity</a:t>
          </a:r>
        </a:p>
      </dsp:txBody>
      <dsp:txXfrm>
        <a:off x="286631" y="1647390"/>
        <a:ext cx="3551698" cy="532758"/>
      </dsp:txXfrm>
    </dsp:sp>
    <dsp:sp modelId="{8A811A52-C164-1D4A-A17C-5F50760C0C5B}">
      <dsp:nvSpPr>
        <dsp:cNvPr id="0" name=""/>
        <dsp:cNvSpPr/>
      </dsp:nvSpPr>
      <dsp:spPr>
        <a:xfrm>
          <a:off x="0" y="3450969"/>
          <a:ext cx="5156200" cy="850500"/>
        </a:xfrm>
        <a:prstGeom prst="rect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Custom tooling, reusable logic</a:t>
          </a:r>
        </a:p>
      </dsp:txBody>
      <dsp:txXfrm>
        <a:off x="0" y="3450969"/>
        <a:ext cx="5156200" cy="850500"/>
      </dsp:txXfrm>
    </dsp:sp>
    <dsp:sp modelId="{E48CAAF0-F9FD-694C-923D-2B6F68908C44}">
      <dsp:nvSpPr>
        <dsp:cNvPr id="0" name=""/>
        <dsp:cNvSpPr/>
      </dsp:nvSpPr>
      <dsp:spPr>
        <a:xfrm>
          <a:off x="257810" y="3155769"/>
          <a:ext cx="3609340" cy="590400"/>
        </a:xfrm>
        <a:prstGeom prst="roundRect">
          <a:avLst/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85000"/>
                </a:schemeClr>
              </a:solidFill>
            </a:rPr>
            <a:t>Extensibility</a:t>
          </a:r>
        </a:p>
      </dsp:txBody>
      <dsp:txXfrm>
        <a:off x="286631" y="3184590"/>
        <a:ext cx="3551698" cy="5327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F048A-2E4B-524D-9E5A-95DAF67BB3D6}">
      <dsp:nvSpPr>
        <dsp:cNvPr id="0" name=""/>
        <dsp:cNvSpPr/>
      </dsp:nvSpPr>
      <dsp:spPr>
        <a:xfrm>
          <a:off x="0" y="345069"/>
          <a:ext cx="5156200" cy="116550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Read, write, modify designs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Only provide detail in areas of interest</a:t>
          </a:r>
        </a:p>
      </dsp:txBody>
      <dsp:txXfrm>
        <a:off x="0" y="345069"/>
        <a:ext cx="5156200" cy="1165500"/>
      </dsp:txXfrm>
    </dsp:sp>
    <dsp:sp modelId="{B8EAB4B1-194E-9B4B-B996-599210565DBA}">
      <dsp:nvSpPr>
        <dsp:cNvPr id="0" name=""/>
        <dsp:cNvSpPr/>
      </dsp:nvSpPr>
      <dsp:spPr>
        <a:xfrm>
          <a:off x="257810" y="49868"/>
          <a:ext cx="3609340" cy="590400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2">
                  <a:lumMod val="40000"/>
                  <a:lumOff val="60000"/>
                </a:schemeClr>
              </a:solidFill>
            </a:rPr>
            <a:t>Efficiency</a:t>
          </a:r>
        </a:p>
      </dsp:txBody>
      <dsp:txXfrm>
        <a:off x="286631" y="78689"/>
        <a:ext cx="3551698" cy="532758"/>
      </dsp:txXfrm>
    </dsp:sp>
    <dsp:sp modelId="{9877A039-7528-B846-A309-3118E1AC015C}">
      <dsp:nvSpPr>
        <dsp:cNvPr id="0" name=""/>
        <dsp:cNvSpPr/>
      </dsp:nvSpPr>
      <dsp:spPr>
        <a:xfrm>
          <a:off x="0" y="1913769"/>
          <a:ext cx="5156200" cy="1134000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Do not compromise on designer’s explicit control of hardware</a:t>
          </a:r>
        </a:p>
      </dsp:txBody>
      <dsp:txXfrm>
        <a:off x="0" y="1913769"/>
        <a:ext cx="5156200" cy="1134000"/>
      </dsp:txXfrm>
    </dsp:sp>
    <dsp:sp modelId="{DBD80CEB-8343-E94C-B819-7308885C3A4A}">
      <dsp:nvSpPr>
        <dsp:cNvPr id="0" name=""/>
        <dsp:cNvSpPr/>
      </dsp:nvSpPr>
      <dsp:spPr>
        <a:xfrm>
          <a:off x="257810" y="1618569"/>
          <a:ext cx="3609340" cy="590400"/>
        </a:xfrm>
        <a:prstGeom prst="roundRect">
          <a:avLst/>
        </a:prstGeom>
        <a:solidFill>
          <a:schemeClr val="accent4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4">
                  <a:lumMod val="40000"/>
                  <a:lumOff val="60000"/>
                </a:schemeClr>
              </a:solidFill>
            </a:rPr>
            <a:t>Expressivity</a:t>
          </a:r>
        </a:p>
      </dsp:txBody>
      <dsp:txXfrm>
        <a:off x="286631" y="1647390"/>
        <a:ext cx="3551698" cy="532758"/>
      </dsp:txXfrm>
    </dsp:sp>
    <dsp:sp modelId="{8A811A52-C164-1D4A-A17C-5F50760C0C5B}">
      <dsp:nvSpPr>
        <dsp:cNvPr id="0" name=""/>
        <dsp:cNvSpPr/>
      </dsp:nvSpPr>
      <dsp:spPr>
        <a:xfrm>
          <a:off x="0" y="3450969"/>
          <a:ext cx="5156200" cy="85050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178" tIns="416560" rIns="40017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Custom tooling, reusable logic</a:t>
          </a:r>
        </a:p>
      </dsp:txBody>
      <dsp:txXfrm>
        <a:off x="0" y="3450969"/>
        <a:ext cx="5156200" cy="850500"/>
      </dsp:txXfrm>
    </dsp:sp>
    <dsp:sp modelId="{E48CAAF0-F9FD-694C-923D-2B6F68908C44}">
      <dsp:nvSpPr>
        <dsp:cNvPr id="0" name=""/>
        <dsp:cNvSpPr/>
      </dsp:nvSpPr>
      <dsp:spPr>
        <a:xfrm>
          <a:off x="257810" y="3155769"/>
          <a:ext cx="3609340" cy="590400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424" tIns="0" rIns="13642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Extensibility</a:t>
          </a:r>
        </a:p>
      </dsp:txBody>
      <dsp:txXfrm>
        <a:off x="286631" y="3184590"/>
        <a:ext cx="3551698" cy="5327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67A63-8813-4F74-AECC-563B4241A75F}">
      <dsp:nvSpPr>
        <dsp:cNvPr id="0" name=""/>
        <dsp:cNvSpPr/>
      </dsp:nvSpPr>
      <dsp:spPr>
        <a:xfrm>
          <a:off x="559800" y="110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C7969-3C40-40C1-A08E-AE1D56746F94}">
      <dsp:nvSpPr>
        <dsp:cNvPr id="0" name=""/>
        <dsp:cNvSpPr/>
      </dsp:nvSpPr>
      <dsp:spPr>
        <a:xfrm>
          <a:off x="559800" y="180008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Extend further</a:t>
          </a:r>
        </a:p>
      </dsp:txBody>
      <dsp:txXfrm>
        <a:off x="559800" y="1800089"/>
        <a:ext cx="4320000" cy="648000"/>
      </dsp:txXfrm>
    </dsp:sp>
    <dsp:sp modelId="{6F3CB63B-65DD-4B41-B134-1BC708E33CB0}">
      <dsp:nvSpPr>
        <dsp:cNvPr id="0" name=""/>
        <dsp:cNvSpPr/>
      </dsp:nvSpPr>
      <dsp:spPr>
        <a:xfrm>
          <a:off x="559800" y="2530696"/>
          <a:ext cx="4320000" cy="1710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Currently integrated and available!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Improvements: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1) Debugging, tracing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2) Data visualizations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3) …</a:t>
          </a:r>
        </a:p>
      </dsp:txBody>
      <dsp:txXfrm>
        <a:off x="559800" y="2530696"/>
        <a:ext cx="4320000" cy="1710158"/>
      </dsp:txXfrm>
    </dsp:sp>
    <dsp:sp modelId="{506D544D-2DE2-4543-9AC8-5091C4AF9930}">
      <dsp:nvSpPr>
        <dsp:cNvPr id="0" name=""/>
        <dsp:cNvSpPr/>
      </dsp:nvSpPr>
      <dsp:spPr>
        <a:xfrm>
          <a:off x="5635800" y="110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44698-163D-48F0-9389-CF970E6ED511}">
      <dsp:nvSpPr>
        <dsp:cNvPr id="0" name=""/>
        <dsp:cNvSpPr/>
      </dsp:nvSpPr>
      <dsp:spPr>
        <a:xfrm>
          <a:off x="5635800" y="180008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Enable related works</a:t>
          </a:r>
        </a:p>
      </dsp:txBody>
      <dsp:txXfrm>
        <a:off x="5635800" y="1800089"/>
        <a:ext cx="4320000" cy="648000"/>
      </dsp:txXfrm>
    </dsp:sp>
    <dsp:sp modelId="{C81EEEE0-EB08-487F-A432-1D3DF54D64DD}">
      <dsp:nvSpPr>
        <dsp:cNvPr id="0" name=""/>
        <dsp:cNvSpPr/>
      </dsp:nvSpPr>
      <dsp:spPr>
        <a:xfrm>
          <a:off x="5635800" y="2530696"/>
          <a:ext cx="4320000" cy="1710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ObjectFIFO analysis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Analyze similarities to other platforms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Support advanced designs</a:t>
          </a:r>
        </a:p>
      </dsp:txBody>
      <dsp:txXfrm>
        <a:off x="5635800" y="2530696"/>
        <a:ext cx="4320000" cy="17101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F048A-2E4B-524D-9E5A-95DAF67BB3D6}">
      <dsp:nvSpPr>
        <dsp:cNvPr id="0" name=""/>
        <dsp:cNvSpPr/>
      </dsp:nvSpPr>
      <dsp:spPr>
        <a:xfrm>
          <a:off x="0" y="402376"/>
          <a:ext cx="10515600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Read, write, modify designs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Only provide detail in areas of interest</a:t>
          </a:r>
        </a:p>
      </dsp:txBody>
      <dsp:txXfrm>
        <a:off x="0" y="402376"/>
        <a:ext cx="10515600" cy="1223775"/>
      </dsp:txXfrm>
    </dsp:sp>
    <dsp:sp modelId="{B8EAB4B1-194E-9B4B-B996-599210565DBA}">
      <dsp:nvSpPr>
        <dsp:cNvPr id="0" name=""/>
        <dsp:cNvSpPr/>
      </dsp:nvSpPr>
      <dsp:spPr>
        <a:xfrm>
          <a:off x="525780" y="92416"/>
          <a:ext cx="7360920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Efficiency</a:t>
          </a:r>
        </a:p>
      </dsp:txBody>
      <dsp:txXfrm>
        <a:off x="556042" y="122678"/>
        <a:ext cx="7300396" cy="559396"/>
      </dsp:txXfrm>
    </dsp:sp>
    <dsp:sp modelId="{9877A039-7528-B846-A309-3118E1AC015C}">
      <dsp:nvSpPr>
        <dsp:cNvPr id="0" name=""/>
        <dsp:cNvSpPr/>
      </dsp:nvSpPr>
      <dsp:spPr>
        <a:xfrm>
          <a:off x="0" y="2049511"/>
          <a:ext cx="10515600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Do not compromise on designer’s explicit control of hardware</a:t>
          </a:r>
        </a:p>
      </dsp:txBody>
      <dsp:txXfrm>
        <a:off x="0" y="2049511"/>
        <a:ext cx="10515600" cy="893025"/>
      </dsp:txXfrm>
    </dsp:sp>
    <dsp:sp modelId="{DBD80CEB-8343-E94C-B819-7308885C3A4A}">
      <dsp:nvSpPr>
        <dsp:cNvPr id="0" name=""/>
        <dsp:cNvSpPr/>
      </dsp:nvSpPr>
      <dsp:spPr>
        <a:xfrm>
          <a:off x="525780" y="1739551"/>
          <a:ext cx="7360920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Expressivity</a:t>
          </a:r>
        </a:p>
      </dsp:txBody>
      <dsp:txXfrm>
        <a:off x="556042" y="1769813"/>
        <a:ext cx="7300396" cy="559396"/>
      </dsp:txXfrm>
    </dsp:sp>
    <dsp:sp modelId="{8A811A52-C164-1D4A-A17C-5F50760C0C5B}">
      <dsp:nvSpPr>
        <dsp:cNvPr id="0" name=""/>
        <dsp:cNvSpPr/>
      </dsp:nvSpPr>
      <dsp:spPr>
        <a:xfrm>
          <a:off x="0" y="3365896"/>
          <a:ext cx="10515600" cy="89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Custom tooling, reusable logic</a:t>
          </a:r>
        </a:p>
      </dsp:txBody>
      <dsp:txXfrm>
        <a:off x="0" y="3365896"/>
        <a:ext cx="10515600" cy="893025"/>
      </dsp:txXfrm>
    </dsp:sp>
    <dsp:sp modelId="{E48CAAF0-F9FD-694C-923D-2B6F68908C44}">
      <dsp:nvSpPr>
        <dsp:cNvPr id="0" name=""/>
        <dsp:cNvSpPr/>
      </dsp:nvSpPr>
      <dsp:spPr>
        <a:xfrm>
          <a:off x="525780" y="3055936"/>
          <a:ext cx="7360920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Extensibility</a:t>
          </a:r>
        </a:p>
      </dsp:txBody>
      <dsp:txXfrm>
        <a:off x="556042" y="3086198"/>
        <a:ext cx="7300396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BB50F-8054-5A49-85B1-3138BA7A49F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D39AD-9F7A-B343-B0F0-2400F3E6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77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50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72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971D-BEAC-E2D4-626C-E5BE0FD0B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88B1C-F26E-E030-8B83-4C7B06ABB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A5C84-E1F1-3BDB-2F3A-251EDE0D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B51A-3420-D520-E645-323F622D3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91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3E189-79DA-D2C1-304C-213B346C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548B5-DD72-1216-A769-99E0BFC06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904C5-0152-F3E7-F60C-C3CEEF53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D4F7D-E427-4F32-C83E-D8E9E8E5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16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DE70-9069-4972-3482-5DBBFE08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6F462-DEF4-265F-A842-4FDFAB4FB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50B03-D8F9-A474-7916-9CF741C68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C489B-D3D0-8F66-91DB-79959415B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55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1E5C-5A7E-C4D8-4E55-6EA6E377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B3499-5148-79A5-9DFC-1941ABEE7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299E9-7E9E-E5F5-9F0B-C5091F614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3E568-B685-C83C-35D5-EF90DE1C7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80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86A9-B905-83BF-3539-AC3430E5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81CE9-2746-7DF7-365A-8F1FE92F1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E1033-9973-1001-F0AF-E142D83A2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B151-19B9-8797-8077-0D79B0B64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15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0CEF-95E4-2266-C5B8-F3505954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B40C3-CC83-B463-27F2-6DF1CC9C6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0BD9E-B966-4225-A33B-95D50B22B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631B-83C4-566D-9056-406D24C86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3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D220-809C-1145-90CE-CF734977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DEDB6-8D3F-6D29-2AA4-91BFD14EE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05256-07E3-0CEF-5CB6-4F5248945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17CC2-A18D-553F-8CF1-B34402FE4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24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769D-5B79-FFDF-AE6D-7A5EE6F4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F0A63-145F-ED4B-AA41-5EFD63A7A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9DB02-B2E2-E9DC-105A-314BF55F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A2FC0-87BC-917A-6E4D-71829FD1A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68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D688-E3CB-AB7D-909C-001FA7C1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D0D5B-FBFB-7083-9CF5-92E1CA1CE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6D9E7-71F2-44FE-46F0-08EA1C45E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2849-7028-E190-FC25-BE2A4C024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3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5BB8-48D1-E499-EF9B-F26B59A4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C20B4-0AA7-A274-BDD1-136A743C4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0FB80-02E4-AA6A-93AF-F04635069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FF21-A0B1-55DA-2880-473778279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65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A7BFF-8881-9F0A-7907-E83B97D8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89C26-D458-44AF-36B3-F4F50ED1D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104A6-A65E-B20A-28DB-BFBD74858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15304-B6BD-E5C7-1983-C2CB35AAC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45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2389-D196-82EF-C533-C039EC0B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710E2-8F17-72A8-35A2-1A82D3D40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2E809-FB8A-1D6D-51BF-70152B93C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458FF-FFC9-EE53-E736-1861F746A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7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F36A-989F-EBD8-27FD-0C86BCDD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5AA02-5605-AFFD-AFC6-0F84F76B7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BCE75-4A65-AB21-CFA5-2B1A4D75B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814FB-770D-C3DC-230B-6BF8D3C31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0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913C-B548-02BA-9595-05266E69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5EF6F-4842-2059-D62A-0146442D8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AF566-485B-DC6A-AD4F-8E13B763F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D3096-E221-52C9-18EC-227A19FA5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66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0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30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292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42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73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930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21EA-68B4-367C-D674-CBB1CB4F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5A28D-5B82-20A7-A3AA-0A24B5CDC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62411-1DCF-34C7-F6E7-C22DF9D48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7688-0FBC-3579-2980-08FB2E85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6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E061-1C90-54F4-1F8A-228B4A41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68F8-F84A-4A22-62B8-8608B91D9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89AEB-8C20-332E-E9A2-1B1B5437F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FA27-8305-D9F2-4517-3C523DEC2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D39AD-9F7A-B343-B0F0-2400F3E6373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00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64CB-8A8F-E49D-CF8C-54FECA67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0E492-D2D6-31ED-A4FC-F062C9CF5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880EB-7689-C4C9-F97B-41375EC53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9955-1214-5497-9C65-2C66471AC4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F76FD-6B29-17B8-BB1A-CEA52E3DC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05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2ECA-12EC-8F3F-FBC7-E7DBA215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70FD8-81F0-DC11-6F10-521B70E61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C4CB6-A608-4F3A-520E-FDC4B49D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CE1C1-53CC-1F4D-3B55-E642AAFF9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98F45-CE18-BFB3-4DA8-79E325B4D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74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8486-8114-1B68-7ACD-618035B3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BDFA6-6664-6E28-D4A3-2EA3534DA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C1E02-0958-AA3D-F94C-A1AAD11C7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51711-61A9-A88C-EFBB-A7BF230E70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A2EB6-A3C0-237C-F5C2-14C4C9379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0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D573-C797-B15B-BBF4-0D26D7BA3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8A725-D3FF-ADFB-FDB9-1CB9CAB35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A07A-C541-89B5-FC9A-86FD771A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C58D6-CDA5-5BED-5D84-4D1F7F06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D17EC-108F-56BB-A3EC-ED6C114C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8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0019-47D0-343D-0647-5E62B0B3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7035-275C-06C7-941B-E468203D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CD7E7-56F4-6B4F-36D1-C90BAC33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47ECB-B5E4-DDAD-CD92-2934486D1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5C3A-356D-23DC-1771-126609EE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50BE-A700-C2E8-3C55-C72037A2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A8B35-863D-B017-C2E9-7B409553C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1177C-B878-05E4-E4F1-16461EF4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7F99-7361-973C-EF0A-48A564FC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1AA72-9327-2647-90A3-D7A72F12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0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6A3B-2E01-E90B-999E-B561AB97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2EA4-4D77-5039-DD6E-A658340D4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E95D3-796D-9B40-ABDB-7B2C21987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33B63-ADD2-1433-C06C-3D439D51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EB03C-3F23-BAD7-18C1-4BD3D5AF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E7115-E63F-F7A2-56F6-66217199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1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CBFC-7A07-0FB5-4EB4-A414F02C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B4334-4012-1F42-982F-8DEC2419F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92F3F-2911-3F3B-F38A-98C6AF767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B20C6-CC97-74C0-F736-14E8C5FD7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8F5F5-9FFD-E726-D76D-247F0243A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5F55C-3C27-EAE8-E4A6-91A7B427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2F4A3-8774-5ECC-36AC-C4277780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AB496-585D-9B7D-9686-B4D50878F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99BF-840D-AA05-47F0-642DFFC5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8EF11-179E-15A5-97F2-F98D6535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D3E89-0714-DEAE-7F45-DF240727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16060-DB38-0A73-AD41-3BE8E412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4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F6895-C65A-8D3C-DAA5-D49CF9ED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21B23-8273-7A75-978C-41C0F5B8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BB0FD-F141-8BAD-38D4-0D29DABF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645801-FFA6-864F-87A0-2DCEC86DCE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7B57-55EE-2CD2-5D0A-675C0C43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E6EC-48A2-50E6-C0BD-4C1EAD6E2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4484D-4CBE-C7DD-31CC-3E41B1052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DAE94-71D1-68AB-DE38-C89AE4A3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97A83-7B1C-A0BC-DFFF-BA846E00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C60D0-DAC2-68D6-7D3D-169A20F7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1CB6-C6FB-FBEF-1A94-10074F4D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31E0B-510C-AF6B-48AE-0459116CB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1C9C-E26A-B8F5-85E3-4C4E9D955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55DB7-D8A1-8E07-221D-25B63BF7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B0CEC-E279-47BB-FDFA-F5D2518A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9E493-F3A7-D59E-944B-86F57ACE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5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92D4-82BE-2110-76CB-3CA87F33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01C8-816A-626D-670D-A677709E5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86498-3A73-E652-5AAC-8766B03C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4C346-6130-9F55-DA89-82CF87CD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7C66E-08AD-056B-535F-2F24B3BE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7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0EACD4-027C-F283-6B81-AE7CBFEB7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A3FB1-F00A-3EC5-28B9-91678EEB4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CA02-CB82-D74C-CF31-6FF6BD95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8CED-E4AA-5E96-4263-E620314D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A417-2F94-E9F3-D88B-4B3FD657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62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99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3CADE-916D-EE50-27A7-25B780BA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3DA55-4FF8-F7F3-4538-13CDF80C5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AB48A-7DBC-3B18-77EF-74332E4D6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9E809-488E-0216-C60E-DBCBDCE28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09303-3C08-88FB-5F58-DD89E275F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45801-FFA6-864F-87A0-2DCEC86D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0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sv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5.svg"/><Relationship Id="rId5" Type="http://schemas.openxmlformats.org/officeDocument/2006/relationships/diagramQuickStyle" Target="../diagrams/quickStyle4.xml"/><Relationship Id="rId1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3.svg"/><Relationship Id="rId1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Xilinx/mlir-aie/tree/main/programming_examples/basic/matrix_scalar_ad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hyperlink" Target="https://github.com/Xilinx/mlir-aie/blob/main/programming_examples/basic/matrix_multiplication/whole_array/mat_mul_whole_array_visualization.ipyn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ilinx/mlir-ai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CE5C-5E03-CE87-28A9-667B94CC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03307" cy="2791961"/>
          </a:xfrm>
        </p:spPr>
        <p:txBody>
          <a:bodyPr>
            <a:normAutofit/>
          </a:bodyPr>
          <a:lstStyle/>
          <a:p>
            <a:r>
              <a:rPr lang="en-US" dirty="0"/>
              <a:t>Programming Abstractions for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EB0DF-3A67-4E05-5041-A51371E9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C3B63-7C73-4645-26B2-8F53F861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4F1976-0AF1-D665-109E-72484F93D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318378"/>
              </p:ext>
            </p:extLst>
          </p:nvPr>
        </p:nvGraphicFramePr>
        <p:xfrm>
          <a:off x="2476413" y="4029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FAF27D-18FC-8669-CFE5-13BF92E28805}"/>
              </a:ext>
            </a:extLst>
          </p:cNvPr>
          <p:cNvSpPr txBox="1"/>
          <p:nvPr/>
        </p:nvSpPr>
        <p:spPr>
          <a:xfrm>
            <a:off x="6170959" y="3442524"/>
            <a:ext cx="355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Efficiency</a:t>
            </a:r>
          </a:p>
          <a:p>
            <a:r>
              <a:rPr lang="en-US" b="1" dirty="0">
                <a:solidFill>
                  <a:schemeClr val="accent4"/>
                </a:solidFill>
              </a:rPr>
              <a:t>Expressivity</a:t>
            </a:r>
          </a:p>
          <a:p>
            <a:r>
              <a:rPr lang="en-US" b="1" dirty="0">
                <a:solidFill>
                  <a:schemeClr val="accent4"/>
                </a:solidFill>
              </a:rPr>
              <a:t>Extensibility</a:t>
            </a:r>
          </a:p>
        </p:txBody>
      </p:sp>
    </p:spTree>
    <p:extLst>
      <p:ext uri="{BB962C8B-B14F-4D97-AF65-F5344CB8AC3E}">
        <p14:creationId xmlns:p14="http://schemas.microsoft.com/office/powerpoint/2010/main" val="200876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EE6C-A7BF-A555-6519-6DA3CCA1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5EB0-4668-6051-2D7F-96F5EA96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7C97-16C3-F07C-39CF-8B6B1662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AMD XDNA</a:t>
            </a:r>
            <a:r>
              <a:rPr lang="en-US" baseline="30000" dirty="0"/>
              <a:t>TM</a:t>
            </a:r>
            <a:r>
              <a:rPr lang="en-US" dirty="0"/>
              <a:t> NPUs</a:t>
            </a:r>
          </a:p>
          <a:p>
            <a:pPr lvl="1"/>
            <a:r>
              <a:rPr lang="en-US" dirty="0"/>
              <a:t>IRON</a:t>
            </a:r>
          </a:p>
          <a:p>
            <a:r>
              <a:rPr lang="en-US" dirty="0"/>
              <a:t>Extensions to IRON</a:t>
            </a:r>
          </a:p>
          <a:p>
            <a:pPr lvl="1"/>
            <a:r>
              <a:rPr lang="en-US" dirty="0"/>
              <a:t>Example program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Future 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B8AEF4-CAA6-869E-BBF1-8919925C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2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DE51B19-7350-1C71-1F4D-30E8F1EA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3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29DA-A9A5-9164-FC9C-0EB89927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2874-7C02-F283-FCD3-0E7DA7A8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088C-7A21-93CB-8460-E7FAA1925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Background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AMD XDNA</a:t>
            </a:r>
            <a:r>
              <a:rPr lang="en-US" b="1" baseline="30000" dirty="0">
                <a:solidFill>
                  <a:schemeClr val="accent4"/>
                </a:solidFill>
              </a:rPr>
              <a:t>TM</a:t>
            </a:r>
            <a:r>
              <a:rPr lang="en-US" b="1" dirty="0">
                <a:solidFill>
                  <a:schemeClr val="accent4"/>
                </a:solidFill>
              </a:rPr>
              <a:t> NPUs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IRON</a:t>
            </a:r>
          </a:p>
          <a:p>
            <a:r>
              <a:rPr lang="en-US" dirty="0"/>
              <a:t>Extensions to IRON</a:t>
            </a:r>
          </a:p>
          <a:p>
            <a:pPr lvl="1"/>
            <a:r>
              <a:rPr lang="en-US" dirty="0"/>
              <a:t>Example program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Future 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35172E-5CE2-668D-6BCE-96D142A4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0C0F853-545A-0F5D-14A6-004C17BB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2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0769-D84E-8AB1-F787-ECAD97C8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Background on AMD XNDA</a:t>
            </a:r>
            <a:r>
              <a:rPr lang="en-US" b="1" baseline="30000" dirty="0">
                <a:solidFill>
                  <a:schemeClr val="accent4"/>
                </a:solidFill>
              </a:rPr>
              <a:t>TM</a:t>
            </a:r>
            <a:r>
              <a:rPr lang="en-US" b="1" dirty="0">
                <a:solidFill>
                  <a:schemeClr val="accent4"/>
                </a:solidFill>
              </a:rPr>
              <a:t> NPUs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6AF50-C412-3787-B610-2F851877D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645D-C3E1-342C-45E9-CC78D12E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A6BD8-E4ED-4BB8-6B36-5CA1310A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6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F4A4-1CCD-AB2A-752D-096E59A7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E119-C4B9-7E0F-19BE-230D8BD6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1DCB-114B-9357-0B3F-2905BC0E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8860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cs typeface="Segoe UI"/>
              </a:rPr>
              <a:t>The Neural Processing Unit (NPU)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93315-9853-8B74-65DF-D7049CF6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B40C3-5FE8-E893-2DB5-900FB9DD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CA9230-0A3F-6EF3-369A-D2B877B022E0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8E66CC-D7C5-F471-9E2D-C75467A4D871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4D731D0-2F18-E717-4700-61DCA70FA4DD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04E74A2-CF3A-59E1-91B0-35B440A78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CE07CFA6-1A54-F41B-B29E-19B7969F0D93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966E5BAB-F9EE-C493-F651-338EE3CBECE6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FD1EB726-60E2-68AC-A7E3-7F218CB48ED3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935B0F1B-076F-2D02-A407-9FC934AF6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E336D719-85E0-E688-9A40-C7743C3621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1A5C95ED-B5C6-6FBF-A6F1-A211506B38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3573B09A-7DA7-3681-EDDA-C8E45ACE0B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A2D96E10-F4DF-4020-6F6C-CFDEF5B67E8E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743F625B-C27F-5555-CB41-E7B64CBB20A6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FCA31B8E-7318-4931-3F88-56525391E6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8190C139-493F-231C-3306-DAF9BFCDCD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BF5AA02E-8E9E-EDA2-5B11-65E36EA412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3FDD8B5B-121E-4482-2DEA-FB180504A4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77E9BDCB-170A-6F2D-09F2-0CA2738C83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420528BD-C5F1-75B1-E30B-457FAF989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D241856-C1FC-B578-363C-12E47B094C44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02A25F0B-5B0A-E144-83D8-961C3FFE6B2D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F6533107-14C5-1ED4-1401-538D50C94A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8293C159-3498-66EC-2C22-CBD0F7DA2A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9336CB86-F9E7-0461-C73E-5C633F2CF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AA9DEDC1-4376-617E-3840-80EC7387A8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0A902E2E-6724-6119-0DA3-FA84A03A5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CB13DDA5-6568-8E60-40E5-55481FBAC5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59323A82-F861-F412-B903-76CE9E4E522D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AFCED943-7FF8-62CB-4FF9-F00BB333BC8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76A1B235-0890-6F37-4F15-F4655CCC3A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56229A94-6F2B-CB92-91C3-C593E24A2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4364D78F-1DDF-1869-2631-D50DFEA875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1931847C-48CB-F6F9-DF1F-F898856BEB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91D6B23F-F150-1D1D-F523-F7DB3A6D2E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D6B6176B-758A-BE81-75C1-1DB8DB314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0ABB88FF-B25D-7903-3555-5373A55555D6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408C43A8-EA55-17A3-7734-65CF0701842A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9F58D65E-2DBF-5AD5-6A86-B67CEDD8D8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10C43C21-9DA1-F4D3-6975-80D0DE3F2B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3E7ABDD9-8D96-CA2E-0273-87E8CFD096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B5DD1669-36D0-0D1C-0820-A12A3FABA7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0AFB8557-E6A7-1A9B-7BEE-2D16D48BFC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974D6C44-4B88-92A9-E078-DABCB1F7D8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EFABA9-FAAE-B402-7581-F3767175F89F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682AE0-16CB-A855-492B-DE0EF4039075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80FE095C-FDE3-738F-73D0-AA6FC3A423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658C214-B4B4-0A36-1323-AA8435500055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985CC2FD-1776-6958-8989-C7B3B69898BB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D994DCD8-8B14-BEC7-8C3C-8C2C932F092C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F7F0465B-2B24-3BFC-9127-EF44F4B192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72F79C05-1874-50AB-3411-8879139B68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4781DEFC-D2AE-9242-B1CE-95861648C4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C7EEBFAA-0CB5-4F3B-F0C1-CBC5ED46A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73964096-D222-889D-D95E-B864D316E361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F4747B18-0420-25CB-C174-C540597CC03F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5C0CE515-6A26-7A38-5F2E-261F570EE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F045647B-7981-264A-B9F4-3091DAFE5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6DC13B1E-2271-A5C9-6D23-12F938FC27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34893E19-1637-F5DC-B7A5-6D03B90B7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02F00577-98F1-47BA-B1F9-55EC46BC84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46BB735F-FD6A-1562-4DAD-8945961ED7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128309EB-99B9-E8B2-D3A9-E2D53B5F16D7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D95CA9CF-9F74-8EAD-739C-AE3B04B310F9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27A4023D-595F-4FE4-2844-2CF4283D14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94C81928-0179-C3BA-8CBE-6DD29FD39F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ADE7FCCB-73DB-92F8-DE5A-6221E85AEE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B71244E9-3403-0730-867A-0DF2D49B5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3CE202F2-3D37-C503-E756-5425DF6B53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3E57125D-CB11-CAFE-2FF2-626EEE31C1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9E49C2C4-51AD-6C06-E1D2-662569313305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1746FA72-FD49-91AB-3D13-B4E53CD730E2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3DFA7557-1F55-A101-9621-98CDE82224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6F889E1F-B945-E79C-02B1-CB1A9B8ACC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1D2809F9-153F-F07D-EDDB-6B6004C07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6617B265-5A09-B1EE-6A25-30DB5D7BC4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AB3A0742-FB9B-473A-DBEF-1CD33F6875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E6B0BFA1-B710-AEFC-ECD0-1F74B11173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D7EBB08E-9D2E-55C1-C44C-27DFC81AC7CD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0BDDBF12-3549-77F4-2E02-2B85953A1E93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4376ACE2-D7A5-CF81-50B4-D65F9ADFD6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04050F76-894F-0690-0EDF-1B37D624A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3FA7C801-9ED5-ED5E-E7DA-1999C75B1C0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012976D9-13AB-A05C-DCDF-2CFF12D2E1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3B58664-E651-5568-273C-2FA1C5EB78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68B6EC95-8310-E7E1-AF74-6C5F2740E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217AC3F-5120-5A7D-976D-AFC038031146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526B111-93B3-0ABC-8D4F-21F73060D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B4617AF-AC8D-BA0D-B51E-C66B24507EED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0936C3A4-16F3-B76D-A917-8127E21D5452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F4CF6122-F44D-8B7F-C88D-80B6F278745F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017AC5EA-CB32-1AA2-832F-549F2CCC7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F1CB5865-D09A-0C75-5FF6-0BA862CC4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C247BFCC-BF1C-DBC1-A31E-8F7A6F4E19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ACE17B07-D670-7D7A-09B7-E03536A2C2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1D01272E-34F4-4BF0-9DBE-7814C00898C9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34366ACC-F04F-8BD6-D480-6A130A46D056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C55CCE25-F7A8-469E-5012-84FE105EB1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08F3F231-2AF3-8D2A-30D5-28883A5070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7EFB7A7F-8D96-7323-8BA5-29AFCB295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654A1F6D-E22D-DDB6-6103-CBC9D6B380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B8F227A6-3FB4-F4AF-C8D9-015EF2874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67ABF4F-BD11-AF11-0475-238EA6C0F4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F81C9B7-3636-E865-88A9-2A22D736A03B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8F7951F1-470B-EC27-98A6-F847F366D033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E07A6D5D-BC50-82E8-C2F1-9394BD03A0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DB3B889D-7BDD-1613-BEDC-A024A35F5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5595152C-933B-23A4-F84A-99CB1C6D4B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944EB8FC-BFC4-57F2-FA75-BFA346CBF1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1F3F0927-9DD3-F8AF-8CE5-70EAD6A0DD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E007AFA-E171-64E5-7909-7361057E28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46855C8A-86D2-7C3D-2801-F0AE2688421A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73840194-1D82-D90B-35D8-BE758451D232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7CE5C076-B80B-9352-E47E-944BE6D2E5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8A667B4C-367C-B505-3ACD-5BC974478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5D9D9529-5213-6B85-189E-61545B65CD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A4A6C7B5-1B77-C301-BD31-368464952B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27F947B5-3B08-C8A2-5A39-4BFE21E603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152A034F-94E2-8445-43B4-22C04AD9C1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63E2B40D-3904-DAE6-576E-425F3DEBF5B0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650E2242-6AD2-5074-CDF6-B34C1CB83EE4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830DF36E-2CD4-0F1A-C407-CEFFD1BDB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2579BB7F-0C3D-4F8A-144C-95B534462D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3C916EFB-B206-9E0B-0D24-A0FD4EF244E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AB906906-2E37-F607-B610-1AC95FB494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01C7B182-796D-A48A-6A43-549541EDB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B070096-80DA-1DA5-DA8A-8EB6DD840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267F98-0F25-3CC8-D50E-04D9444B34D9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A65EDB-7D16-254E-CBB3-BE1871B98884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40825B-7C6F-8988-74B2-503D1337B981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962264-DBAC-A988-6436-59578414BD77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F27042-0E13-A0FF-958E-05F9B7FA2694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41D7B7-536F-4C2F-B8FA-7655DFF28B67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F17BD8-A693-58DE-873B-4FD7C6D48EE0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2C7B80-ED7F-D38B-1185-3C3BD3BCBB3B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1D751E-1047-8DB6-CBD1-22A40C3CBA0D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8F759A-2719-01EB-17F3-7137E453FC99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205D39-B529-32DF-311E-A7DC07B27765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B42B502-9B2A-A5CC-0DD7-744792632069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45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B29F-5EFB-3D00-EE6D-3C6E3D75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DABC-ACEB-5AB3-5D20-C76F7ABC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287DE-1393-0D3C-0971-2C9D1D9F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6BC62-400A-2BCC-9D84-BBABD15D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CF84B8-B576-059F-444D-BBF01EBACF16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88274C-1702-18EE-E580-B23AFD98163B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5E29B21-8CE6-4162-B087-3B4A70395279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AF30AB68-E2D3-6DD2-1107-BC0EDA4B87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6617BD8-4344-9164-7AD3-DF073398E9D8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4DC2C7AB-E7CC-9EDE-C58A-7B4A4E58775B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BB8A42B4-1A5B-F68D-3BD0-CCDC47A98B16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31B10D54-1564-AC96-8E74-2BE82FF535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AFE10E3C-2F6F-5DDC-7889-7DD46D4499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7D2B03BB-329B-129C-595B-01BFEEE1EC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AB7BD96C-E810-5866-2313-7F43CAA0A0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A5B6EF14-BCDC-8915-6179-8197B27D6C53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0C73E99B-B584-6CDB-09DE-32B3B9DA5156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C4EC8EE9-B66E-7169-F7D4-3B3F74EDED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FFCEA48D-542E-728C-C782-FD82730F8C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E1C25FCC-89FE-87C0-52BE-42C337A693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085F6E4F-675D-3844-FE2B-58563DAA5F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E3C23BE3-7102-A57B-043B-CF07C8B426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BFF3FD9F-2D40-2DB0-0328-D49CA6EA9C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96083AB7-D108-4B2E-0A8D-19652341391D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CB2B92E5-6F02-FF97-D2C7-900C1D3E69D4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30163948-8FF3-A890-A061-9B323BF0BA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5E08EFE4-F065-251B-36B7-443E3100C0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DD284E98-8F50-818A-E34A-14447E2C7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FFB4B526-2EAD-682F-31DD-98A3FA22FB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6D3D4F17-01CC-DB5C-A51B-9F1C212028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5E657024-A8FC-8881-C679-EAE3176A0A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1A43176C-1E61-AADD-85D9-BF1533E9906E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C3338E1E-49BE-3564-6231-3CF0F6210BA7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1D263285-0E1C-2B52-4F80-3C3BA3BEC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7D608CDE-1529-199F-BFC4-DDFB02DB3A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D7747084-1C3B-D49A-AAD0-E085210C3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2776CB43-9C90-6E72-E846-A8C5E79AC1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3300197A-0F77-D3D3-E2D7-7F947C3E0D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1E12E0F5-C399-E7CF-2270-198D73D530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0C858F9E-5D1C-62AF-8654-4395282E0662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71E24827-42D9-8E9F-9FBC-47E6F7EB11C0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DC4E9C02-3FE5-F377-188E-9EA66987E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4F156E5D-9E08-B111-8A9E-17ECA72D3E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9DD4377C-A742-2ED6-A882-BE89910435F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4B1D92DE-057E-852B-82CF-45D1FFFBDB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57BDA525-3FB6-AED9-F728-AE1EDB51CF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5EDAABD7-DF9D-AC07-D499-D6E0F38F16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68C2FC-995D-65B2-A958-8E547CE28A39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5CEA33-7283-5077-9C3C-0DFA0287DB84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58924866-A7BD-5970-8392-850520878F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1344D80-09C1-5C7D-4785-935F073B4908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3889E314-001F-2151-5087-8A527B0B7666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D87EFD0B-EAA9-4247-BE1D-DA8C885C622A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1B346DF1-65E3-87A3-1503-AD1E3B8B80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F16C5088-A13F-2B73-F630-7621FD45D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5A1AF280-1FC1-C068-0FCC-0CEFC2647C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A3FEA2E3-BD85-6EFE-5D0E-26E0ECE302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7B51B38A-28CB-7A84-B5BB-4BE478A8E245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1F06889C-5EB6-2333-2170-09E059A12D31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6E470DF2-010F-CEDA-A81B-7D0ACD1F01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AFFE3AC7-FBD3-4F18-1F09-F8891A197C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2708D1B6-24C2-8FCC-F51B-1892E79F0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27D6D65E-BE54-590D-3095-74E3BB5B96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E3048B2D-BEA0-33FD-98B7-3FB803C50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25BC850C-DF2D-B48A-08A1-EB59F45A90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96867741-0635-6A50-FD81-130F59323FA3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A33409BF-8319-4C15-0CEB-CF3CAC74DF48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7E778795-8D02-159F-01D3-1C162D6D69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5363E406-28C8-F52A-FB11-0FC40F875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DFB587C6-D546-CBDA-6439-ABF819E2A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BC8A8327-F0BC-5064-6116-37E6397B87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1B4B08F9-9D89-5B3D-305B-8B4781548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138A3099-B5CC-348D-4981-51ACD2FD49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C7C3484C-7DD3-F5F8-23E7-BB6B75C00F09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965D684E-3A0E-DB5A-0D89-5D1D65716B96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55794A45-9D90-729E-8EA2-5A68E9114F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0A447B49-B2BA-DC5B-AC26-2055A7CEAB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0F13A459-ED3E-EEE3-7D50-747D76E45E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B07A5E05-844D-F0F1-369F-33CAA6CD3D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39207973-05EE-D7BC-8246-757F7EF052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A7C649BE-1F25-790B-1A92-440ACE8D5D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50F3BC61-25AE-986D-F98E-AFC51D23B348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457D28BC-49DC-B0CE-AC14-0D61B3002D6A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ED722C36-0E55-CEFA-5397-8DFA6D983C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15E988F0-25E1-3090-6323-A6C770D405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999A0016-8C8E-A807-8A73-39CB7F1EDD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460D26CA-6428-8B2A-6479-8BBFAA7FB3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AC7C11F3-3A12-C8F6-4381-C6EC3AED2D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97817FDF-9F32-2FD4-77E5-973910A23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A2C8246-FD4B-E7BB-7197-2BF6230B05CD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76498B3-1D0A-2648-0929-CD2469EE80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150EFD7-FC5A-F9B3-D97C-8FD6C6F81DD5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48CE1B5-E7DC-2646-14DD-FA631A063749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0DAFC52A-F980-EEA8-5715-1011E1069441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E003F87E-7EC8-EC33-5A43-FE3FC63752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5E95CD4E-8379-0AF0-ED7E-00FE13CF3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272BBB3F-D19F-1B7C-3869-2B97EEE3E4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7972E26-9718-101D-663D-EEB5F3848F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71F7331F-86FE-25B1-5165-EEE9C2DE7D90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811A61F0-1DB7-D901-53D1-E28097F00CE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835AA8C4-38E5-B0D0-7883-A761566740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FE025D39-CA20-2020-71AE-4928B6FD1F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1991CCE6-BE15-07F3-FA29-B9296197F9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46DFFBB3-BC26-4AC0-4259-D52D0AAFD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E42D7F67-7E6C-F403-C9D7-34EE3379E5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F1C1CF4C-9FB5-B71D-455F-3F5DD13AE8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458462F-DD5D-5C1E-2790-70501F8B973E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E0C18E51-3E36-2E47-198C-C7A2B28D6565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144B02A9-5A9F-1005-59A7-672976041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E076060F-2A55-7EAB-D9A4-33304FE61E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D0A3A3A1-E644-F407-F0EE-13E70A124E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91487D03-0310-9018-A56F-326D39413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CC2C8C85-F8E2-2B71-4BD5-5E3744015C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7AE81BC0-269D-02E4-CF5B-E10736F400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FF4A133B-A825-C4C2-7E8C-76CED343910D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8C34B9C8-0D86-F72F-9225-79D385906C21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7C4BCD55-DF45-1EFD-7716-B589C68850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578EDAB7-F431-9687-E3D7-F80B9418CA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ED981E08-73AF-C736-2E05-6E91767FB9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E09DE99F-AF7F-CE8C-2216-730C4BB53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D93A5E6-8A7C-CF3C-3AD6-F27E287F96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EC7EFAEC-06CB-5A94-6264-178482152E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0A7D0F9-54E6-28AD-01EC-75DA8870B730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5C2D723B-01F1-50FB-132F-04CC76E8BA75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B45F9730-BDE3-A5FE-65D0-339AAEF69C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68802D92-473B-4730-A873-8F76D81AA5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C100D174-8DBE-9C98-25DF-E0E350088B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588541D0-2290-932B-EE0B-19D8BD4660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A8E39C03-89C5-4388-0D3F-A67C62087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D9050B3-4D70-DA02-CC99-6CF799E12C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0901ED-15FC-37FC-5F37-C7B49A047155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1CA2BE-760F-76BF-B203-392F4FA1EC4C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BD1E5B-5DD4-F422-E434-526C6C91F2AB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BEBD10-2E17-7E64-414D-D334FE6642E9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940E6A-9E81-3C94-7CCC-6D6146C0EAC3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253F61-89E5-CB2F-3B45-4257C85D10CD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EB2681-15E2-5C0D-2A27-41B13FF207BC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28719A-A563-D416-BC58-501938223BCA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611F61-9B33-FD07-7F06-789C9AD27430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B142F6-F628-8D1E-77CF-EC07EF4944FD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DD8EA6-3382-783F-AEDB-282C1844CBCF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605E8BA-34BA-8176-CE89-02E93FA48A3E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DA58C5F1-47FE-5614-5A16-C50854CD0BEF}"/>
              </a:ext>
            </a:extLst>
          </p:cNvPr>
          <p:cNvSpPr txBox="1">
            <a:spLocks/>
          </p:cNvSpPr>
          <p:nvPr/>
        </p:nvSpPr>
        <p:spPr>
          <a:xfrm>
            <a:off x="722708" y="681293"/>
            <a:ext cx="3133142" cy="391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4"/>
                </a:solidFill>
                <a:cs typeface="Segoe UI"/>
              </a:rPr>
              <a:t>AI Engine </a:t>
            </a:r>
          </a:p>
          <a:p>
            <a:r>
              <a:rPr lang="en-US" sz="2800" b="1" dirty="0">
                <a:solidFill>
                  <a:schemeClr val="accent4"/>
                </a:solidFill>
                <a:cs typeface="Segoe UI"/>
              </a:rPr>
              <a:t>(AIE) array</a:t>
            </a:r>
            <a:endParaRPr lang="en-US" sz="2800" b="1" dirty="0">
              <a:solidFill>
                <a:schemeClr val="accent4"/>
              </a:solidFill>
            </a:endParaRPr>
          </a:p>
          <a:p>
            <a:endParaRPr lang="en-US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EEE1B71-3A8B-2992-D066-6FE992A5FBFE}"/>
              </a:ext>
            </a:extLst>
          </p:cNvPr>
          <p:cNvSpPr txBox="1"/>
          <p:nvPr/>
        </p:nvSpPr>
        <p:spPr>
          <a:xfrm>
            <a:off x="3429250" y="925166"/>
            <a:ext cx="2543092" cy="63709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r>
              <a:rPr lang="en-US" sz="1800" b="1" dirty="0">
                <a:solidFill>
                  <a:schemeClr val="accent4"/>
                </a:solidFill>
              </a:rPr>
              <a:t>Compute Tiles</a:t>
            </a: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r>
              <a:rPr lang="en-US" sz="1800" b="1" dirty="0">
                <a:solidFill>
                  <a:schemeClr val="accent4"/>
                </a:solidFill>
              </a:rPr>
              <a:t>Memory </a:t>
            </a:r>
          </a:p>
          <a:p>
            <a:pPr>
              <a:buClr>
                <a:schemeClr val="accent1"/>
              </a:buClr>
              <a:buSzPct val="60000"/>
            </a:pPr>
            <a:r>
              <a:rPr lang="en-US" sz="1800" b="1" dirty="0">
                <a:solidFill>
                  <a:schemeClr val="accent4"/>
                </a:solidFill>
              </a:rPr>
              <a:t>(Mem) Tiles</a:t>
            </a: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r>
              <a:rPr lang="en-US" sz="1800" b="1" dirty="0">
                <a:solidFill>
                  <a:schemeClr val="accent4"/>
                </a:solidFill>
              </a:rPr>
              <a:t>Shim Tiles</a:t>
            </a:r>
          </a:p>
          <a:p>
            <a:pPr>
              <a:buClr>
                <a:schemeClr val="accent1"/>
              </a:buClr>
              <a:buSzPct val="60000"/>
            </a:pPr>
            <a:endParaRPr lang="en-US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  <a:p>
            <a:pPr>
              <a:buClr>
                <a:schemeClr val="accent1"/>
              </a:buClr>
              <a:buSzPct val="60000"/>
            </a:pPr>
            <a:endParaRPr lang="en-US" sz="1800" b="1" dirty="0">
              <a:solidFill>
                <a:schemeClr val="accent4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3B08067-197B-B3BA-EC87-B25F584168FB}"/>
              </a:ext>
            </a:extLst>
          </p:cNvPr>
          <p:cNvSpPr/>
          <p:nvPr/>
        </p:nvSpPr>
        <p:spPr bwMode="auto">
          <a:xfrm>
            <a:off x="3346682" y="925165"/>
            <a:ext cx="7675156" cy="3326917"/>
          </a:xfrm>
          <a:prstGeom prst="rect">
            <a:avLst/>
          </a:prstGeom>
          <a:noFill/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23E7FF3-47A7-4188-711B-16C6DE0F3F0C}"/>
              </a:ext>
            </a:extLst>
          </p:cNvPr>
          <p:cNvSpPr/>
          <p:nvPr/>
        </p:nvSpPr>
        <p:spPr bwMode="auto">
          <a:xfrm>
            <a:off x="3346682" y="4280100"/>
            <a:ext cx="7675156" cy="1090057"/>
          </a:xfrm>
          <a:prstGeom prst="rect">
            <a:avLst/>
          </a:prstGeom>
          <a:noFill/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C7B63E0-7F09-D76E-157C-FBBD2755F34C}"/>
              </a:ext>
            </a:extLst>
          </p:cNvPr>
          <p:cNvSpPr/>
          <p:nvPr/>
        </p:nvSpPr>
        <p:spPr bwMode="auto">
          <a:xfrm>
            <a:off x="3346682" y="5416279"/>
            <a:ext cx="7675156" cy="664432"/>
          </a:xfrm>
          <a:prstGeom prst="rect">
            <a:avLst/>
          </a:prstGeom>
          <a:noFill/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1" name="Left Brace 150">
            <a:extLst>
              <a:ext uri="{FF2B5EF4-FFF2-40B4-BE49-F238E27FC236}">
                <a16:creationId xmlns:a16="http://schemas.microsoft.com/office/drawing/2014/main" id="{F0043BC8-F316-4A31-944D-C4D2770C0494}"/>
              </a:ext>
            </a:extLst>
          </p:cNvPr>
          <p:cNvSpPr/>
          <p:nvPr/>
        </p:nvSpPr>
        <p:spPr>
          <a:xfrm>
            <a:off x="2478888" y="925165"/>
            <a:ext cx="738483" cy="3246096"/>
          </a:xfrm>
          <a:prstGeom prst="leftBrace">
            <a:avLst>
              <a:gd name="adj1" fmla="val 8333"/>
              <a:gd name="adj2" fmla="val 48417"/>
            </a:avLst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30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D0D34-14B1-44D0-BB78-13D54F03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9364-1D98-D5E0-1DD4-33F732AE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A62D-76E4-F50D-DCDE-6A61AB53A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88604" cy="435133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  <a:cs typeface="Segoe UI"/>
              </a:rPr>
              <a:t>Spatially distributed compute and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Multi-level memory hierarchy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Explicitly scheduled, decoupled data movement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E03F9-7763-C740-9263-B6DD3D4A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CAB2E-5861-8629-660D-5027A7B5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D419FD-F71E-9EFA-48D3-6326FA6E75D7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408D7A9-9A5D-ED40-6623-4575F16545CD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3C9A641-3A4D-9237-64B1-E4D8383330C0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4DB3B659-E286-1404-743D-A2CD4CB8A1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BA4DBC2-AB91-8F77-9D63-C4617E275FFA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0AA7BB3-549C-CC6C-E66B-9C7763282FAE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E3CDFA05-0FFD-41BC-5126-1FE8BFEAC85F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F7DE7B41-428A-963A-FD8D-DC8A117D56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/>
                      </a:fgClr>
                      <a:bgClr>
                        <a:schemeClr val="accent2">
                          <a:lumMod val="60000"/>
                          <a:lumOff val="4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C85FDD79-5F54-177B-AD88-46A7E65D6D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49C2DE52-27A2-960A-FFE8-BF0C84B378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F38ED8E6-AF25-8796-C018-26CEC4B480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FA0A8B51-271F-10EE-700A-C78112AB0052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345E4747-6105-C18D-15BC-BA66A6D66397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D8BF703A-C984-85B5-5096-BB008BD33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E486ACE4-B509-88DE-C748-9EBDD94E62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FD13F37B-C00B-85EA-049F-50C07D6FA8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E1BDF71F-650C-DF7F-80FE-888AE67B90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E5BE25DB-9B3A-9D46-1158-1271411D7C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A51237D3-B4E6-6CBD-8E3E-CB0966405C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73BB3486-20BF-5CB6-49E4-C7A8677266D5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A6C807D5-E66F-8CE0-603C-D75B82FFD724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1CF4248C-E2D6-E743-03F0-0781E96DEC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9D3F1DDD-598C-8A6E-A469-899CF177E3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7D45B3CF-481F-C92E-76FC-0E16CA57F8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EEF9607A-D2C2-95E8-58C4-EFF248BAF3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92921994-08E2-869E-2F6C-ED3F7EE6C5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343C27C9-03EC-6CA5-317C-DAEEA4E4A1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2A178733-170B-AE10-6F19-80F7F01D32C4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E7530A0D-D9F2-69C7-00FE-B5F59AC65367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873B3878-8DF3-6D77-E14D-F1A4D525A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C2C21A50-36CB-C0E8-C1E8-AAC6A60061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C4F54C62-5DB3-E4A6-3157-C4C8CD092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32DC9ADE-556F-2826-0BD7-C7C4BD25F7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1F02DA42-CDCD-92D4-DD3F-87FC3ACD29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E67A0725-1F7D-0137-02BE-D75EF0AB16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DCE373C5-C413-D60F-8A16-4F6A18A9EEB9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89EDA54C-92F4-8329-C38F-A047B7848126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06CFAD3E-E26D-3940-710F-D1E7207DFB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60000"/>
                          <a:lumOff val="4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065C4D40-F062-B61E-609D-91C3D7810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8FE9B987-5670-C8CE-AEFB-D7AD76BCDF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0E101DBF-62E5-4F5A-DF08-490A275573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6AF64FBC-13EA-49A7-D690-BCD1EB805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3A79E923-55C3-33FD-B1D7-95C62AE1C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10A168-31B5-6E7E-9B41-7360D91CF1B3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624BBBA-F7B4-12EB-116C-400AC6C88D3B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D8715531-10D4-34B4-2FE3-237851A79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549C405-6CB4-27FA-B4B7-F05A7BF8644C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33C79A2B-6D0E-999D-8051-8B8FC70DAB5E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EFB94DB7-C5AA-A7F1-0756-6814C2ADC094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4C5E8562-9EEA-2A94-5B9C-44F1AC2C68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177CBC98-5781-9D78-90B5-6CBF60C848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111A82AA-A6F5-F1E3-374A-196E849FA7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1FF5AECF-5D98-495F-0133-E1D4805F71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C5A1C333-CA36-3302-26FD-735FC6B3F309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635A38ED-8EDE-3A2E-0F0F-04603A5095C7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DABDE50E-0473-77FC-2E57-80250F11CD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7C24643D-BD26-7E3D-3E20-EDD3E6F78E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C5B389D3-45E2-B646-6CEC-72B60E2C81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F1714509-1C89-6D24-9811-936975789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1EDE4472-98C5-70ED-8DE3-3CEF8A8407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F2B06F16-EC15-A6EC-410D-0944421EF6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C273AF3D-82FF-CDD8-77D0-3A93672A1C07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67BC7F58-D86E-9D6B-AAA5-7DC46B63B8BC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88A7C8C2-5545-1215-9A3F-74A59A54B3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0D3F9A94-C8D0-CCA0-DC95-829C3B9F98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DEF8F1C2-052C-4F76-DB1F-C87E2D255E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ED732FD1-AA3B-E11D-A051-6D50F5F6F5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C2EDC6F7-087D-6AD9-6FC3-4F60FB5A1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ABD55E7E-024B-6151-AC71-CD67B6C3B5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070DBEA-67C0-626E-42C3-99C50D25AF77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4203CFA8-BFC7-92EF-26D9-9E1D0274229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ACAC2174-D637-B8BF-B5B1-01DE37260D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F7FE3943-A947-9A05-97E4-C9E1B323C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11DB1E90-4672-FEAF-8EA1-C1E5E7731E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4CA1CD08-05B6-BA60-8435-5C888A3A5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383C60CD-CE47-B88B-5731-12BBB158CB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B443857E-1F78-F525-19ED-7274FD48C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67992348-BE80-9A14-D579-3DFBF3489F98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A9B38047-F524-9681-C6B4-64007A4AFE75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B3BD5E9E-849D-BDB8-0A82-9BDBCF3CA4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FCB6C7D1-9FE6-42D8-8AD6-FD45F264AD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871D9E4F-02DF-8638-8CE8-360A26E299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D95BE81-A66E-C368-FB78-4A27921E62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B80C2C8-8E31-2A05-C2FF-498A854C8B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5CD25CE8-6593-FEF5-0BEF-04D84BCAE1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D4A13D8-57CA-5613-6608-1DA2D7CD7CEB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2101CB6-5D3B-9BED-C3C9-0175AEFFD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2D8919F-5863-1788-87AB-A20D5197E4A9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703468EA-689A-DE8A-24C5-2BEDA37012DF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95E56D59-9797-0462-A880-78D604B4FEF3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04402EB4-E638-311D-A10B-70E9021A4F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2052E8B3-4567-673F-8CDB-2C20196424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C536FA0F-B8AF-84CE-851E-548FE40C93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AB8BD19A-01D0-E0E6-7695-5781A5F14A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F01DECE7-1BCC-EF61-3ED5-CD14B71D4059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390235E4-18F9-E0D6-3BAC-95696B2ACD1B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F0BC483D-08B7-AB77-B5B4-8452343B34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6664E570-E2A5-C55F-DF75-E7B9702F6F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69A385D7-7154-96CA-259B-C49D1AE255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B4E064B7-030A-E77B-AE91-810EF3DC06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65AB39B2-D4BB-272D-72DD-E4510B071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61D9A090-7470-9516-B42D-D42C4A0664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715DF226-A767-0344-807F-30B6508DD4B9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354C731D-9FAD-CA6E-3D5C-7F4025B9FB65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5017D6DA-0FEB-5854-567E-EA0FD8AFF1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pattFill prst="wdDnDiag">
                      <a:fgClr>
                        <a:schemeClr val="accent2">
                          <a:lumMod val="40000"/>
                          <a:lumOff val="60000"/>
                        </a:schemeClr>
                      </a:fgClr>
                      <a:bgClr>
                        <a:schemeClr val="accent2">
                          <a:lumMod val="20000"/>
                          <a:lumOff val="80000"/>
                        </a:schemeClr>
                      </a:bgClr>
                    </a:patt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C5712751-9F89-2FD7-F9ED-944B06CA1C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1F5F53C1-5C23-6B6C-9225-66EE0971A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338CCC8D-CFB9-5014-0CB7-15887C599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pattFill prst="pct5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52B44C1A-AF34-7CE5-7F29-41C704A21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9D05EE89-D25C-F071-D73E-DF554566ED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D220A576-6774-D9AD-F7A1-45330F02231F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ADFDB170-8C7F-6AFF-6A1F-7D92B4AB822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12E79EB7-B244-830B-E7F2-9BEE171AB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7C18DD05-D881-892C-D227-32BDF935D3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E1675FFB-EEF8-292F-1C5A-DDDBFE61E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741212FD-148B-BA8B-BE66-46878EE22A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5202681-9E87-78F7-6361-6B1F0562AA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E1DA2023-0D78-34AD-FF12-F71690B45C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53F8C23-B59E-0D89-142E-81EAB581F87C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12F4507C-7212-495C-188E-2372B2AB12F8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AD2D3141-F417-8CF0-4876-2BE1CD416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718C1484-4D65-E481-3078-60AC1843E6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A66CE8B6-5CF0-D7A6-3663-D80FEC848B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184A5C0A-3503-0302-8B88-49B1FFC141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563647E-E351-225B-09C8-5CB6FBF682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2661838-9E4A-4C74-6ED0-34AD88BA91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96CF55-8775-EFFE-7005-4D8FC97C4FC0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7B2DC2-73B3-8535-D761-F577AA1CD3F2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64421B-3EC5-73DF-4E3D-4F89755E9EB5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AE2E4C-E5C6-F1FB-147B-05A171A97DE5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F4B4EB-2FD2-7501-820A-4F3C85B5C03A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7BB71B-75DE-3333-E677-AF6F700A0B28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F87865-45C0-EACB-654F-0108A481B1D0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27DECF-5D32-28AE-13AF-A92E6638AF12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861446-135A-D98D-0A19-0F667F709EA9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99D903-5A90-6E05-A719-6AE9A6801B41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E2564DF-D688-E670-B93A-FD7D311A7D85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CA40676-BB44-5B2E-1167-D6AF0B95EBDC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779AF13-8D29-8248-69EB-197D6262CEFC}"/>
              </a:ext>
            </a:extLst>
          </p:cNvPr>
          <p:cNvSpPr/>
          <p:nvPr/>
        </p:nvSpPr>
        <p:spPr bwMode="auto">
          <a:xfrm>
            <a:off x="4778423" y="975369"/>
            <a:ext cx="6477956" cy="1074883"/>
          </a:xfrm>
          <a:prstGeom prst="rect">
            <a:avLst/>
          </a:prstGeom>
          <a:noFill/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D216A17-B882-78AA-1EC1-51BBE4A9327C}"/>
              </a:ext>
            </a:extLst>
          </p:cNvPr>
          <p:cNvSpPr/>
          <p:nvPr/>
        </p:nvSpPr>
        <p:spPr bwMode="auto">
          <a:xfrm>
            <a:off x="4909805" y="871231"/>
            <a:ext cx="1997461" cy="5250576"/>
          </a:xfrm>
          <a:prstGeom prst="rect">
            <a:avLst/>
          </a:prstGeom>
          <a:noFill/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11E1C8B-6CD8-3781-38A8-E241FE98A996}"/>
              </a:ext>
            </a:extLst>
          </p:cNvPr>
          <p:cNvSpPr/>
          <p:nvPr/>
        </p:nvSpPr>
        <p:spPr bwMode="auto">
          <a:xfrm>
            <a:off x="699933" y="2731865"/>
            <a:ext cx="4106659" cy="328814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5B3D-49AE-39D2-ECDB-CE3D787E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DA215-95DE-C157-B50B-0AE3645B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A5325-B2C0-81EE-4314-081DB0BC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FD39E-B444-2589-194E-104CD77F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8431DA-ED02-08E7-58F8-74E07F7D8DE5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E23157D-2759-D0AA-5BE0-B47737BC6408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A2A8442-5862-DEAA-3E41-23AA4552F891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94EA9347-15F3-15BB-49B1-F21E8381D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CE595FBD-BC29-6702-955F-3B7C32082F9B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2D7A5B78-E003-D55A-AB2F-CA166141B583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DCE503E3-BA2E-CA4D-A649-0C43E1828186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A962D71A-7130-61F4-11FE-EFBE60EF4B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3EBFDC85-38A1-2379-E2D3-4935EF53EA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A490EFC3-231A-6B4D-C51E-F3B78930AA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7EA670F6-17C4-15B1-9009-18B934054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8864FB1F-9950-21AF-EA33-6952FF9C4C5D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25AE7078-5043-1ABF-6397-2CBE00AC8009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7A8A337E-E9F8-ECAC-CE60-123E17B12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FD1716B6-46FD-96E2-E205-3B6F7908FE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5D6B83CA-D5D8-C791-8194-CC97E1D53D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88D2D6C4-D2E8-2BC0-B26E-743FA70157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718BFD5B-A7EC-ACFD-07DC-95165E8317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FC835B50-AE16-1A8E-5CF0-8357585A31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29D2FCD8-281B-83EF-A920-7B993AD2FB3C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A1839BA5-8E09-B4AD-6486-227038AAA332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C486B2C6-7461-5E04-8B28-5357A5D84C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8E2C4A42-B51B-081E-0CAC-C75EBB599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F06C85DA-0B13-ADF1-75F9-7BB499DC74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0346EC56-84C7-107C-95FC-096E957456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3B68FBF4-F878-6354-FCE5-EA241D2768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A2805FDC-390F-3F4A-9A3C-32FEA0B5AD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AC1C0C83-D492-33FF-4C00-02C3CE9DA099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E0B2609B-0419-E125-995C-3F1D8E5A902C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B61BF187-769D-B05E-FC3C-1FD9CA95C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5599616D-44A4-3591-7E2F-CDADAA5736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9198E1DB-087F-9890-4E0C-77B9B3288B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1130FCFE-3FB0-0378-28F4-1FD6FFA0E2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82A39E34-0909-F00E-806E-9ADC85267A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8C05992-452C-AA48-8DAB-FEE6F6C711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B64E4E2C-1F97-84C3-244D-1A4D463F51FD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59F22854-410C-84CB-892C-754077D2A148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8FAE7472-3596-57F7-7592-BCAE7B7D1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C2E46F75-70C8-B3F6-EF7B-72EF7618F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2364435C-D215-2244-2734-CDCFAFDE22D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093052E4-2B1E-B829-088D-2062C5DDC5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44FD7639-E7D3-34A9-F8D1-80D735526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63DB43A-33EF-A738-2D6F-A8D91DA05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186EEA-3B5B-7A2E-DCB5-F1BAC64ED323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1E6C2DE-E444-3BAA-D3B7-B5042EEA795C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00285E1F-3C7B-CF1C-1972-D880C690E8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10519ED-AAA8-27C8-5243-8ACA9931FECA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F2E911D1-B3DF-E675-546B-A75D6D9CE3EA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0FDE6425-6A81-A46B-0987-3BA64B9742F2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96DB525D-1BEF-952B-BC7E-21AB9697ED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98FDCFE7-38A8-F951-6A8B-51D6F02445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4E23B86A-C38B-45BA-1B4D-59F57C3694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A503CC08-A90D-6E0E-3DF6-A6BA1CE8B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E2504DD9-EABB-305E-166C-567478D5A3AA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1C856D96-4059-19C4-C981-D68E63232CB9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5F4F032B-61C1-3BEC-5205-640A6680E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D4951162-9C82-E647-7B9A-E1022EEFD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3A8B9EB5-78EA-8004-3ED4-C5DBDC18BD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35C2C864-C661-B5BC-A8FD-88AE71B80D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CA1C8324-AD8F-7C22-DD57-8F45AF2EC9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C3C4038E-4E80-AF46-9D7D-CF45959900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FFFEBC8-E78F-8325-5229-2F9DECDEA67D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4F0AE25B-7FF0-A22C-6517-087BC95B8200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48D374E7-170E-5B78-0B0C-9FFB21C8A0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88125A5A-CCF4-AED9-18B6-49A495FDA2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20C0C787-F841-B8B3-F2D8-8213E1AA2C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D102B5DF-3B40-D669-7B0F-5FCD8335D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CBA6BCA7-8B48-FE86-C98C-D82C1FF502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7F9DA090-B49B-0997-BFEF-462A44EB8F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CB48E101-355B-FB64-3471-45EF104EA4CA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2B357A70-56DB-0E51-972B-6652F070C5F9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015409E4-74A8-CD37-F11B-E35D460F6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0BEF0C44-5E58-4DFE-D10C-8F4779F00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CA3707A8-305D-36C6-AECE-9EB3D224F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41E84846-2376-9CEB-5FCF-69AA15B271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3C56E330-AD0F-B6B5-8692-6B95C3AFB5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C83949EC-8882-1DC5-DB8F-C818A1E1C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68A486EC-303C-94B8-B6D5-640D1647FAFB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E2DCA6AF-9C3E-16F3-9477-5901A83C98FD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CA008042-2674-8329-6C6B-7D733DDB24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F4D9399A-3356-0B81-C0FF-23F09BF686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246BDBEB-5049-8402-E44E-3AF38CD7D52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AD7AC4A7-D468-23A2-F6E7-EC25C03073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064C53CB-E718-78D1-FCB6-3D8D53082B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163763E9-8406-85E1-E009-BE13FE6E39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BE95017-7D9D-2FE0-5CEF-271CFBFAF71D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C3826B6-0B8E-049C-9AD9-71B54C192A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FD5D99F-7E3F-656D-6174-67798D20523C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B35F248-8EAA-4681-B8D4-B9515C3F8499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4CD8C784-0500-18C1-17DC-5FCCCCFC44BA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EB404D3A-D70C-19BF-FD36-B03D3AB3A7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700D1D3A-3CCA-F694-5753-1B4540F8C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1289DA6B-911E-1E9C-2EDD-F780FCC7F1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A23B7A4-D535-DBA2-3900-7825ACC122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8FA95911-E6CF-1166-5F7B-8190B7B6F71A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6F478900-B581-E9B2-601C-875000357F72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C3539DE6-3D1C-7910-8E2D-CE5DA37B45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E1A0D998-0DCA-DA8E-ED74-2B6E265BE8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E68C1323-C1F9-5DB3-0F36-CE40761CB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C02761D3-EDD4-B94D-AD0C-6C40A334D7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3F6B4248-F118-101B-2EAB-4501D36329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69161094-7E31-324E-BC62-8F2052A10B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0192F5F6-B24C-9C4E-978E-4175EC9663F3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C7A8AC08-181F-1F7E-3BCF-9A91D9B11E7A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37F6A6B6-14C5-6172-6530-29ECAB09FB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6451956D-D714-D707-1345-DD0C9B020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00172731-BD9D-D9AC-F594-DF4E1157E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44BD65D7-65EA-EDB7-140D-8DD398C528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BB50A39C-75A1-73DD-F802-19E68B1447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0347ABB-B83D-76C3-EB4C-6F450D320D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85821EE-DEFF-802B-8FC5-84197BEACA86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A8DAD687-BCCA-8544-54BB-6321A6DF68EF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9980BE21-7449-AE7E-8E01-B0FE83A97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A2E2AACF-6AEA-EE00-7005-5C48936A4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6A80DEB3-93BE-6FBB-5590-B9FAE9E24B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640400B6-9227-08F1-1875-7E7401F4D1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D4235422-DD43-D7F9-A307-8326293017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F3E2C249-1A6B-799E-05D2-ED4BD6BF86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E114D473-8FEB-F343-0D91-F955CA748AC7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5E9EAE35-F09F-D197-4290-066E9BADCA39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6D04F8C4-8A80-EDDA-78A5-5BE1731B1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20DF8A1D-AC70-931C-5518-0FD72C68BA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E7226F49-17AD-E970-2A09-DE0A22C415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85D4E6B5-7567-D12D-9160-A6FF1F14C8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09A1B0A4-2F30-A099-977F-1B0DB1F072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EC5C790-DC08-90F2-7D2C-32774BDB9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AAE139-92E6-80AB-72D2-7A8F85D184EA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0159F0-F8DF-669A-4F94-99C6F70C881E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2F300B-5E19-ACA9-499A-D147CD36783F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D86ABC-B2C4-F9ED-32A4-9B20F277A79E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325A35-EC11-6604-252B-A1011B5B6BDC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36001F-5B4D-A8A0-7751-C90937D6FD38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1E6A33-9063-13CB-28B2-E9A1D6267E62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F3F1BE-3378-0F2C-F564-3934C9AF2F32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0CCBE7D-7F58-844B-F336-5D8EA811CCE5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C8366B-72FA-B777-E98D-2E1CBF374A2F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77DBB3-660A-5F4B-AE7B-745D78A47884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8B87D85-ACF4-5520-621C-5219589B3B6D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7047EE7F-0E98-AED3-D9B1-CAEBDE173EA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>
                <a:cs typeface="Segoe UI"/>
              </a:rPr>
              <a:t>Spatially distributed compute and memory</a:t>
            </a:r>
          </a:p>
          <a:p>
            <a:pPr marL="285750" indent="-285750"/>
            <a:r>
              <a:rPr lang="en-US" b="1" dirty="0">
                <a:solidFill>
                  <a:schemeClr val="accent4"/>
                </a:solidFill>
                <a:cs typeface="Segoe UI"/>
              </a:rPr>
              <a:t>Multi-level memory hierarchy </a:t>
            </a:r>
          </a:p>
          <a:p>
            <a:pPr marL="285750" indent="-285750"/>
            <a:r>
              <a:rPr lang="en-US" dirty="0">
                <a:cs typeface="Segoe UI"/>
              </a:rPr>
              <a:t>Explicitly scheduled, decoupled data movement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9466139-56A0-598B-994D-FABE71986C25}"/>
              </a:ext>
            </a:extLst>
          </p:cNvPr>
          <p:cNvSpPr/>
          <p:nvPr/>
        </p:nvSpPr>
        <p:spPr bwMode="auto">
          <a:xfrm>
            <a:off x="699933" y="3626777"/>
            <a:ext cx="4106659" cy="2393233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0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3823-A474-1C9F-8C7D-7052D8F3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8F75-3344-272A-EF5C-8DD65C0A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AFEEE-B0E8-EB36-7D5E-A8D08DCF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65AA8-AF29-03B7-3026-6BC7C717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3BBFB7-CB3F-53CB-96DA-5B261477DAF0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1B839CF-A23D-2137-CDB5-F744FA038D45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23B02F3-4188-A359-5652-96B553C5349F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A1FC7907-1A92-CBE3-75CD-340F08D906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5FB3CA61-70EA-D48A-49DD-A073F2C5119A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0F9AEB93-B23D-A1DE-7808-EBC5E82603AA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A12A4558-6D2E-1401-4FBB-712E1EE3F545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068F08C8-3370-D69E-F9D8-A6CF49F31A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8A6B9664-979B-ACFA-52A7-ACA23FD783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2F7F3F55-9870-037E-41DA-3259465313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DC987179-D5DE-1074-F5F3-E844261070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3543724-A4E2-6509-6D99-68E4FC3B5331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61949638-AEA6-C6C4-07FD-CC583C74DFEA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1A186DA8-711C-48FC-7768-3CC0597689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2E0C2259-68A4-95AA-0D03-D0325F53CA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AA413315-E84A-1BAD-1436-BADE242672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6F4A0F6C-FA92-2AF0-1A3A-A1F98E020B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F30CFEA4-491F-A63D-17C7-868C83705D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2DC50CF6-6F58-D17B-0E27-A01B695A7C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5CBFA7C1-50E1-E4AF-A047-75A22CA3E33A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D05F2F65-FEB9-62C4-4078-FA5B02CA49AB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B4929B70-DB90-9439-2C10-841E5A8B0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C09C6FD2-9598-7BCA-06AE-8C5A1E461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8A2E899E-FFD0-880A-D531-3E0FEE2B3C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38467EF3-B388-F30D-3B13-683C50D7E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B08D4513-11C3-4BDC-EAFE-CDEBFE7F8E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92761566-5459-2831-10A1-0F323D4223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3B37CB2C-F28F-E0EE-1E8C-46EDBFE58873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2B9F7ABA-68C3-EC39-A48A-B9C67ECFCFA0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DF6173DC-C1EA-03A8-665E-EA8CE3B6F4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DA740767-C0A1-E418-953C-4371AFA97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5D9BA74D-8615-5316-9FF2-F974959C1B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B70940EA-9B13-3FBB-4B29-C6927BEE5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37B66A97-8D6C-0698-CA42-C5861FEEBD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AF93E15D-BA6F-78B3-EE6D-675FE1835F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D1402EF6-6635-7736-8D79-CE472181629D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8DE6176E-7AFA-D2ED-9CB2-6353B9FFB257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630946BA-72C2-A4F9-9E88-A64B96BAEE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083BAE7E-F43A-6AFE-C4A7-B47072C091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B3F2E158-B5FB-0BA6-3B8E-137C042ADA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3CEBD3E8-A9EC-6331-EF49-95500B8308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323ACDB1-86E2-97D7-D344-885F61558D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DA7BE2AF-77BA-E183-C5D6-B2994B3982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FDA5B4-99DD-454D-C88B-432DBB709034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09065F7-7876-F0B5-B2B8-E57BC2A3B77E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B28C014F-FE58-E599-BDE1-7641C9993D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18CCB5F0-1A2E-32A6-F9EC-6959D9C1FF51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420F17CB-099B-3976-9912-59D7778E8C94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625CDE0B-1FEC-DB78-54D2-DA07CC097C8D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7009D109-E430-61D3-3D4D-3284126E3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07EBF416-6082-A661-8C2E-6724FA7411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6E8FD91D-53F6-CE97-F2E9-3F7CC0933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7F4D9E60-D092-44C0-92BE-3208842D3D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AE4C828E-697C-F458-4FEE-91C581E76770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6D2A9E2A-EA7A-5A11-6928-E532F170A907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D8AEBCF2-63B9-97DC-9255-460A5D041A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DB7C26A6-0526-C84E-3EE6-2CE5E1603C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4106F009-86A1-C93A-AAD4-68657B42B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44C977F6-B9D5-61E1-202B-CB830DFCBA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A1E41D92-A50C-3ED1-0408-FF7AADFD85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48354F82-C55B-4E34-A5FA-362E8D071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2E1C0E9-87BD-710A-2329-63F5604BC6A7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E8826DC3-CCCD-EE4B-C5EB-281AD11DB82F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3083839A-47F1-51B0-C117-DD7CCEAAB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C7DA4E65-327E-8BC5-948E-E89C146E0C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BE0BDD7C-504D-80E2-C140-22DE91BA2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3C00B9CF-213A-980E-45D3-A174837494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F9CE9393-C6A4-6391-0B86-A90A119D8F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944DE8DA-B5C6-5567-133A-EE0B929CF5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5FD067F5-B499-FC70-5983-8B3760EC2403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866F4A70-5E1A-659D-9358-CD55D926317F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DCEFE06D-6A49-F052-FC9D-4256E821E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FAFF6A50-7368-7658-CEFC-41C9369B46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10A89B40-7CB4-ECBA-69AA-2ACA99D68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2DE54064-7BCB-9E9C-0BAC-40D327F2D6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FC06AC53-DF1E-41AD-0A26-86AF870F31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D68F3050-8299-BB12-03A6-482BCEEC84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9D02B155-4D25-E1A5-2CF9-A97C468F8924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4FC57996-CBAD-8253-B752-6A400AEAEEB2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02C46F78-3558-DE15-FDEF-20365490C0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DDDBA9D3-38D5-CB2C-9DF8-EEE80F3A93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A84FCF56-AB37-E57D-261C-9DEB52F41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8BB16C35-AFDC-1C3F-A02A-C840BC2229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C2A1EB14-59AF-BCF9-F090-FCFD41A4F2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67421AD1-4604-56B5-DB60-26EE40A76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65CF0E2-F54C-AF84-836C-78D59466F5DD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C1115D2-92E6-EA3B-9653-5D7795D28C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4E3BB77-5B04-8E95-6C8A-193A74BCAD52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3FB8104-1AA6-A203-F649-97278488CA81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CDC8368B-5B30-4C0C-1F6A-4B0CF74BAE99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8806B111-BFB4-EFD8-9D6D-3F685C6BF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D45E1F26-26D8-D4E5-3EA2-EF7F4EC17B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F9BCA6EC-6964-6A4E-C14A-A538A58862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DA53A55-E533-DFA8-8778-CC70683733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D199DD8-5D86-5C70-45D5-5665E230CD61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91084627-96C7-50E9-73F3-B471F43F697B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38422827-056F-A2CE-1627-32D2CCFB2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ACD6A02F-DF31-AA0B-FEE6-7CDAE62F69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99B04AF8-F160-53EC-A907-284B305D2B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3330B963-C3DF-3752-05AE-A75E975A88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550A645E-BABD-8C29-C60A-5842BCBC3A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6DB4A48F-5028-F5F8-84BF-A68C1803F4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47EBC026-B006-9FA4-2676-0A864D68E9E8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B85479C6-0DDC-0A90-DC90-7777D4D54151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BA94917B-C1FE-26A1-7EB2-7639C48411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208E52DA-51A5-5F99-D1B3-73ED8E4BCA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5D56B7A0-2913-0A22-5C62-312AE1351D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F712DD28-E3D0-9AC6-39FE-2EA2DDCAA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E08287C4-C3BC-777E-7911-CB28A00483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670DDC99-66F7-4491-2866-741EE017D7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B219528-63EF-54E6-4184-7265A1DAC9CD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CADDDF38-D98E-786C-0BBD-9E292D72BA23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6B7300E5-714E-4100-8D64-C5EBE2DCAF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924462AD-DAA0-D1C3-96A4-DE08160EB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A45D98E7-8328-D754-7094-343496F7E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8903BC9F-4446-141B-0AE0-145277D3BC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C3C5980A-2405-6541-108B-BBB3A48D56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A8343124-3A28-2335-2A95-8A53993635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DA5B600-38CE-EFB2-856B-2D8520A800D3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1008F04-5128-4FB3-CDDD-5E953481F1CC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83C4BE6B-864C-8546-1A83-E18D443F44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12731793-5674-EAED-5489-1C83F056FF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E47AE0C4-5E42-E82A-A80E-C5665BCA728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5991BBEF-C039-BD67-96C8-55A1B9E45F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BE6483D-52FE-7DB3-323F-BEA42A523B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E64E127-E037-644D-BCA7-57F557F8F8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C98A1-EA13-B564-F566-757BC340514D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B3F60E-90BD-2955-EBBA-464F7EE4F94E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556C8F-C703-63CF-F8EC-F55EBF28E14E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00D8EF-A84D-FD72-ED20-1F9FAB83CAFE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6A6525-02B4-6CF7-6E0B-F9BE153E6CCE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578399-C0A5-E8E0-4B68-62188A850D28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6D41C8-C5A0-37A4-270E-84B71D909B19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0B08CB-00F2-BB61-5758-EDF5B637ED89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E1B11D-7113-91C8-2E42-7FBB9B81248A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EE4891-C76E-3C43-9209-4A37EB464FE4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F0987C-BCF4-FAB3-8361-E02886637061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2CA7824-F868-3630-1C83-8DAA6AE1DDDF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636BB0FE-EFBA-C343-DC0F-F8D65CE5591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>
                <a:cs typeface="Segoe UI"/>
              </a:rPr>
              <a:t>Spatially distributed compute and memory</a:t>
            </a:r>
          </a:p>
          <a:p>
            <a:pPr marL="285750" indent="-285750"/>
            <a:r>
              <a:rPr lang="en-US" dirty="0">
                <a:cs typeface="Segoe UI"/>
              </a:rPr>
              <a:t>Multi-level memory hierarchy </a:t>
            </a:r>
          </a:p>
          <a:p>
            <a:pPr marL="285750" indent="-285750"/>
            <a:r>
              <a:rPr lang="en-US" b="1" dirty="0">
                <a:solidFill>
                  <a:schemeClr val="accent4"/>
                </a:solidFill>
                <a:cs typeface="Segoe UI"/>
              </a:rPr>
              <a:t>Explicitly scheduled data movement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4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7799-44BF-E9E7-1C79-321C11EB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0134-75D8-A1E2-F615-37784A3B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AMD XNDA</a:t>
            </a:r>
            <a:r>
              <a:rPr lang="en-US" baseline="30000" dirty="0"/>
              <a:t>TM</a:t>
            </a:r>
            <a:r>
              <a:rPr lang="en-US" dirty="0"/>
              <a:t> NPUs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F2E67-D06B-E7CA-E2C3-67C8A29F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FFEDA-A1A2-3DC8-1602-C91A15F7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256169-7ADB-7E6C-C043-58435642A4E4}"/>
              </a:ext>
            </a:extLst>
          </p:cNvPr>
          <p:cNvGrpSpPr/>
          <p:nvPr/>
        </p:nvGrpSpPr>
        <p:grpSpPr>
          <a:xfrm>
            <a:off x="5093344" y="1027906"/>
            <a:ext cx="6577313" cy="5349002"/>
            <a:chOff x="1605638" y="306951"/>
            <a:chExt cx="7947230" cy="6463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646CBB6-5194-3173-0B4C-B4888A215832}"/>
                </a:ext>
              </a:extLst>
            </p:cNvPr>
            <p:cNvGrpSpPr/>
            <p:nvPr/>
          </p:nvGrpSpPr>
          <p:grpSpPr>
            <a:xfrm>
              <a:off x="1631839" y="306951"/>
              <a:ext cx="7921029" cy="6194309"/>
              <a:chOff x="1631839" y="171155"/>
              <a:chExt cx="7921029" cy="6194309"/>
            </a:xfrm>
            <a:solidFill>
              <a:schemeClr val="bg1"/>
            </a:solidFill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D5B152E-7925-262B-6E80-F8161D042786}"/>
                  </a:ext>
                </a:extLst>
              </p:cNvPr>
              <p:cNvGrpSpPr/>
              <p:nvPr/>
            </p:nvGrpSpPr>
            <p:grpSpPr>
              <a:xfrm>
                <a:off x="1631839" y="171155"/>
                <a:ext cx="2089198" cy="6194309"/>
                <a:chOff x="1611332" y="206491"/>
                <a:chExt cx="2089198" cy="6194309"/>
              </a:xfrm>
              <a:grpFill/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E7AC3C0D-84B3-2587-69D8-164720A39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BD3C3C25-038B-6809-3863-60A3DC9D1EA9}"/>
                    </a:ext>
                  </a:extLst>
                </p:cNvPr>
                <p:cNvSpPr txBox="1"/>
                <p:nvPr/>
              </p:nvSpPr>
              <p:spPr>
                <a:xfrm>
                  <a:off x="2379617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6A4E944-2CDB-FCD1-2BF5-B25B2F9276F6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D1CFA2ED-7231-5098-B60F-E234FBA2D116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42" name="Rounded Rectangle 141">
                      <a:extLst>
                        <a:ext uri="{FF2B5EF4-FFF2-40B4-BE49-F238E27FC236}">
                          <a16:creationId xmlns:a16="http://schemas.microsoft.com/office/drawing/2014/main" id="{9218388D-EFFC-2CA5-D0FD-52A4B16593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3" name="Rounded Rectangle 142">
                      <a:extLst>
                        <a:ext uri="{FF2B5EF4-FFF2-40B4-BE49-F238E27FC236}">
                          <a16:creationId xmlns:a16="http://schemas.microsoft.com/office/drawing/2014/main" id="{2926065D-DFDB-C6E2-03FB-9646EEBC7B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206AED1F-C044-D524-1355-E44D354EB8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797A9CDB-49BE-1B1C-7701-553F8D2F9A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BEC301FE-5250-4367-D148-AC749BE36B65}"/>
                    </a:ext>
                  </a:extLst>
                </p:cNvPr>
                <p:cNvGrpSpPr/>
                <p:nvPr/>
              </p:nvGrpSpPr>
              <p:grpSpPr>
                <a:xfrm>
                  <a:off x="1615441" y="1471411"/>
                  <a:ext cx="2080301" cy="1181733"/>
                  <a:chOff x="1615441" y="1617111"/>
                  <a:chExt cx="2080301" cy="1181733"/>
                </a:xfrm>
                <a:grpFill/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B842E3E4-1916-A440-6ABC-00E1F6BE336D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35" name="Rounded Rectangle 134">
                      <a:extLst>
                        <a:ext uri="{FF2B5EF4-FFF2-40B4-BE49-F238E27FC236}">
                          <a16:creationId xmlns:a16="http://schemas.microsoft.com/office/drawing/2014/main" id="{B08F2A04-7681-A077-3205-C18BF1811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6" name="Rounded Rectangle 135">
                      <a:extLst>
                        <a:ext uri="{FF2B5EF4-FFF2-40B4-BE49-F238E27FC236}">
                          <a16:creationId xmlns:a16="http://schemas.microsoft.com/office/drawing/2014/main" id="{4D31A02F-D646-1BBE-E16A-0DFA1B46F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7" name="Rounded Rectangle 136">
                      <a:extLst>
                        <a:ext uri="{FF2B5EF4-FFF2-40B4-BE49-F238E27FC236}">
                          <a16:creationId xmlns:a16="http://schemas.microsoft.com/office/drawing/2014/main" id="{5AEE51C8-9EAD-8B02-021F-1A46DD236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8" name="Rounded Rectangle 137">
                      <a:extLst>
                        <a:ext uri="{FF2B5EF4-FFF2-40B4-BE49-F238E27FC236}">
                          <a16:creationId xmlns:a16="http://schemas.microsoft.com/office/drawing/2014/main" id="{BA7C1068-59D0-C466-5656-B7C20D8A4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B8DE5691-D913-1304-AF5E-02D81F9211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F5E1F056-AACB-D3EA-5FA9-EA30607C9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F9CEEAD2-1A06-5579-C80A-22178B5A1265}"/>
                    </a:ext>
                  </a:extLst>
                </p:cNvPr>
                <p:cNvGrpSpPr/>
                <p:nvPr/>
              </p:nvGrpSpPr>
              <p:grpSpPr>
                <a:xfrm>
                  <a:off x="1611332" y="206491"/>
                  <a:ext cx="2080301" cy="1187049"/>
                  <a:chOff x="1615441" y="1617111"/>
                  <a:chExt cx="2080301" cy="1187049"/>
                </a:xfrm>
                <a:grpFill/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97F0884C-A8AB-13F0-8836-FFABFDD12728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8" name="Rounded Rectangle 127">
                      <a:extLst>
                        <a:ext uri="{FF2B5EF4-FFF2-40B4-BE49-F238E27FC236}">
                          <a16:creationId xmlns:a16="http://schemas.microsoft.com/office/drawing/2014/main" id="{51F89B32-4F94-2653-B434-84F94F0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" name="Rounded Rectangle 128">
                      <a:extLst>
                        <a:ext uri="{FF2B5EF4-FFF2-40B4-BE49-F238E27FC236}">
                          <a16:creationId xmlns:a16="http://schemas.microsoft.com/office/drawing/2014/main" id="{FD2E44A8-D0DF-0A65-B53E-43A9AD42C1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30" name="Rounded Rectangle 129">
                      <a:extLst>
                        <a:ext uri="{FF2B5EF4-FFF2-40B4-BE49-F238E27FC236}">
                          <a16:creationId xmlns:a16="http://schemas.microsoft.com/office/drawing/2014/main" id="{130229FD-2F52-9DE6-EE8A-94A01BBF0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9023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92119957-DF7E-9F8F-6322-5968018DFF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0BF8096F-2077-A524-2919-6872BBA988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F201CB44-1D3F-8D5F-2C5D-1EA2A5632F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930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EAAF1719-952F-CF04-68CB-5220D4FF3139}"/>
                    </a:ext>
                  </a:extLst>
                </p:cNvPr>
                <p:cNvGrpSpPr/>
                <p:nvPr/>
              </p:nvGrpSpPr>
              <p:grpSpPr>
                <a:xfrm>
                  <a:off x="1611332" y="2922721"/>
                  <a:ext cx="2079588" cy="1181733"/>
                  <a:chOff x="1615441" y="1617111"/>
                  <a:chExt cx="2079588" cy="1181733"/>
                </a:xfrm>
                <a:grpFill/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C943A1C7-3B6D-8E8E-9276-DF0839FFC58C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121" name="Rounded Rectangle 120">
                      <a:extLst>
                        <a:ext uri="{FF2B5EF4-FFF2-40B4-BE49-F238E27FC236}">
                          <a16:creationId xmlns:a16="http://schemas.microsoft.com/office/drawing/2014/main" id="{C324E34C-535D-4D0C-CC87-788254C141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2" name="Rounded Rectangle 121">
                      <a:extLst>
                        <a:ext uri="{FF2B5EF4-FFF2-40B4-BE49-F238E27FC236}">
                          <a16:creationId xmlns:a16="http://schemas.microsoft.com/office/drawing/2014/main" id="{1C9C825F-8CF3-4DDC-E780-1728EC2F14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758B6E7A-6871-ACC6-8005-85C1A46EF5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39167A99-B386-1876-382E-BD22C2E3ED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421DA2D6-DAE4-6E20-47B5-36DCF5D7F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2A835B61-2722-B924-F81F-A5A97517AA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6217" y="2787581"/>
                    <a:ext cx="1138812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7EAD03FC-452F-6DF0-2229-7EABF2369E8A}"/>
                    </a:ext>
                  </a:extLst>
                </p:cNvPr>
                <p:cNvGrpSpPr/>
                <p:nvPr/>
              </p:nvGrpSpPr>
              <p:grpSpPr>
                <a:xfrm>
                  <a:off x="1633039" y="4211264"/>
                  <a:ext cx="2067491" cy="1197931"/>
                  <a:chOff x="1639389" y="4387108"/>
                  <a:chExt cx="2067491" cy="1197931"/>
                </a:xfrm>
                <a:grpFill/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AE0EE27E-0BA8-6885-E85E-BBE098B7E56C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115" name="Rounded Rectangle 114">
                      <a:extLst>
                        <a:ext uri="{FF2B5EF4-FFF2-40B4-BE49-F238E27FC236}">
                          <a16:creationId xmlns:a16="http://schemas.microsoft.com/office/drawing/2014/main" id="{D7F6B338-87BC-1BA6-61B5-84DD1FCBE7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426B0379-8A65-47D2-CD82-AFA583F7B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117" name="Rounded Rectangle 116">
                      <a:extLst>
                        <a:ext uri="{FF2B5EF4-FFF2-40B4-BE49-F238E27FC236}">
                          <a16:creationId xmlns:a16="http://schemas.microsoft.com/office/drawing/2014/main" id="{E0108639-3FFC-5817-7C8E-CE692B7445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71C5EDFF-93F4-6CC1-C2CB-1D3B0A9D7E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9144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3CD48349-BF70-6337-68F1-0ADFE06782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7077" y="5566280"/>
                    <a:ext cx="1099803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21797F4A-E856-A023-0F81-D8815487EF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172F00-CAC1-6D2F-0611-D72ABC847C02}"/>
                  </a:ext>
                </a:extLst>
              </p:cNvPr>
              <p:cNvSpPr txBox="1"/>
              <p:nvPr/>
            </p:nvSpPr>
            <p:spPr>
              <a:xfrm>
                <a:off x="3507716" y="25517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1A8C689-BED5-8295-8B90-E1826F952F7A}"/>
                  </a:ext>
                </a:extLst>
              </p:cNvPr>
              <p:cNvGrpSpPr/>
              <p:nvPr/>
            </p:nvGrpSpPr>
            <p:grpSpPr>
              <a:xfrm>
                <a:off x="3642930" y="171155"/>
                <a:ext cx="2562276" cy="6194309"/>
                <a:chOff x="1314679" y="206491"/>
                <a:chExt cx="2562276" cy="6194309"/>
              </a:xfrm>
              <a:grpFill/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406CC62B-97D5-B477-C36D-492BE51E9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3A1373E-2745-3B3C-5B80-F87881A8A813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8EB1245A-1BCE-FFDE-3E15-AD969D532026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82C293B6-7BDA-DB1C-0278-1931145FE87D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102" name="Rounded Rectangle 101">
                      <a:extLst>
                        <a:ext uri="{FF2B5EF4-FFF2-40B4-BE49-F238E27FC236}">
                          <a16:creationId xmlns:a16="http://schemas.microsoft.com/office/drawing/2014/main" id="{7D85C001-849F-8E2E-C596-34ABE82BE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Rounded Rectangle 102">
                      <a:extLst>
                        <a:ext uri="{FF2B5EF4-FFF2-40B4-BE49-F238E27FC236}">
                          <a16:creationId xmlns:a16="http://schemas.microsoft.com/office/drawing/2014/main" id="{9976BF5C-6D01-4F6B-8B26-CB02E4E60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37276347-A284-E7A6-9276-A9EE32DE87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B6E6C43C-7FC7-F4E5-1A2B-29E1DDCAF7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1E3D34F5-37FA-3155-1E43-3937C5FEFD37}"/>
                    </a:ext>
                  </a:extLst>
                </p:cNvPr>
                <p:cNvGrpSpPr/>
                <p:nvPr/>
              </p:nvGrpSpPr>
              <p:grpSpPr>
                <a:xfrm>
                  <a:off x="1379076" y="1471411"/>
                  <a:ext cx="2497879" cy="1181733"/>
                  <a:chOff x="1379076" y="1617111"/>
                  <a:chExt cx="2497879" cy="1181733"/>
                </a:xfrm>
                <a:grpFill/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1C83D7C8-0B30-83DA-0B76-C3E07634A43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95" name="Rounded Rectangle 94">
                      <a:extLst>
                        <a:ext uri="{FF2B5EF4-FFF2-40B4-BE49-F238E27FC236}">
                          <a16:creationId xmlns:a16="http://schemas.microsoft.com/office/drawing/2014/main" id="{8923C6DF-D55D-B3B4-5B9E-E5500CA940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Rounded Rectangle 95">
                      <a:extLst>
                        <a:ext uri="{FF2B5EF4-FFF2-40B4-BE49-F238E27FC236}">
                          <a16:creationId xmlns:a16="http://schemas.microsoft.com/office/drawing/2014/main" id="{8CF4F644-2301-3F7C-A3E6-C0B0481CA6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7" name="Rounded Rectangle 96">
                      <a:extLst>
                        <a:ext uri="{FF2B5EF4-FFF2-40B4-BE49-F238E27FC236}">
                          <a16:creationId xmlns:a16="http://schemas.microsoft.com/office/drawing/2014/main" id="{1A367218-1B0B-68C7-5D55-CD4134D1A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8" name="Rounded Rectangle 97">
                      <a:extLst>
                        <a:ext uri="{FF2B5EF4-FFF2-40B4-BE49-F238E27FC236}">
                          <a16:creationId xmlns:a16="http://schemas.microsoft.com/office/drawing/2014/main" id="{7CA3E903-ECBF-2C9B-BA79-264F88CDB4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4E6372FD-7846-DA5C-1D4D-1CBE5C7062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38D7F39E-3274-B645-92BA-6214EF305C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9076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77EF8531-59C6-DC05-4D7B-CE4EC2548684}"/>
                    </a:ext>
                  </a:extLst>
                </p:cNvPr>
                <p:cNvGrpSpPr/>
                <p:nvPr/>
              </p:nvGrpSpPr>
              <p:grpSpPr>
                <a:xfrm>
                  <a:off x="1379076" y="206491"/>
                  <a:ext cx="2497879" cy="1187049"/>
                  <a:chOff x="1383185" y="1617111"/>
                  <a:chExt cx="2497879" cy="1187049"/>
                </a:xfrm>
                <a:grpFill/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04114B0E-1EF0-DAB0-D49E-E95F98364CB1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8" name="Rounded Rectangle 87">
                      <a:extLst>
                        <a:ext uri="{FF2B5EF4-FFF2-40B4-BE49-F238E27FC236}">
                          <a16:creationId xmlns:a16="http://schemas.microsoft.com/office/drawing/2014/main" id="{56DCEC57-7A46-B491-F794-BBA1B013E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9" name="Rounded Rectangle 88">
                      <a:extLst>
                        <a:ext uri="{FF2B5EF4-FFF2-40B4-BE49-F238E27FC236}">
                          <a16:creationId xmlns:a16="http://schemas.microsoft.com/office/drawing/2014/main" id="{5351C114-D499-E3E9-2313-61E674F59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90" name="Rounded Rectangle 89">
                      <a:extLst>
                        <a:ext uri="{FF2B5EF4-FFF2-40B4-BE49-F238E27FC236}">
                          <a16:creationId xmlns:a16="http://schemas.microsoft.com/office/drawing/2014/main" id="{1AF28F55-3F49-2A56-D0EB-F1FDFD594D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91" name="Rounded Rectangle 90">
                      <a:extLst>
                        <a:ext uri="{FF2B5EF4-FFF2-40B4-BE49-F238E27FC236}">
                          <a16:creationId xmlns:a16="http://schemas.microsoft.com/office/drawing/2014/main" id="{742DB930-429A-4661-2FC4-A279D0455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43ECCDF8-F6EB-4115-C1F7-6A0DCE90DC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8265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D387C19E-3CC3-1BDF-137B-CAB46795C7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3185" y="2787581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FB6127F2-2341-9257-8192-ACED338BAAF2}"/>
                    </a:ext>
                  </a:extLst>
                </p:cNvPr>
                <p:cNvGrpSpPr/>
                <p:nvPr/>
              </p:nvGrpSpPr>
              <p:grpSpPr>
                <a:xfrm>
                  <a:off x="1314679" y="2922721"/>
                  <a:ext cx="2562276" cy="1181733"/>
                  <a:chOff x="1318788" y="1617111"/>
                  <a:chExt cx="2562276" cy="1181733"/>
                </a:xfrm>
                <a:grpFill/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CCE5296D-A255-BA5F-13A5-721D50481466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81" name="Rounded Rectangle 80">
                      <a:extLst>
                        <a:ext uri="{FF2B5EF4-FFF2-40B4-BE49-F238E27FC236}">
                          <a16:creationId xmlns:a16="http://schemas.microsoft.com/office/drawing/2014/main" id="{28C64C01-1F40-108E-5179-9C246AF1D3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82" name="Rounded Rectangle 81">
                      <a:extLst>
                        <a:ext uri="{FF2B5EF4-FFF2-40B4-BE49-F238E27FC236}">
                          <a16:creationId xmlns:a16="http://schemas.microsoft.com/office/drawing/2014/main" id="{AAA89B00-B801-AA0F-12DF-0CA322677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83" name="Rounded Rectangle 82">
                      <a:extLst>
                        <a:ext uri="{FF2B5EF4-FFF2-40B4-BE49-F238E27FC236}">
                          <a16:creationId xmlns:a16="http://schemas.microsoft.com/office/drawing/2014/main" id="{7F4191B8-7E17-3A2F-9A72-2826CBF94A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84" name="Rounded Rectangle 83">
                      <a:extLst>
                        <a:ext uri="{FF2B5EF4-FFF2-40B4-BE49-F238E27FC236}">
                          <a16:creationId xmlns:a16="http://schemas.microsoft.com/office/drawing/2014/main" id="{F5325742-0724-36F0-E1EB-CEFDEDBFB4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730EA2EF-3CA6-0072-6072-03A111B6BF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9DB1FC57-EA71-3F1C-0575-674FB7BC5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18788" y="2787581"/>
                    <a:ext cx="2562276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18935857-909F-FBEE-55C9-D4882C581A19}"/>
                    </a:ext>
                  </a:extLst>
                </p:cNvPr>
                <p:cNvGrpSpPr/>
                <p:nvPr/>
              </p:nvGrpSpPr>
              <p:grpSpPr>
                <a:xfrm>
                  <a:off x="1379076" y="4211264"/>
                  <a:ext cx="2497879" cy="1192615"/>
                  <a:chOff x="1385426" y="4387108"/>
                  <a:chExt cx="2497879" cy="1192615"/>
                </a:xfrm>
                <a:grpFill/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164FA0AB-A8F3-8C2F-8532-8EEE38BDE558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75" name="Rounded Rectangle 74">
                      <a:extLst>
                        <a:ext uri="{FF2B5EF4-FFF2-40B4-BE49-F238E27FC236}">
                          <a16:creationId xmlns:a16="http://schemas.microsoft.com/office/drawing/2014/main" id="{5890D7DD-5CF8-7765-5A68-E43609268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6" name="Rounded Rectangle 75">
                      <a:extLst>
                        <a:ext uri="{FF2B5EF4-FFF2-40B4-BE49-F238E27FC236}">
                          <a16:creationId xmlns:a16="http://schemas.microsoft.com/office/drawing/2014/main" id="{8B2E39FD-52A4-2567-0F67-7395840E9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77" name="Rounded Rectangle 76">
                      <a:extLst>
                        <a:ext uri="{FF2B5EF4-FFF2-40B4-BE49-F238E27FC236}">
                          <a16:creationId xmlns:a16="http://schemas.microsoft.com/office/drawing/2014/main" id="{1DFE677A-AB03-D1DF-5F81-4E9838E0123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2B924D85-DE63-8B72-DD4B-9C585076AA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6DEFED62-E7AA-E6C1-F60B-050E3B3C2E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5426" y="5566280"/>
                    <a:ext cx="2497879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12F34551-3946-D497-A55D-D40149FCE8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20B3EC-C9D0-2C32-3EA3-AA2892DCE26D}"/>
                  </a:ext>
                </a:extLst>
              </p:cNvPr>
              <p:cNvGrpSpPr/>
              <p:nvPr/>
            </p:nvGrpSpPr>
            <p:grpSpPr>
              <a:xfrm>
                <a:off x="6449698" y="171155"/>
                <a:ext cx="2349698" cy="6194309"/>
                <a:chOff x="1350832" y="206491"/>
                <a:chExt cx="2349698" cy="6194309"/>
              </a:xfrm>
              <a:grpFill/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35F215E7-1E2F-407C-4E9D-681D6E4C20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5742" y="1361347"/>
                  <a:ext cx="0" cy="136955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0F9D279-F89D-C36F-A877-59036A588A49}"/>
                    </a:ext>
                  </a:extLst>
                </p:cNvPr>
                <p:cNvSpPr txBox="1"/>
                <p:nvPr/>
              </p:nvSpPr>
              <p:spPr>
                <a:xfrm>
                  <a:off x="2379618" y="2551665"/>
                  <a:ext cx="940527" cy="37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99F1B3E-259E-8F66-30D3-F2F0C2CB8DA1}"/>
                    </a:ext>
                  </a:extLst>
                </p:cNvPr>
                <p:cNvGrpSpPr/>
                <p:nvPr/>
              </p:nvGrpSpPr>
              <p:grpSpPr>
                <a:xfrm>
                  <a:off x="1648100" y="5553387"/>
                  <a:ext cx="2047547" cy="847413"/>
                  <a:chOff x="1648100" y="5578508"/>
                  <a:chExt cx="2047547" cy="847413"/>
                </a:xfrm>
                <a:grpFill/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ABE31059-39D5-3D14-EFEB-730B6FA79EC6}"/>
                      </a:ext>
                    </a:extLst>
                  </p:cNvPr>
                  <p:cNvGrpSpPr/>
                  <p:nvPr/>
                </p:nvGrpSpPr>
                <p:grpSpPr>
                  <a:xfrm>
                    <a:off x="1648100" y="5578508"/>
                    <a:ext cx="1915886" cy="674911"/>
                    <a:chOff x="1619795" y="5630095"/>
                    <a:chExt cx="1915886" cy="674911"/>
                  </a:xfrm>
                  <a:grpFill/>
                </p:grpSpPr>
                <p:sp>
                  <p:nvSpPr>
                    <p:cNvPr id="62" name="Rounded Rectangle 61">
                      <a:extLst>
                        <a:ext uri="{FF2B5EF4-FFF2-40B4-BE49-F238E27FC236}">
                          <a16:creationId xmlns:a16="http://schemas.microsoft.com/office/drawing/2014/main" id="{C2661198-0A44-43B3-F246-3D8B356FD0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9795" y="5630095"/>
                      <a:ext cx="1915886" cy="67491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Shim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3" name="Rounded Rectangle 62">
                      <a:extLst>
                        <a:ext uri="{FF2B5EF4-FFF2-40B4-BE49-F238E27FC236}">
                          <a16:creationId xmlns:a16="http://schemas.microsoft.com/office/drawing/2014/main" id="{F2A38FFC-12E1-7246-F4B9-5D3A81FE7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219" y="5947959"/>
                      <a:ext cx="714102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1995DC70-6A31-B2B4-5DD3-AA90049BA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7437" y="5926012"/>
                    <a:ext cx="1482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F014C3B-150F-80DB-98EA-18AEDF3451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06043" y="6263467"/>
                    <a:ext cx="0" cy="162454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10B262BF-513F-8135-A1EB-DD8EC7045FC1}"/>
                    </a:ext>
                  </a:extLst>
                </p:cNvPr>
                <p:cNvGrpSpPr/>
                <p:nvPr/>
              </p:nvGrpSpPr>
              <p:grpSpPr>
                <a:xfrm>
                  <a:off x="1350832" y="1471411"/>
                  <a:ext cx="2344910" cy="1181733"/>
                  <a:chOff x="1350832" y="1617111"/>
                  <a:chExt cx="2344910" cy="1181733"/>
                </a:xfrm>
                <a:grpFill/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DCAE5145-C9B8-A206-1C9B-DAD0FD94BD6D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55" name="Rounded Rectangle 54">
                      <a:extLst>
                        <a:ext uri="{FF2B5EF4-FFF2-40B4-BE49-F238E27FC236}">
                          <a16:creationId xmlns:a16="http://schemas.microsoft.com/office/drawing/2014/main" id="{E3DB8162-56B5-FF87-A2D5-B2E17561A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Rounded Rectangle 55">
                      <a:extLst>
                        <a:ext uri="{FF2B5EF4-FFF2-40B4-BE49-F238E27FC236}">
                          <a16:creationId xmlns:a16="http://schemas.microsoft.com/office/drawing/2014/main" id="{D928836B-03D8-A12E-F9DE-B5B72255CC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7" name="Rounded Rectangle 56">
                      <a:extLst>
                        <a:ext uri="{FF2B5EF4-FFF2-40B4-BE49-F238E27FC236}">
                          <a16:creationId xmlns:a16="http://schemas.microsoft.com/office/drawing/2014/main" id="{D4614223-707C-81BB-7D3E-36476525E5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8" name="Rounded Rectangle 57">
                      <a:extLst>
                        <a:ext uri="{FF2B5EF4-FFF2-40B4-BE49-F238E27FC236}">
                          <a16:creationId xmlns:a16="http://schemas.microsoft.com/office/drawing/2014/main" id="{ECBA9188-64BF-056B-132A-8B0D43B39E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1C584385-6106-99ED-F6C5-75F9004CE4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75C04846-AE48-0B5E-5DEA-D1B4A57D47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0832" y="2787581"/>
                    <a:ext cx="2344910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02263CE9-4412-A3ED-6139-1F6891A424CB}"/>
                    </a:ext>
                  </a:extLst>
                </p:cNvPr>
                <p:cNvGrpSpPr/>
                <p:nvPr/>
              </p:nvGrpSpPr>
              <p:grpSpPr>
                <a:xfrm>
                  <a:off x="1350832" y="206491"/>
                  <a:ext cx="2340801" cy="1181733"/>
                  <a:chOff x="1354941" y="1617111"/>
                  <a:chExt cx="2340801" cy="1181733"/>
                </a:xfrm>
                <a:grpFill/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4C95582E-2DDE-ABC7-DAA7-90C6D7FE446E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8" name="Rounded Rectangle 47">
                      <a:extLst>
                        <a:ext uri="{FF2B5EF4-FFF2-40B4-BE49-F238E27FC236}">
                          <a16:creationId xmlns:a16="http://schemas.microsoft.com/office/drawing/2014/main" id="{3F3EEA35-FD4E-43E5-681B-5E8CA31D5B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9" name="Rounded Rectangle 48">
                      <a:extLst>
                        <a:ext uri="{FF2B5EF4-FFF2-40B4-BE49-F238E27FC236}">
                          <a16:creationId xmlns:a16="http://schemas.microsoft.com/office/drawing/2014/main" id="{876F198F-EA77-07FA-5062-06683AF123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47FCBE82-D5C9-9E51-8CF1-A755F10284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D24796E6-703D-D3AE-06DB-35523E985C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EAD86A65-63B7-0DF7-0B93-2BB454050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0CF89ADD-79D8-45B3-A1D6-1425AA5398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801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C89E83AC-B573-A79E-8DDC-A8F336EF2C36}"/>
                    </a:ext>
                  </a:extLst>
                </p:cNvPr>
                <p:cNvGrpSpPr/>
                <p:nvPr/>
              </p:nvGrpSpPr>
              <p:grpSpPr>
                <a:xfrm>
                  <a:off x="1350832" y="2922721"/>
                  <a:ext cx="2340088" cy="1181733"/>
                  <a:chOff x="1354941" y="1617111"/>
                  <a:chExt cx="2340088" cy="1181733"/>
                </a:xfrm>
                <a:grpFill/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AB99F5C0-46B6-A2B2-1FFD-25632A6B4D59}"/>
                      </a:ext>
                    </a:extLst>
                  </p:cNvPr>
                  <p:cNvGrpSpPr/>
                  <p:nvPr/>
                </p:nvGrpSpPr>
                <p:grpSpPr>
                  <a:xfrm>
                    <a:off x="1615441" y="1617111"/>
                    <a:ext cx="1915886" cy="1071154"/>
                    <a:chOff x="1628503" y="487680"/>
                    <a:chExt cx="1915886" cy="1071154"/>
                  </a:xfrm>
                  <a:grpFill/>
                </p:grpSpPr>
                <p:sp>
                  <p:nvSpPr>
                    <p:cNvPr id="41" name="Rounded Rectangle 40">
                      <a:extLst>
                        <a:ext uri="{FF2B5EF4-FFF2-40B4-BE49-F238E27FC236}">
                          <a16:creationId xmlns:a16="http://schemas.microsoft.com/office/drawing/2014/main" id="{C602FFE6-461F-6718-9E16-23EC0E8DB9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876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AIE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2" name="Rounded Rectangle 41">
                      <a:extLst>
                        <a:ext uri="{FF2B5EF4-FFF2-40B4-BE49-F238E27FC236}">
                          <a16:creationId xmlns:a16="http://schemas.microsoft.com/office/drawing/2014/main" id="{E0A37F02-C0E3-B06C-C1C4-02F6BDC4D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783771"/>
                      <a:ext cx="1733006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Processor Core</a:t>
                      </a:r>
                    </a:p>
                  </p:txBody>
                </p:sp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C088AFC6-BD2A-5CC7-4989-E7552454E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</a:t>
                      </a:r>
                    </a:p>
                  </p:txBody>
                </p:sp>
                <p:sp>
                  <p:nvSpPr>
                    <p:cNvPr id="44" name="Rounded Rectangle 43">
                      <a:extLst>
                        <a:ext uri="{FF2B5EF4-FFF2-40B4-BE49-F238E27FC236}">
                          <a16:creationId xmlns:a16="http://schemas.microsoft.com/office/drawing/2014/main" id="{F8356FE8-B755-A3CC-C675-714A886755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7886" y="1171302"/>
                      <a:ext cx="770709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C5A27F77-74B3-F129-181A-24B51E06BE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3384" y="2682949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934C3E1B-A681-8EA4-EDA2-4A8F2EF1AD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4941" y="2787581"/>
                    <a:ext cx="234008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CAD4639B-DD5C-4045-BB98-FE996D98F908}"/>
                    </a:ext>
                  </a:extLst>
                </p:cNvPr>
                <p:cNvGrpSpPr/>
                <p:nvPr/>
              </p:nvGrpSpPr>
              <p:grpSpPr>
                <a:xfrm>
                  <a:off x="1350832" y="4211264"/>
                  <a:ext cx="2349698" cy="1192615"/>
                  <a:chOff x="1357182" y="4387108"/>
                  <a:chExt cx="2349698" cy="1192615"/>
                </a:xfrm>
                <a:grpFill/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D83178FE-19A5-EEEA-B87C-04DC041DD902}"/>
                      </a:ext>
                    </a:extLst>
                  </p:cNvPr>
                  <p:cNvGrpSpPr/>
                  <p:nvPr/>
                </p:nvGrpSpPr>
                <p:grpSpPr>
                  <a:xfrm>
                    <a:off x="1639389" y="4387108"/>
                    <a:ext cx="1915886" cy="1071154"/>
                    <a:chOff x="1628503" y="4345580"/>
                    <a:chExt cx="1915886" cy="1071154"/>
                  </a:xfrm>
                  <a:grpFill/>
                </p:grpSpPr>
                <p:sp>
                  <p:nvSpPr>
                    <p:cNvPr id="35" name="Rounded Rectangle 34">
                      <a:extLst>
                        <a:ext uri="{FF2B5EF4-FFF2-40B4-BE49-F238E27FC236}">
                          <a16:creationId xmlns:a16="http://schemas.microsoft.com/office/drawing/2014/main" id="{228BEA1D-643F-A8EA-2343-638F63E77A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8503" y="4345580"/>
                      <a:ext cx="1915886" cy="1071154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Tile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Rounded Rectangle 35">
                      <a:extLst>
                        <a:ext uri="{FF2B5EF4-FFF2-40B4-BE49-F238E27FC236}">
                          <a16:creationId xmlns:a16="http://schemas.microsoft.com/office/drawing/2014/main" id="{AF04B4AE-DAD6-6FF7-C180-365AA285A9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5589" y="4641670"/>
                      <a:ext cx="1306287" cy="701041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p:txBody>
                </p:sp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F7473484-5F73-83A7-0DF1-74923415F03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32612" y="4835436"/>
                      <a:ext cx="701040" cy="313509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DMA</a:t>
                      </a:r>
                    </a:p>
                  </p:txBody>
                </p:sp>
              </p:grp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6B19EE99-71B5-AF5B-8A46-D1C7D046A1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94651" y="5463828"/>
                    <a:ext cx="0" cy="115895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FC11F121-B1FE-D26E-37CF-25E655349D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7182" y="5566280"/>
                    <a:ext cx="2349698" cy="0"/>
                  </a:xfrm>
                  <a:prstGeom prst="line">
                    <a:avLst/>
                  </a:prstGeom>
                  <a:grpFill/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C185D175-45E2-386A-51D0-9C66F1356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6820" y="2873829"/>
                  <a:ext cx="0" cy="3027062"/>
                </a:xfrm>
                <a:prstGeom prst="line">
                  <a:avLst/>
                </a:prstGeom>
                <a:grpFill/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F875A9-A926-963C-5EB9-B7561C70E7BB}"/>
                  </a:ext>
                </a:extLst>
              </p:cNvPr>
              <p:cNvSpPr txBox="1"/>
              <p:nvPr/>
            </p:nvSpPr>
            <p:spPr>
              <a:xfrm>
                <a:off x="5834335" y="25265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2AD39A-EF69-A31A-3998-F6B06769747A}"/>
                  </a:ext>
                </a:extLst>
              </p:cNvPr>
              <p:cNvSpPr txBox="1"/>
              <p:nvPr/>
            </p:nvSpPr>
            <p:spPr>
              <a:xfrm>
                <a:off x="8612341" y="251951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946052-F9B4-371E-0244-500EF1ECFFE5}"/>
                  </a:ext>
                </a:extLst>
              </p:cNvPr>
              <p:cNvSpPr txBox="1"/>
              <p:nvPr/>
            </p:nvSpPr>
            <p:spPr>
              <a:xfrm>
                <a:off x="6144886" y="1091698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BAE4DB-2B9F-C2BB-1A08-3337433FFE26}"/>
                  </a:ext>
                </a:extLst>
              </p:cNvPr>
              <p:cNvSpPr txBox="1"/>
              <p:nvPr/>
            </p:nvSpPr>
            <p:spPr>
              <a:xfrm>
                <a:off x="6144886" y="2363349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B5BD25-8BBF-0CA0-64FD-9F4629F6FAAE}"/>
                  </a:ext>
                </a:extLst>
              </p:cNvPr>
              <p:cNvSpPr txBox="1"/>
              <p:nvPr/>
            </p:nvSpPr>
            <p:spPr>
              <a:xfrm>
                <a:off x="6144884" y="382170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0D7A75-CF4A-F322-79E8-BD3FAF6AF5D5}"/>
                  </a:ext>
                </a:extLst>
              </p:cNvPr>
              <p:cNvSpPr txBox="1"/>
              <p:nvPr/>
            </p:nvSpPr>
            <p:spPr>
              <a:xfrm>
                <a:off x="6145675" y="512737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6DC5AC-9036-B4D2-70E8-7A140F2D9ADD}"/>
                  </a:ext>
                </a:extLst>
              </p:cNvPr>
              <p:cNvSpPr txBox="1"/>
              <p:nvPr/>
            </p:nvSpPr>
            <p:spPr>
              <a:xfrm>
                <a:off x="6139272" y="48804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3785A4-178F-B17C-CECD-44A3A7D1A88E}"/>
                  </a:ext>
                </a:extLst>
              </p:cNvPr>
              <p:cNvSpPr txBox="1"/>
              <p:nvPr/>
            </p:nvSpPr>
            <p:spPr>
              <a:xfrm>
                <a:off x="6139271" y="1744311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58F84-EFB5-DFB1-20AD-FC4C07BBA9DF}"/>
                  </a:ext>
                </a:extLst>
              </p:cNvPr>
              <p:cNvSpPr txBox="1"/>
              <p:nvPr/>
            </p:nvSpPr>
            <p:spPr>
              <a:xfrm>
                <a:off x="6145675" y="3221644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2948C4-EAB8-691D-E732-2E67F3E9E3CC}"/>
                  </a:ext>
                </a:extLst>
              </p:cNvPr>
              <p:cNvSpPr txBox="1"/>
              <p:nvPr/>
            </p:nvSpPr>
            <p:spPr>
              <a:xfrm>
                <a:off x="6203822" y="4588402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DED540-5C4B-4419-5ECA-DDB3EDA75013}"/>
                  </a:ext>
                </a:extLst>
              </p:cNvPr>
              <p:cNvSpPr txBox="1"/>
              <p:nvPr/>
            </p:nvSpPr>
            <p:spPr>
              <a:xfrm>
                <a:off x="6188417" y="5606457"/>
                <a:ext cx="940527" cy="371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…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C37C9CA-E3C5-48E6-3B2D-4C17465097E7}"/>
                </a:ext>
              </a:extLst>
            </p:cNvPr>
            <p:cNvSpPr/>
            <p:nvPr/>
          </p:nvSpPr>
          <p:spPr>
            <a:xfrm>
              <a:off x="1605638" y="6483157"/>
              <a:ext cx="7330130" cy="2868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L3: External Memory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9BE02F24-9789-FBFE-A769-448B9ED17AF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>
                <a:cs typeface="Segoe UI"/>
              </a:rPr>
              <a:t>Spatially distributed compute and memory</a:t>
            </a:r>
          </a:p>
          <a:p>
            <a:pPr marL="285750" indent="-285750"/>
            <a:r>
              <a:rPr lang="en-US" dirty="0">
                <a:cs typeface="Segoe UI"/>
              </a:rPr>
              <a:t>Multi-level memory hierarchy </a:t>
            </a:r>
          </a:p>
          <a:p>
            <a:pPr marL="285750" indent="-285750"/>
            <a:r>
              <a:rPr lang="en-US" dirty="0">
                <a:cs typeface="Segoe UI"/>
              </a:rPr>
              <a:t>Explicitly scheduled data movement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9FA98-453F-D6D8-F75A-9538A06B27E1}"/>
              </a:ext>
            </a:extLst>
          </p:cNvPr>
          <p:cNvSpPr txBox="1"/>
          <p:nvPr/>
        </p:nvSpPr>
        <p:spPr>
          <a:xfrm>
            <a:off x="1979037" y="5011303"/>
            <a:ext cx="26077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b="1" dirty="0">
                <a:solidFill>
                  <a:schemeClr val="accent4"/>
                </a:solidFill>
              </a:rPr>
              <a:t>Data Movement Accelerators (DMA)</a:t>
            </a:r>
          </a:p>
        </p:txBody>
      </p:sp>
    </p:spTree>
    <p:extLst>
      <p:ext uri="{BB962C8B-B14F-4D97-AF65-F5344CB8AC3E}">
        <p14:creationId xmlns:p14="http://schemas.microsoft.com/office/powerpoint/2010/main" val="2389948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F8DB-C9B6-D47A-7F31-69EE09B2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  <a:cs typeface="Segoe UI"/>
              </a:rPr>
              <a:t>An NPU design needs…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3B192-1BCB-3CB0-A6EF-2686A6B5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Dataflow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Runtime operations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1D5C8-6262-5CD3-7C00-EEA90C49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01896-0D19-1750-CEAB-4467DEAA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52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7652-CFD1-C417-ED17-FAB7A30F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DC4D-E19C-C83C-909F-CECB578D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  <a:cs typeface="Segoe UI"/>
              </a:rPr>
              <a:t>An NPU design needs…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9319-9C6F-4F4E-2537-E22C8A69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Dataflow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Runtime operations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7CDC2-E494-2767-D96F-0FA07E66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15F0C-18F1-972D-68E4-03ECF602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228D58A-CE34-01D7-EA96-227F61E99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716438"/>
              </p:ext>
            </p:extLst>
          </p:nvPr>
        </p:nvGraphicFramePr>
        <p:xfrm>
          <a:off x="3592945" y="90439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462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4D771-2580-DAD2-4E33-57F7B010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1124-B2F1-EF02-743F-ED2291C4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  <a:cs typeface="Segoe UI"/>
              </a:rPr>
              <a:t>An NPU design needs…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DB77A-8C2E-5076-5B41-52F3290A8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Dataflow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Segoe UI"/>
              </a:rPr>
              <a:t>Runtime operations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2103D-823B-1AB1-353C-5E7B64A8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F33B7-ACE2-A5C0-4635-73106D0B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919DA52-865D-192F-E72E-DEA1B96D2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897732"/>
              </p:ext>
            </p:extLst>
          </p:nvPr>
        </p:nvGraphicFramePr>
        <p:xfrm>
          <a:off x="3592945" y="90296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332172-1238-E924-978C-18358ECD79A6}"/>
              </a:ext>
            </a:extLst>
          </p:cNvPr>
          <p:cNvSpPr txBox="1"/>
          <p:nvPr/>
        </p:nvSpPr>
        <p:spPr>
          <a:xfrm>
            <a:off x="7287491" y="3942494"/>
            <a:ext cx="355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Exercise hardware features</a:t>
            </a:r>
          </a:p>
          <a:p>
            <a:r>
              <a:rPr lang="en-US" b="1" dirty="0">
                <a:solidFill>
                  <a:schemeClr val="accent4"/>
                </a:solidFill>
              </a:rPr>
              <a:t>Performance engineers</a:t>
            </a:r>
          </a:p>
          <a:p>
            <a:r>
              <a:rPr lang="en-US" b="1" dirty="0">
                <a:solidFill>
                  <a:schemeClr val="accent4"/>
                </a:solidFill>
              </a:rPr>
              <a:t>Research &amp; education</a:t>
            </a:r>
          </a:p>
        </p:txBody>
      </p:sp>
    </p:spTree>
    <p:extLst>
      <p:ext uri="{BB962C8B-B14F-4D97-AF65-F5344CB8AC3E}">
        <p14:creationId xmlns:p14="http://schemas.microsoft.com/office/powerpoint/2010/main" val="155318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C273-B81F-5212-C6C5-F86F90C7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FB9D-1FDE-3DCF-44BE-78A5FF80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4"/>
                </a:solidFill>
              </a:rPr>
              <a:t>IRON</a:t>
            </a:r>
            <a:r>
              <a:rPr lang="en-US" sz="4000" dirty="0"/>
              <a:t>: Open-source toolkit for AMD XDNA</a:t>
            </a:r>
            <a:r>
              <a:rPr lang="en-US" sz="4000" baseline="30000" dirty="0"/>
              <a:t>TM</a:t>
            </a:r>
            <a:r>
              <a:rPr lang="en-US" sz="4000" dirty="0"/>
              <a:t> NPUs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F477C-5214-6A68-66A1-DFD7E5A5B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ext Placeholder 4">
            <a:extLst>
              <a:ext uri="{FF2B5EF4-FFF2-40B4-BE49-F238E27FC236}">
                <a16:creationId xmlns:a16="http://schemas.microsoft.com/office/drawing/2014/main" id="{CCB25023-02EB-FAA2-D9D5-3C58430A26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3816140"/>
              </p:ext>
            </p:extLst>
          </p:nvPr>
        </p:nvGraphicFramePr>
        <p:xfrm>
          <a:off x="870439" y="1506806"/>
          <a:ext cx="10515600" cy="4759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phic 4" descr="Remote learning language with solid fill">
            <a:extLst>
              <a:ext uri="{FF2B5EF4-FFF2-40B4-BE49-F238E27FC236}">
                <a16:creationId xmlns:a16="http://schemas.microsoft.com/office/drawing/2014/main" id="{66878B6A-E5D7-CD7B-8264-F85C24780B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0559" y="1674830"/>
            <a:ext cx="769579" cy="769579"/>
          </a:xfrm>
          <a:prstGeom prst="rect">
            <a:avLst/>
          </a:prstGeom>
        </p:spPr>
      </p:pic>
      <p:pic>
        <p:nvPicPr>
          <p:cNvPr id="7" name="Graphic 6" descr="Classroom with solid fill">
            <a:extLst>
              <a:ext uri="{FF2B5EF4-FFF2-40B4-BE49-F238E27FC236}">
                <a16:creationId xmlns:a16="http://schemas.microsoft.com/office/drawing/2014/main" id="{4A1AAAD2-50E2-2956-16FB-CF7AEF36B0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11416" y="4109652"/>
            <a:ext cx="769579" cy="769579"/>
          </a:xfrm>
          <a:prstGeom prst="rect">
            <a:avLst/>
          </a:prstGeom>
        </p:spPr>
      </p:pic>
      <p:pic>
        <p:nvPicPr>
          <p:cNvPr id="8" name="Graphic 7" descr="Bridge scene with solid fill">
            <a:extLst>
              <a:ext uri="{FF2B5EF4-FFF2-40B4-BE49-F238E27FC236}">
                <a16:creationId xmlns:a16="http://schemas.microsoft.com/office/drawing/2014/main" id="{716088D6-0304-90CF-80D3-3201E7FF63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46252" y="2886861"/>
            <a:ext cx="769579" cy="769579"/>
          </a:xfrm>
          <a:prstGeom prst="rect">
            <a:avLst/>
          </a:prstGeom>
        </p:spPr>
      </p:pic>
      <p:pic>
        <p:nvPicPr>
          <p:cNvPr id="9" name="Graphic 8" descr="Web design with solid fill">
            <a:extLst>
              <a:ext uri="{FF2B5EF4-FFF2-40B4-BE49-F238E27FC236}">
                <a16:creationId xmlns:a16="http://schemas.microsoft.com/office/drawing/2014/main" id="{5C2B34DB-E55F-DD10-97E7-471669A53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23141" y="5330031"/>
            <a:ext cx="769579" cy="7695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C0219-0409-CE84-0ED6-4ADF83DE3C40}"/>
              </a:ext>
            </a:extLst>
          </p:cNvPr>
          <p:cNvSpPr txBox="1"/>
          <p:nvPr/>
        </p:nvSpPr>
        <p:spPr>
          <a:xfrm>
            <a:off x="870438" y="1170561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Many details out of scope but described in paper or IRON programming guide.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4070DED-93E0-5908-76E3-4765243D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14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CD8D0BA-CE41-7CC5-76E9-F1EBDF47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1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2B43-93E2-DD8F-1139-6B38469D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IRON Example: Matrix Scalar Add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41539F-9B68-EAE3-55AF-63EEA571530C}"/>
              </a:ext>
            </a:extLst>
          </p:cNvPr>
          <p:cNvSpPr/>
          <p:nvPr/>
        </p:nvSpPr>
        <p:spPr bwMode="auto">
          <a:xfrm>
            <a:off x="2018806" y="2431816"/>
            <a:ext cx="3334871" cy="3455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F123E-7F14-2E6C-055B-DFFA26192E74}"/>
              </a:ext>
            </a:extLst>
          </p:cNvPr>
          <p:cNvSpPr txBox="1"/>
          <p:nvPr/>
        </p:nvSpPr>
        <p:spPr>
          <a:xfrm>
            <a:off x="2449112" y="1748333"/>
            <a:ext cx="24339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dirty="0"/>
              <a:t>Matrix 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1800" dirty="0"/>
              <a:t>(Tensor)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F910BB-49E8-064C-C18A-FD4A28BA35C8}"/>
              </a:ext>
            </a:extLst>
          </p:cNvPr>
          <p:cNvSpPr/>
          <p:nvPr/>
        </p:nvSpPr>
        <p:spPr bwMode="auto">
          <a:xfrm>
            <a:off x="2018806" y="2431816"/>
            <a:ext cx="1667435" cy="17279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3A719-BFC0-551E-CA67-04FDB902D925}"/>
              </a:ext>
            </a:extLst>
          </p:cNvPr>
          <p:cNvSpPr txBox="1"/>
          <p:nvPr/>
        </p:nvSpPr>
        <p:spPr>
          <a:xfrm>
            <a:off x="1635564" y="3463817"/>
            <a:ext cx="24339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bg1"/>
                </a:solidFill>
              </a:rPr>
              <a:t>Tile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bg1"/>
                </a:solidFill>
              </a:rPr>
              <a:t>(Sub-tensor)</a:t>
            </a:r>
          </a:p>
        </p:txBody>
      </p:sp>
      <p:pic>
        <p:nvPicPr>
          <p:cNvPr id="8" name="Graphic 7" descr="Arrow: Clockwise curve with solid fill">
            <a:extLst>
              <a:ext uri="{FF2B5EF4-FFF2-40B4-BE49-F238E27FC236}">
                <a16:creationId xmlns:a16="http://schemas.microsoft.com/office/drawing/2014/main" id="{8D948983-8567-0941-1F24-088D0DC9C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829960">
            <a:off x="4576705" y="1258141"/>
            <a:ext cx="1727944" cy="3474945"/>
          </a:xfrm>
          <a:prstGeom prst="rect">
            <a:avLst/>
          </a:prstGeom>
        </p:spPr>
      </p:pic>
      <p:pic>
        <p:nvPicPr>
          <p:cNvPr id="9" name="Graphic 8" descr="Arrow: Clockwise curve with solid fill">
            <a:extLst>
              <a:ext uri="{FF2B5EF4-FFF2-40B4-BE49-F238E27FC236}">
                <a16:creationId xmlns:a16="http://schemas.microsoft.com/office/drawing/2014/main" id="{C34BA006-7514-8F2B-1DD1-C5A235FAD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736359">
            <a:off x="4613254" y="2422288"/>
            <a:ext cx="1727944" cy="34749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426D22-93FF-DFF4-1FEA-38AE61904D6A}"/>
              </a:ext>
            </a:extLst>
          </p:cNvPr>
          <p:cNvSpPr/>
          <p:nvPr/>
        </p:nvSpPr>
        <p:spPr bwMode="auto">
          <a:xfrm>
            <a:off x="7409958" y="2341631"/>
            <a:ext cx="1667435" cy="17279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400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+N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55049-FC85-17A1-B3F2-80817809163D}"/>
              </a:ext>
            </a:extLst>
          </p:cNvPr>
          <p:cNvSpPr txBox="1"/>
          <p:nvPr/>
        </p:nvSpPr>
        <p:spPr>
          <a:xfrm>
            <a:off x="5677721" y="4465052"/>
            <a:ext cx="12505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Out Data Movement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D1217-35EB-4771-2D02-C9AAB3C085DF}"/>
              </a:ext>
            </a:extLst>
          </p:cNvPr>
          <p:cNvSpPr txBox="1"/>
          <p:nvPr/>
        </p:nvSpPr>
        <p:spPr>
          <a:xfrm>
            <a:off x="9316078" y="2847948"/>
            <a:ext cx="166743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/>
              <a:t>Element-wise scalar addition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008C29-0401-6178-97F2-B1F124CB29F2}"/>
              </a:ext>
            </a:extLst>
          </p:cNvPr>
          <p:cNvSpPr txBox="1"/>
          <p:nvPr/>
        </p:nvSpPr>
        <p:spPr>
          <a:xfrm>
            <a:off x="5714507" y="2017301"/>
            <a:ext cx="12505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In Data Movement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4C3A9-1068-6430-70B5-DC2F5CE9B3AF}"/>
              </a:ext>
            </a:extLst>
          </p:cNvPr>
          <p:cNvSpPr txBox="1"/>
          <p:nvPr/>
        </p:nvSpPr>
        <p:spPr>
          <a:xfrm>
            <a:off x="993422" y="1321356"/>
            <a:ext cx="1020515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 dirty="0">
                <a:solidFill>
                  <a:schemeClr val="accent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https://github.com/Xilinx/mlir-aie/tree/main/programming_examples/basic/matrix_scalar_add</a:t>
            </a:r>
            <a:endParaRPr lang="en-US" sz="1200" dirty="0">
              <a:solidFill>
                <a:schemeClr val="accent4"/>
              </a:solidFill>
            </a:endParaRPr>
          </a:p>
          <a:p>
            <a:pPr algn="l">
              <a:buClr>
                <a:schemeClr val="accent1"/>
              </a:buClr>
              <a:buSzPct val="60000"/>
            </a:pPr>
            <a:endParaRPr lang="en-US" sz="12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8DA49F6-8DA9-E820-60EC-56BC7DAE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15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DA9BEF3-62CE-AB33-7492-B876AA21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34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8AAEF-5544-AE67-0FDB-D1957D1C683C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19706-C8BB-AA6A-B4B0-7F4809B5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16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AE294F-E2CF-DCC4-F24A-E9603650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01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18A7-F211-BEA1-F34C-26C96BFD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4FC1B8-37DB-7842-1D95-500B241CF632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(fi,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502D6-E10C-D5F4-89D7-A4F24A29C258}"/>
              </a:ext>
            </a:extLst>
          </p:cNvPr>
          <p:cNvSpPr/>
          <p:nvPr/>
        </p:nvSpPr>
        <p:spPr>
          <a:xfrm>
            <a:off x="304799" y="803564"/>
            <a:ext cx="6206837" cy="84974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993C2-A187-5E0B-4BCE-2F61C9FBC04E}"/>
              </a:ext>
            </a:extLst>
          </p:cNvPr>
          <p:cNvSpPr txBox="1"/>
          <p:nvPr/>
        </p:nvSpPr>
        <p:spPr>
          <a:xfrm>
            <a:off x="6871854" y="1043770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Types and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3F9D0-6C60-259F-1C4A-29D63DDC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17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22BCD25-7EE8-3E6B-6160-BA18FF19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15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CA5F9-F0D9-901C-1CA6-9018CE4E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5C7857-9DE2-40A4-826C-BF28EDB00796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(fi,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F74E0-24C7-67F0-829D-ED5E5EE72D07}"/>
              </a:ext>
            </a:extLst>
          </p:cNvPr>
          <p:cNvSpPr/>
          <p:nvPr/>
        </p:nvSpPr>
        <p:spPr>
          <a:xfrm>
            <a:off x="286327" y="1542474"/>
            <a:ext cx="6206837" cy="526472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3BD6E-5D63-039E-A043-303DE1B42897}"/>
              </a:ext>
            </a:extLst>
          </p:cNvPr>
          <p:cNvSpPr txBox="1"/>
          <p:nvPr/>
        </p:nvSpPr>
        <p:spPr>
          <a:xfrm>
            <a:off x="6705599" y="1621044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Dataflow with </a:t>
            </a:r>
            <a:r>
              <a:rPr lang="en-US" b="1" dirty="0" err="1">
                <a:solidFill>
                  <a:schemeClr val="accent4"/>
                </a:solidFill>
              </a:rPr>
              <a:t>ObjectFIFOs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CDDAA-745A-0556-88F1-E971B2A7122A}"/>
              </a:ext>
            </a:extLst>
          </p:cNvPr>
          <p:cNvSpPr txBox="1"/>
          <p:nvPr/>
        </p:nvSpPr>
        <p:spPr>
          <a:xfrm>
            <a:off x="6733308" y="1884280"/>
            <a:ext cx="395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Name, Source, Dest., Depth, Type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09608-DB8D-5690-7641-F3F15B1D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18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502FDAF-F181-A74E-817E-2BE54C78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4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E112-7C19-9B3C-70FE-81D24A6B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6D39BF-C21B-17CD-2B80-46D2917FFE0F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(fi,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DC058-38A8-C523-38DB-3AEA20A06ECC}"/>
              </a:ext>
            </a:extLst>
          </p:cNvPr>
          <p:cNvSpPr/>
          <p:nvPr/>
        </p:nvSpPr>
        <p:spPr>
          <a:xfrm>
            <a:off x="207817" y="2068947"/>
            <a:ext cx="6206837" cy="19581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429A21-81E7-D027-E282-E872860599FA}"/>
              </a:ext>
            </a:extLst>
          </p:cNvPr>
          <p:cNvSpPr txBox="1"/>
          <p:nvPr/>
        </p:nvSpPr>
        <p:spPr>
          <a:xfrm>
            <a:off x="6797963" y="2678669"/>
            <a:ext cx="355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Per-AIE core program</a:t>
            </a:r>
          </a:p>
          <a:p>
            <a:r>
              <a:rPr lang="en-US" b="1" dirty="0">
                <a:solidFill>
                  <a:schemeClr val="accent4"/>
                </a:solidFill>
              </a:rPr>
              <a:t>Dataflow + Kernel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AFE9C-17E5-ACB3-2DA8-A0E4EEDC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19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B11585-A390-ECE6-45E6-5DE0413B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25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C265-944F-9ACB-0B37-AB82C0C6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211B88-7D48-CBE1-1ED0-B612BA6930A3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AAE7CC-5FB8-96E7-6148-082E3C6C961E}"/>
              </a:ext>
            </a:extLst>
          </p:cNvPr>
          <p:cNvSpPr/>
          <p:nvPr/>
        </p:nvSpPr>
        <p:spPr>
          <a:xfrm>
            <a:off x="207817" y="3980862"/>
            <a:ext cx="6206837" cy="247535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5E756-2668-47A3-238B-1960C0663E78}"/>
              </a:ext>
            </a:extLst>
          </p:cNvPr>
          <p:cNvSpPr txBox="1"/>
          <p:nvPr/>
        </p:nvSpPr>
        <p:spPr>
          <a:xfrm>
            <a:off x="6751781" y="4960051"/>
            <a:ext cx="355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Input data</a:t>
            </a:r>
          </a:p>
          <a:p>
            <a:r>
              <a:rPr lang="en-US" b="1" dirty="0">
                <a:solidFill>
                  <a:schemeClr val="accent4"/>
                </a:solidFill>
              </a:rPr>
              <a:t>Output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76FB1-7989-0253-8C87-850D1FE7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9D234D-2926-31A8-E620-E6D51ED3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21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C1F6-1F09-3C92-9886-A8D32E93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1912EF-A298-E5ED-40D4-EA4B8F2CBD8E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(fi,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1C675-52CE-1F16-EEE6-347B5BE42309}"/>
              </a:ext>
            </a:extLst>
          </p:cNvPr>
          <p:cNvSpPr/>
          <p:nvPr/>
        </p:nvSpPr>
        <p:spPr>
          <a:xfrm>
            <a:off x="207817" y="4581237"/>
            <a:ext cx="6206837" cy="443346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ADFAE-80FC-2FEE-A93F-4429671B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21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AEB46CF-D9A7-9E23-65F8-6D2FB848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124EA-1B23-BBEB-3D51-7D7FD659C6F3}"/>
              </a:ext>
            </a:extLst>
          </p:cNvPr>
          <p:cNvSpPr/>
          <p:nvPr/>
        </p:nvSpPr>
        <p:spPr bwMode="auto">
          <a:xfrm>
            <a:off x="7281447" y="2014223"/>
            <a:ext cx="3334871" cy="3455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7E7C11-1941-F511-95FB-51F63A3644B9}"/>
              </a:ext>
            </a:extLst>
          </p:cNvPr>
          <p:cNvSpPr/>
          <p:nvPr/>
        </p:nvSpPr>
        <p:spPr bwMode="auto">
          <a:xfrm>
            <a:off x="7281447" y="2014223"/>
            <a:ext cx="1667435" cy="17279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63E96-6D1F-7AFA-1E38-4C3A904B8B7F}"/>
              </a:ext>
            </a:extLst>
          </p:cNvPr>
          <p:cNvSpPr txBox="1"/>
          <p:nvPr/>
        </p:nvSpPr>
        <p:spPr>
          <a:xfrm>
            <a:off x="6898205" y="3046224"/>
            <a:ext cx="2433918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bg1"/>
                </a:solidFill>
              </a:rPr>
              <a:t>Tile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bg1"/>
                </a:solidFill>
              </a:rPr>
              <a:t>(Sub-tensor)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7A0B1-F69E-0A41-0D15-2847B2E967A3}"/>
              </a:ext>
            </a:extLst>
          </p:cNvPr>
          <p:cNvSpPr txBox="1"/>
          <p:nvPr/>
        </p:nvSpPr>
        <p:spPr>
          <a:xfrm>
            <a:off x="6898205" y="1454951"/>
            <a:ext cx="24339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dirty="0"/>
              <a:t>Tile Width (TW)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2AC1EBC-0D17-FECC-14C8-8431546CCACB}"/>
              </a:ext>
            </a:extLst>
          </p:cNvPr>
          <p:cNvSpPr/>
          <p:nvPr/>
        </p:nvSpPr>
        <p:spPr>
          <a:xfrm>
            <a:off x="6967546" y="2014223"/>
            <a:ext cx="196273" cy="1702585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1B670CE-D096-2A7A-C82F-3DE429A46CC7}"/>
              </a:ext>
            </a:extLst>
          </p:cNvPr>
          <p:cNvSpPr/>
          <p:nvPr/>
        </p:nvSpPr>
        <p:spPr>
          <a:xfrm rot="5400000">
            <a:off x="7997659" y="963419"/>
            <a:ext cx="196273" cy="1702585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D5C0F-7BBE-92AA-2499-A848CCBB8D61}"/>
              </a:ext>
            </a:extLst>
          </p:cNvPr>
          <p:cNvSpPr txBox="1"/>
          <p:nvPr/>
        </p:nvSpPr>
        <p:spPr>
          <a:xfrm>
            <a:off x="5837382" y="2462697"/>
            <a:ext cx="107135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buClr>
                <a:schemeClr val="accent1"/>
              </a:buClr>
              <a:buSzPct val="60000"/>
            </a:pPr>
            <a:r>
              <a:rPr lang="en-US" sz="1800" dirty="0"/>
              <a:t>Tile</a:t>
            </a:r>
          </a:p>
          <a:p>
            <a:pPr algn="r">
              <a:buClr>
                <a:schemeClr val="accent1"/>
              </a:buClr>
              <a:buSzPct val="60000"/>
            </a:pPr>
            <a:r>
              <a:rPr lang="en-US" sz="1800" dirty="0"/>
              <a:t>Height</a:t>
            </a:r>
          </a:p>
          <a:p>
            <a:pPr algn="r">
              <a:buClr>
                <a:schemeClr val="accent1"/>
              </a:buClr>
              <a:buSzPct val="60000"/>
            </a:pPr>
            <a:r>
              <a:rPr lang="en-US" sz="1800" dirty="0"/>
              <a:t>(TH)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D079BAA-135C-D379-E0D3-6D3373AB8C74}"/>
              </a:ext>
            </a:extLst>
          </p:cNvPr>
          <p:cNvSpPr/>
          <p:nvPr/>
        </p:nvSpPr>
        <p:spPr>
          <a:xfrm rot="16200000">
            <a:off x="8858433" y="3994505"/>
            <a:ext cx="180898" cy="333487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EB78867E-08E7-24F3-3748-C33792D36527}"/>
              </a:ext>
            </a:extLst>
          </p:cNvPr>
          <p:cNvSpPr/>
          <p:nvPr/>
        </p:nvSpPr>
        <p:spPr>
          <a:xfrm rot="10800000">
            <a:off x="10713925" y="2071373"/>
            <a:ext cx="180898" cy="333487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C1EDD-884E-A1B3-A280-3804CEDE5B8D}"/>
              </a:ext>
            </a:extLst>
          </p:cNvPr>
          <p:cNvSpPr txBox="1"/>
          <p:nvPr/>
        </p:nvSpPr>
        <p:spPr>
          <a:xfrm>
            <a:off x="7835696" y="5820043"/>
            <a:ext cx="24339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dirty="0"/>
              <a:t>Matrix Width (MW)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FC8ED-D36B-9A1E-BDE7-39CC57D26F1C}"/>
              </a:ext>
            </a:extLst>
          </p:cNvPr>
          <p:cNvSpPr txBox="1"/>
          <p:nvPr/>
        </p:nvSpPr>
        <p:spPr>
          <a:xfrm>
            <a:off x="11022841" y="3323309"/>
            <a:ext cx="92146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  <a:buSzPct val="60000"/>
            </a:pPr>
            <a:r>
              <a:rPr lang="en-US" sz="1800" dirty="0"/>
              <a:t>Matrix</a:t>
            </a:r>
          </a:p>
          <a:p>
            <a:pPr>
              <a:buClr>
                <a:schemeClr val="accent1"/>
              </a:buClr>
              <a:buSzPct val="60000"/>
            </a:pPr>
            <a:r>
              <a:rPr lang="en-US" sz="1800" dirty="0"/>
              <a:t>Height</a:t>
            </a:r>
          </a:p>
          <a:p>
            <a:pPr>
              <a:buClr>
                <a:schemeClr val="accent1"/>
              </a:buClr>
              <a:buSzPct val="60000"/>
            </a:pPr>
            <a:r>
              <a:rPr lang="en-US" sz="1800" dirty="0"/>
              <a:t>(MH)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B76A7-9744-5201-7523-C18795B23968}"/>
              </a:ext>
            </a:extLst>
          </p:cNvPr>
          <p:cNvSpPr/>
          <p:nvPr/>
        </p:nvSpPr>
        <p:spPr>
          <a:xfrm>
            <a:off x="207817" y="5108398"/>
            <a:ext cx="6206837" cy="443346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2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38DD-029A-E3EC-5778-1E532669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C27D96-5BEB-C540-76B2-C8C840E63881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D40125-700A-2247-D1E7-A534D80EE740}"/>
              </a:ext>
            </a:extLst>
          </p:cNvPr>
          <p:cNvSpPr/>
          <p:nvPr/>
        </p:nvSpPr>
        <p:spPr>
          <a:xfrm>
            <a:off x="207817" y="3980862"/>
            <a:ext cx="6206837" cy="247535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C275-4555-86EA-575D-9B4CBB9983ED}"/>
              </a:ext>
            </a:extLst>
          </p:cNvPr>
          <p:cNvSpPr txBox="1">
            <a:spLocks/>
          </p:cNvSpPr>
          <p:nvPr/>
        </p:nvSpPr>
        <p:spPr>
          <a:xfrm>
            <a:off x="7291989" y="-170024"/>
            <a:ext cx="4521320" cy="4625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4"/>
                </a:solidFill>
                <a:cs typeface="Segoe UI"/>
              </a:rPr>
              <a:t>Recall, an NPU design needs…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Dataflow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Runtime operations</a:t>
            </a:r>
          </a:p>
          <a:p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9646F-AC9B-1224-34C9-F3563670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22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BC7729E-2272-F895-A0B2-F9E0AF30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4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FD23-0A64-B676-B898-27C86FE6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8288A7-A166-F986-3037-7FE0AE101D86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@device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(AIEDevice.npu1_1col)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86D3C-2DCF-7F4D-186A-F4834F0D4C08}"/>
              </a:ext>
            </a:extLst>
          </p:cNvPr>
          <p:cNvSpPr/>
          <p:nvPr/>
        </p:nvSpPr>
        <p:spPr>
          <a:xfrm>
            <a:off x="258616" y="1514765"/>
            <a:ext cx="6206837" cy="5357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808A7-3503-313B-6C1A-F8AFB20FB856}"/>
              </a:ext>
            </a:extLst>
          </p:cNvPr>
          <p:cNvSpPr/>
          <p:nvPr/>
        </p:nvSpPr>
        <p:spPr>
          <a:xfrm>
            <a:off x="258616" y="2563092"/>
            <a:ext cx="6206837" cy="5357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96E60-EC89-B002-0200-4AE3A8A5308F}"/>
              </a:ext>
            </a:extLst>
          </p:cNvPr>
          <p:cNvSpPr/>
          <p:nvPr/>
        </p:nvSpPr>
        <p:spPr>
          <a:xfrm>
            <a:off x="258616" y="3465944"/>
            <a:ext cx="6206837" cy="5357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51EAD-95D9-6D5D-8771-C1A5D537E7C1}"/>
              </a:ext>
            </a:extLst>
          </p:cNvPr>
          <p:cNvSpPr/>
          <p:nvPr/>
        </p:nvSpPr>
        <p:spPr>
          <a:xfrm>
            <a:off x="4729018" y="4807528"/>
            <a:ext cx="461818" cy="5357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6965A-1C8A-466C-962D-B1EF17DF3628}"/>
              </a:ext>
            </a:extLst>
          </p:cNvPr>
          <p:cNvSpPr/>
          <p:nvPr/>
        </p:nvSpPr>
        <p:spPr>
          <a:xfrm>
            <a:off x="4682836" y="4271820"/>
            <a:ext cx="461818" cy="53570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30887-18FF-A701-2BB8-2D1A421D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23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74954AE-CAB2-626B-45BA-8F3D15B5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9CDF8B-3242-B2FE-8335-2F36FFD4D53D}"/>
              </a:ext>
            </a:extLst>
          </p:cNvPr>
          <p:cNvSpPr txBox="1">
            <a:spLocks/>
          </p:cNvSpPr>
          <p:nvPr/>
        </p:nvSpPr>
        <p:spPr>
          <a:xfrm>
            <a:off x="7291989" y="-170024"/>
            <a:ext cx="4521320" cy="4625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4"/>
                </a:solidFill>
                <a:cs typeface="Segoe UI"/>
              </a:rPr>
              <a:t>Recall, an NPU design needs…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Dataflow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cs typeface="Segoe UI"/>
              </a:rPr>
              <a:t>Runtime operations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1570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00FF-025A-64C5-8263-8C87E1E5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B880F-6A6A-3729-C211-C92D42DE32DC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9E42384-C212-A9CF-369E-E7B1A968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B62C2F3-57DA-AB22-C324-397DBE44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ext Placeholder 2">
            <a:extLst>
              <a:ext uri="{FF2B5EF4-FFF2-40B4-BE49-F238E27FC236}">
                <a16:creationId xmlns:a16="http://schemas.microsoft.com/office/drawing/2014/main" id="{45EB472A-76F0-73BE-4890-33009EC52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9751619"/>
              </p:ext>
            </p:extLst>
          </p:nvPr>
        </p:nvGraphicFramePr>
        <p:xfrm>
          <a:off x="6502401" y="855365"/>
          <a:ext cx="515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3351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9511-E734-9B79-7835-5EDF6184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7E3922-1B07-F9AC-81FF-AB71F05566F0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9282618-FC13-8C64-31D8-6258C283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A259F0F-4C09-B63D-465D-DD2AEFB3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ext Placeholder 2">
            <a:extLst>
              <a:ext uri="{FF2B5EF4-FFF2-40B4-BE49-F238E27FC236}">
                <a16:creationId xmlns:a16="http://schemas.microsoft.com/office/drawing/2014/main" id="{97180ECB-BAA2-7675-C51F-8B0AEBE104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321063"/>
              </p:ext>
            </p:extLst>
          </p:nvPr>
        </p:nvGraphicFramePr>
        <p:xfrm>
          <a:off x="6502401" y="855365"/>
          <a:ext cx="515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1C65754-7A58-758F-1888-9F3B22AE338C}"/>
              </a:ext>
            </a:extLst>
          </p:cNvPr>
          <p:cNvSpPr/>
          <p:nvPr/>
        </p:nvSpPr>
        <p:spPr>
          <a:xfrm>
            <a:off x="646545" y="1219200"/>
            <a:ext cx="2198255" cy="3750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0A043-E1C3-7D81-1C83-1B7B4E59B76B}"/>
              </a:ext>
            </a:extLst>
          </p:cNvPr>
          <p:cNvSpPr/>
          <p:nvPr/>
        </p:nvSpPr>
        <p:spPr>
          <a:xfrm>
            <a:off x="2581562" y="1575794"/>
            <a:ext cx="3117274" cy="3971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1E4352-BB54-840C-2BE4-6948A947F016}"/>
              </a:ext>
            </a:extLst>
          </p:cNvPr>
          <p:cNvSpPr/>
          <p:nvPr/>
        </p:nvSpPr>
        <p:spPr>
          <a:xfrm>
            <a:off x="1191490" y="2648205"/>
            <a:ext cx="4507346" cy="3971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F41D8-0496-310B-9932-30ABA28577EB}"/>
              </a:ext>
            </a:extLst>
          </p:cNvPr>
          <p:cNvSpPr/>
          <p:nvPr/>
        </p:nvSpPr>
        <p:spPr>
          <a:xfrm>
            <a:off x="1260762" y="4601696"/>
            <a:ext cx="2777838" cy="3971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36A9A-E005-F91F-51A6-9B2F49B4030A}"/>
              </a:ext>
            </a:extLst>
          </p:cNvPr>
          <p:cNvSpPr/>
          <p:nvPr/>
        </p:nvSpPr>
        <p:spPr>
          <a:xfrm>
            <a:off x="1260762" y="5139601"/>
            <a:ext cx="2777838" cy="3971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5BA9A-ABB2-C37D-7609-D66E53C88B60}"/>
              </a:ext>
            </a:extLst>
          </p:cNvPr>
          <p:cNvSpPr/>
          <p:nvPr/>
        </p:nvSpPr>
        <p:spPr>
          <a:xfrm>
            <a:off x="646545" y="2096654"/>
            <a:ext cx="1533238" cy="28609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8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913F3-3988-3DF2-83E6-362BA5FA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DC67D8-BF26-7F25-F827-79C930F1E021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67E688F-7199-5538-DB33-FBBFDF39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26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38A1E43-E24C-04BA-51CC-D124BE43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ext Placeholder 2">
            <a:extLst>
              <a:ext uri="{FF2B5EF4-FFF2-40B4-BE49-F238E27FC236}">
                <a16:creationId xmlns:a16="http://schemas.microsoft.com/office/drawing/2014/main" id="{CFA1BD3A-6DF9-4AE3-0028-C523715FC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361847"/>
              </p:ext>
            </p:extLst>
          </p:nvPr>
        </p:nvGraphicFramePr>
        <p:xfrm>
          <a:off x="6502401" y="855365"/>
          <a:ext cx="515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1434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A3E3-9F09-ACE6-E5DE-B6AC0395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DBEAF3-FB5D-9AF0-8782-74693990646B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375B685-A84B-E842-6511-1A2C6181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27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AFE585D-3E58-0088-BC16-40A7A4CA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Text Placeholder 2">
            <a:extLst>
              <a:ext uri="{FF2B5EF4-FFF2-40B4-BE49-F238E27FC236}">
                <a16:creationId xmlns:a16="http://schemas.microsoft.com/office/drawing/2014/main" id="{D0E178A8-035A-B29C-8C45-AD7B9F0DB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5877437"/>
              </p:ext>
            </p:extLst>
          </p:nvPr>
        </p:nvGraphicFramePr>
        <p:xfrm>
          <a:off x="6502401" y="855365"/>
          <a:ext cx="5156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612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0273-7224-0157-638B-A59430C06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6F6D-3D1D-A98B-6032-CF2AF643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A830B-BAA1-BF4E-1637-0373BFC51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AMD XDNA</a:t>
            </a:r>
            <a:r>
              <a:rPr lang="en-US" baseline="30000" dirty="0"/>
              <a:t>TM</a:t>
            </a:r>
            <a:r>
              <a:rPr lang="en-US" dirty="0"/>
              <a:t> NPUs</a:t>
            </a:r>
          </a:p>
          <a:p>
            <a:pPr lvl="1"/>
            <a:r>
              <a:rPr lang="en-US" dirty="0"/>
              <a:t>IRON</a:t>
            </a:r>
          </a:p>
          <a:p>
            <a:r>
              <a:rPr lang="en-US" b="1" dirty="0">
                <a:solidFill>
                  <a:schemeClr val="accent4"/>
                </a:solidFill>
              </a:rPr>
              <a:t>Extensions to IRON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Example program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50C62-696F-DEA4-7504-AAC0493A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EB0BC-0D1B-5DF6-C6EB-91B82027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3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0EDA-E2FD-C941-9694-3408CC6D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Extensions to IRON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3427-AEDE-2DC4-190F-9E382126E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Technique:</a:t>
            </a:r>
          </a:p>
          <a:p>
            <a:pPr lvl="1"/>
            <a:r>
              <a:rPr lang="en-US" dirty="0"/>
              <a:t>Distance from MLIR</a:t>
            </a:r>
          </a:p>
          <a:p>
            <a:r>
              <a:rPr lang="en-US" dirty="0"/>
              <a:t>Enables:</a:t>
            </a:r>
          </a:p>
          <a:p>
            <a:pPr lvl="1"/>
            <a:r>
              <a:rPr lang="en-US" dirty="0"/>
              <a:t>Refined constructs</a:t>
            </a:r>
          </a:p>
          <a:p>
            <a:pPr lvl="1"/>
            <a:r>
              <a:rPr lang="en-US" dirty="0"/>
              <a:t>Defaults and extensions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39C36-1B33-D21D-EB56-EA5FAF17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ECE4F-F478-0150-A000-ABC484B0C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69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B87D-FCAF-53E9-711B-C504C531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764C-04CB-6CB5-B5E9-872C756F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Distance from MLIR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78BC2-2B26-D105-0655-74E5FA44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36D49-8910-AFF2-DDF2-6F1824AD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C376E-7B0C-41D5-B392-7DD326562CAB}"/>
              </a:ext>
            </a:extLst>
          </p:cNvPr>
          <p:cNvSpPr/>
          <p:nvPr/>
        </p:nvSpPr>
        <p:spPr>
          <a:xfrm>
            <a:off x="3677229" y="3401831"/>
            <a:ext cx="4837545" cy="498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A9BC3-CF64-C92F-FA85-2D29D7B4645D}"/>
              </a:ext>
            </a:extLst>
          </p:cNvPr>
          <p:cNvSpPr/>
          <p:nvPr/>
        </p:nvSpPr>
        <p:spPr>
          <a:xfrm>
            <a:off x="5888759" y="4478228"/>
            <a:ext cx="1225549" cy="498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C9E7815A-3E98-E462-343D-AFAC74244E71}"/>
              </a:ext>
            </a:extLst>
          </p:cNvPr>
          <p:cNvSpPr/>
          <p:nvPr/>
        </p:nvSpPr>
        <p:spPr>
          <a:xfrm>
            <a:off x="6096000" y="3965970"/>
            <a:ext cx="153556" cy="47300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78410A-9666-E016-7369-DAF47920E334}"/>
              </a:ext>
            </a:extLst>
          </p:cNvPr>
          <p:cNvSpPr txBox="1"/>
          <p:nvPr/>
        </p:nvSpPr>
        <p:spPr>
          <a:xfrm>
            <a:off x="3834821" y="4005225"/>
            <a:ext cx="255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MLIR Python Bindings</a:t>
            </a:r>
          </a:p>
        </p:txBody>
      </p:sp>
    </p:spTree>
    <p:extLst>
      <p:ext uri="{BB962C8B-B14F-4D97-AF65-F5344CB8AC3E}">
        <p14:creationId xmlns:p14="http://schemas.microsoft.com/office/powerpoint/2010/main" val="1317561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A4A7-A48D-B643-153B-1F02E1EB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1439-815A-72BF-621F-ED65C90A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Distance from MLIR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6078B-A4E3-EE82-4FD6-43E607EB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28715-AD34-E039-699D-2EC7427A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E0A17-EF9D-ED62-F1C8-F7C5FCD7E8AE}"/>
              </a:ext>
            </a:extLst>
          </p:cNvPr>
          <p:cNvSpPr/>
          <p:nvPr/>
        </p:nvSpPr>
        <p:spPr>
          <a:xfrm>
            <a:off x="3677229" y="3401831"/>
            <a:ext cx="4837545" cy="498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A4044-3E92-C989-87F1-5AE9F7E4B466}"/>
              </a:ext>
            </a:extLst>
          </p:cNvPr>
          <p:cNvSpPr/>
          <p:nvPr/>
        </p:nvSpPr>
        <p:spPr>
          <a:xfrm>
            <a:off x="5888759" y="4478228"/>
            <a:ext cx="1225549" cy="498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DF1A52EE-CC6D-786F-4CB5-ABC747CA0F72}"/>
              </a:ext>
            </a:extLst>
          </p:cNvPr>
          <p:cNvSpPr/>
          <p:nvPr/>
        </p:nvSpPr>
        <p:spPr>
          <a:xfrm>
            <a:off x="6096000" y="3965970"/>
            <a:ext cx="153556" cy="47300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5FFDEC87-ED60-3CB7-E898-07D07F4B0A39}"/>
              </a:ext>
            </a:extLst>
          </p:cNvPr>
          <p:cNvSpPr/>
          <p:nvPr/>
        </p:nvSpPr>
        <p:spPr>
          <a:xfrm>
            <a:off x="6096000" y="2630777"/>
            <a:ext cx="153556" cy="679377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9A75A0-3612-2B67-86D3-3723384F7630}"/>
              </a:ext>
            </a:extLst>
          </p:cNvPr>
          <p:cNvSpPr/>
          <p:nvPr/>
        </p:nvSpPr>
        <p:spPr>
          <a:xfrm>
            <a:off x="5204691" y="2072517"/>
            <a:ext cx="1782618" cy="4987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</a:pP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171B03-FE20-6A5E-4C04-2DE52DF214DB}"/>
              </a:ext>
            </a:extLst>
          </p:cNvPr>
          <p:cNvCxnSpPr>
            <a:cxnSpLocks/>
          </p:cNvCxnSpPr>
          <p:nvPr/>
        </p:nvCxnSpPr>
        <p:spPr>
          <a:xfrm flipV="1">
            <a:off x="3187702" y="3067011"/>
            <a:ext cx="5467928" cy="14903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7752B7-5992-7969-9444-B593EDED9C93}"/>
              </a:ext>
            </a:extLst>
          </p:cNvPr>
          <p:cNvSpPr txBox="1"/>
          <p:nvPr/>
        </p:nvSpPr>
        <p:spPr>
          <a:xfrm>
            <a:off x="3146142" y="2703166"/>
            <a:ext cx="217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Extensions to IRON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E88F93-D3E3-F1F5-E418-A2F73388805E}"/>
              </a:ext>
            </a:extLst>
          </p:cNvPr>
          <p:cNvSpPr txBox="1"/>
          <p:nvPr/>
        </p:nvSpPr>
        <p:spPr>
          <a:xfrm>
            <a:off x="3834821" y="4005225"/>
            <a:ext cx="255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MLIR Python Bindings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3157AD-7ABB-DE69-8592-F8047A56399B}"/>
              </a:ext>
            </a:extLst>
          </p:cNvPr>
          <p:cNvSpPr/>
          <p:nvPr/>
        </p:nvSpPr>
        <p:spPr>
          <a:xfrm>
            <a:off x="6223001" y="2713379"/>
            <a:ext cx="1229591" cy="331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</a:rPr>
              <a:t>r</a:t>
            </a:r>
            <a:r>
              <a:rPr lang="en-US" sz="1400" b="0" dirty="0">
                <a:solidFill>
                  <a:schemeClr val="accent4"/>
                </a:solidFill>
                <a:effectLst/>
                <a:latin typeface="Menlo" panose="020B0609030804020204" pitchFamily="49" charset="0"/>
              </a:rPr>
              <a:t>esolve()</a:t>
            </a:r>
          </a:p>
        </p:txBody>
      </p:sp>
    </p:spTree>
    <p:extLst>
      <p:ext uri="{BB962C8B-B14F-4D97-AF65-F5344CB8AC3E}">
        <p14:creationId xmlns:p14="http://schemas.microsoft.com/office/powerpoint/2010/main" val="277355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364C-010E-A21D-4B91-F59F9FE7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CB75-BC76-AE85-1717-4050E682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08566-03E3-00A6-F6C7-D095CBA88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r>
              <a:rPr lang="en-US" dirty="0"/>
              <a:t>Worker</a:t>
            </a:r>
          </a:p>
          <a:p>
            <a:r>
              <a:rPr lang="en-US" dirty="0"/>
              <a:t>Runtime</a:t>
            </a:r>
          </a:p>
          <a:p>
            <a:r>
              <a:rPr lang="en-US" dirty="0" err="1"/>
              <a:t>ObjectFIFO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BB132A-C693-3FDA-F006-424C54ED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32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1FC4333-65D7-C27B-7DF7-35DB755B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5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BD4F-1C50-E227-5CA2-3E6BF9A6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9BDF-BD01-B03B-2480-3725FB98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FB8A-C145-D16B-63EC-C1B30351E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r>
              <a:rPr lang="en-US" dirty="0"/>
              <a:t>Worker</a:t>
            </a:r>
          </a:p>
          <a:p>
            <a:r>
              <a:rPr lang="en-US" dirty="0"/>
              <a:t>Runtime</a:t>
            </a:r>
          </a:p>
          <a:p>
            <a:r>
              <a:rPr lang="en-US" dirty="0" err="1"/>
              <a:t>ObjectFIFO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66014-CF35-1F5E-B103-B80E080946AF}"/>
              </a:ext>
            </a:extLst>
          </p:cNvPr>
          <p:cNvSpPr txBox="1"/>
          <p:nvPr/>
        </p:nvSpPr>
        <p:spPr>
          <a:xfrm>
            <a:off x="8017164" y="138607"/>
            <a:ext cx="2022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With Extensions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1809D-6026-EB94-C089-B301B0C730C7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Worker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tap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TensorTiler2D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simple_tiler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  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))[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Runtime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NPU1Col1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rgbClr val="777777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()))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E020AC-B638-DD7F-D94B-F69A31DD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33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A9916CD-1C71-6B9D-4903-2DFB4AC0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64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9B9BD-FD77-C630-857E-7FB23DE1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2EFC-2A70-D52A-4428-A334CEDA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073E-0588-4E48-A4B6-65047FD2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Program</a:t>
            </a:r>
          </a:p>
          <a:p>
            <a:r>
              <a:rPr lang="en-US" dirty="0"/>
              <a:t>Worker</a:t>
            </a:r>
          </a:p>
          <a:p>
            <a:r>
              <a:rPr lang="en-US" dirty="0"/>
              <a:t>Runtime</a:t>
            </a:r>
          </a:p>
          <a:p>
            <a:r>
              <a:rPr lang="en-US" dirty="0" err="1"/>
              <a:t>ObjectFIFO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18A97-5CE9-06A9-26C9-CBC39A47025A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rt.fill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rt.drain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tap, wait=True)</a:t>
            </a: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NPU1Col1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DEF386-D7D0-AECB-406B-3BF78A2F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D8290BB-6E95-7046-E808-C702C3A7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2A72E-6F08-BD3D-BE94-41C3CB15DC0F}"/>
              </a:ext>
            </a:extLst>
          </p:cNvPr>
          <p:cNvSpPr/>
          <p:nvPr/>
        </p:nvSpPr>
        <p:spPr>
          <a:xfrm>
            <a:off x="6414653" y="5366328"/>
            <a:ext cx="4939147" cy="344760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93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D8B6-1CE4-DCC5-1C89-B4E366EE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05EA-7A76-03C6-4C4C-523FD55F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54E0-ED6C-1BAD-0E76-390904135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r>
              <a:rPr lang="en-US" b="1" dirty="0">
                <a:solidFill>
                  <a:schemeClr val="accent4"/>
                </a:solidFill>
              </a:rPr>
              <a:t>Worker</a:t>
            </a:r>
          </a:p>
          <a:p>
            <a:r>
              <a:rPr lang="en-US" dirty="0"/>
              <a:t>Runtime</a:t>
            </a:r>
          </a:p>
          <a:p>
            <a:r>
              <a:rPr lang="en-US" dirty="0" err="1"/>
              <a:t>ObjectFIFO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03FB2-B17E-AD55-C441-B7455AF2F3D3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Worker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rt.fill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rt.drain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tap, wait=True)</a:t>
            </a:r>
          </a:p>
          <a:p>
            <a:pPr>
              <a:lnSpc>
                <a:spcPts val="1350"/>
              </a:lnSpc>
            </a:pPr>
            <a:endParaRPr lang="en-US" sz="1400" b="1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EEE6FE-47E1-93A3-4F8B-8FE6A58E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95DDF64-11B4-C2C7-2EDB-DE1D13E7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8FE577-CA8D-2CB0-EC2F-2FF48E5CF123}"/>
              </a:ext>
            </a:extLst>
          </p:cNvPr>
          <p:cNvSpPr/>
          <p:nvPr/>
        </p:nvSpPr>
        <p:spPr>
          <a:xfrm>
            <a:off x="6096000" y="3211301"/>
            <a:ext cx="4939147" cy="538896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9E351-B0F2-D001-CC60-B6B314677771}"/>
              </a:ext>
            </a:extLst>
          </p:cNvPr>
          <p:cNvSpPr/>
          <p:nvPr/>
        </p:nvSpPr>
        <p:spPr>
          <a:xfrm>
            <a:off x="6095999" y="1646237"/>
            <a:ext cx="4939147" cy="1565064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75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B802-ABBA-BE86-D4B8-AA4681EA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9F68-6CE9-9716-B13E-EAF7F862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55E8-5ED7-F310-3F3E-B1378D01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r>
              <a:rPr lang="en-US" dirty="0"/>
              <a:t>Worker</a:t>
            </a:r>
          </a:p>
          <a:p>
            <a:r>
              <a:rPr lang="en-US" b="1" dirty="0">
                <a:solidFill>
                  <a:schemeClr val="accent4"/>
                </a:solidFill>
              </a:rPr>
              <a:t>Runtime</a:t>
            </a:r>
          </a:p>
          <a:p>
            <a:r>
              <a:rPr lang="en-US" dirty="0" err="1"/>
              <a:t>ObjectFIFO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2C7B44-BA07-8030-B0BB-135BA44D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273B03F-3608-80A7-43BF-185D45D4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A29A5-200C-17CC-3F38-7394B3B7A1FC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Runtime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0407D-583E-062D-F4B8-1AA7BC219163}"/>
              </a:ext>
            </a:extLst>
          </p:cNvPr>
          <p:cNvSpPr/>
          <p:nvPr/>
        </p:nvSpPr>
        <p:spPr>
          <a:xfrm>
            <a:off x="6313631" y="4312588"/>
            <a:ext cx="2296391" cy="311727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5D6BA9-1AC4-C543-88A9-B00ED281A677}"/>
              </a:ext>
            </a:extLst>
          </p:cNvPr>
          <p:cNvSpPr/>
          <p:nvPr/>
        </p:nvSpPr>
        <p:spPr>
          <a:xfrm>
            <a:off x="6612083" y="4865308"/>
            <a:ext cx="1146464" cy="44334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68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47EB-4282-8823-3192-DFB2A726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8A4F-FDCB-4B4B-CDEF-ECF2A2FF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A1A9F-8F19-42DF-1FBF-0C83EEB8D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r>
              <a:rPr lang="en-US" dirty="0"/>
              <a:t>Worker</a:t>
            </a:r>
          </a:p>
          <a:p>
            <a:r>
              <a:rPr lang="en-US" dirty="0"/>
              <a:t>Runtime</a:t>
            </a:r>
          </a:p>
          <a:p>
            <a:r>
              <a:rPr lang="en-US" b="1" dirty="0" err="1">
                <a:solidFill>
                  <a:schemeClr val="accent4"/>
                </a:solidFill>
              </a:rPr>
              <a:t>ObjectFIFO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3FEE56-A418-6DCB-2606-4607A593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37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101EE0-E7CC-E799-E814-B5E8F6B1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B7E8C-1C6C-7E39-33E3-A47597BDEDBB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Worker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46EDF-1B9F-A69D-47A9-D0B3702373AA}"/>
              </a:ext>
            </a:extLst>
          </p:cNvPr>
          <p:cNvSpPr/>
          <p:nvPr/>
        </p:nvSpPr>
        <p:spPr>
          <a:xfrm>
            <a:off x="6326909" y="942109"/>
            <a:ext cx="2466109" cy="498764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594D4-F566-900B-A5CC-C4B771FA9508}"/>
              </a:ext>
            </a:extLst>
          </p:cNvPr>
          <p:cNvSpPr/>
          <p:nvPr/>
        </p:nvSpPr>
        <p:spPr>
          <a:xfrm>
            <a:off x="6497781" y="1825625"/>
            <a:ext cx="2466109" cy="498764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37EBCD-608E-7B43-D10E-2E12C4B151B5}"/>
              </a:ext>
            </a:extLst>
          </p:cNvPr>
          <p:cNvSpPr/>
          <p:nvPr/>
        </p:nvSpPr>
        <p:spPr>
          <a:xfrm>
            <a:off x="7808191" y="3429000"/>
            <a:ext cx="2296391" cy="311727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A6E8FA-0B8A-6584-17BA-952B708BBB41}"/>
              </a:ext>
            </a:extLst>
          </p:cNvPr>
          <p:cNvSpPr/>
          <p:nvPr/>
        </p:nvSpPr>
        <p:spPr>
          <a:xfrm>
            <a:off x="7461827" y="4845338"/>
            <a:ext cx="1220355" cy="428625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EE7325-0240-0856-DCCC-EA746442FFC6}"/>
              </a:ext>
            </a:extLst>
          </p:cNvPr>
          <p:cNvSpPr/>
          <p:nvPr/>
        </p:nvSpPr>
        <p:spPr>
          <a:xfrm>
            <a:off x="6490277" y="2685185"/>
            <a:ext cx="2466109" cy="498764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90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5A6F-5DB9-95DF-AA74-1E65370B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467D-07B8-123D-D895-11E5C50D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DEB4-2A12-B132-17F8-6CDDDDDC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Placement</a:t>
            </a:r>
          </a:p>
          <a:p>
            <a:r>
              <a:rPr lang="en-US" dirty="0"/>
              <a:t>On-the-fly Data Transformations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AB401-11EF-1291-B3BB-19274488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38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09A7CDD-B99A-8C89-24F0-24D41275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46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C2BB-4AA7-B783-80C6-497F4090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38A9-D98A-8B50-17F4-EAE00252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BC2B-ED0E-003F-D29D-FB0538B2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Placement</a:t>
            </a:r>
          </a:p>
          <a:p>
            <a:r>
              <a:rPr lang="en-US" dirty="0"/>
              <a:t>On-the-fly Data Transformations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99350-A762-39BB-4CE8-A5932A1BD854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rt.fill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rt.drain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tap, wait=True)</a:t>
            </a: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NPU1Col1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rgbClr val="777777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()))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2F7F98-89C8-7378-5F6F-9F54B6CC304D}"/>
              </a:ext>
            </a:extLst>
          </p:cNvPr>
          <p:cNvSpPr/>
          <p:nvPr/>
        </p:nvSpPr>
        <p:spPr>
          <a:xfrm>
            <a:off x="6692322" y="5560291"/>
            <a:ext cx="2466109" cy="311727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A59C7-5D9A-A4F7-AFA5-FD4076E85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39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9F1639-5F7B-27BE-D068-16E84CAC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06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A713-80F4-D557-D200-2CEC5A25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ACBD-757C-D570-2FE8-5C4B4EC4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1200-F9AD-A8A4-ACAA-2BD2FA21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Placement</a:t>
            </a:r>
          </a:p>
          <a:p>
            <a:r>
              <a:rPr lang="en-US" b="1" dirty="0">
                <a:solidFill>
                  <a:schemeClr val="accent4"/>
                </a:solidFill>
              </a:rPr>
              <a:t>On-the-fly Data Transformations</a:t>
            </a:r>
          </a:p>
          <a:p>
            <a:pPr lvl="1"/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tap</a:t>
            </a:r>
            <a:r>
              <a:rPr lang="en-US" dirty="0">
                <a:solidFill>
                  <a:schemeClr val="accent4"/>
                </a:solidFill>
              </a:rPr>
              <a:t>: Tensor Access Pattern</a:t>
            </a:r>
          </a:p>
          <a:p>
            <a:pPr lvl="1"/>
            <a:r>
              <a:rPr lang="en-US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tas</a:t>
            </a:r>
            <a:r>
              <a:rPr lang="en-US" dirty="0">
                <a:solidFill>
                  <a:schemeClr val="accent4"/>
                </a:solidFill>
              </a:rPr>
              <a:t>: Tensor Access Sequence</a:t>
            </a:r>
          </a:p>
          <a:p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65B7B-15B5-D471-82DC-A253B1FA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40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D8839C8-0239-2548-454A-BCAB6CB6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929F5-588E-2483-339B-AE53B39F39E4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tap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TensorTiler2D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simple_tiler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  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))[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E1B9D-F99B-743F-C69E-2AADE56CD482}"/>
              </a:ext>
            </a:extLst>
          </p:cNvPr>
          <p:cNvSpPr/>
          <p:nvPr/>
        </p:nvSpPr>
        <p:spPr>
          <a:xfrm>
            <a:off x="9315450" y="4812145"/>
            <a:ext cx="613641" cy="5634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38C3E-F40D-AD79-53E7-5A35FBE8B676}"/>
              </a:ext>
            </a:extLst>
          </p:cNvPr>
          <p:cNvSpPr/>
          <p:nvPr/>
        </p:nvSpPr>
        <p:spPr>
          <a:xfrm>
            <a:off x="6396180" y="3865418"/>
            <a:ext cx="4957620" cy="5634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2FB46-6E27-63FA-8B9C-A960AD9C0A28}"/>
              </a:ext>
            </a:extLst>
          </p:cNvPr>
          <p:cNvSpPr txBox="1"/>
          <p:nvPr/>
        </p:nvSpPr>
        <p:spPr>
          <a:xfrm>
            <a:off x="971308" y="4147127"/>
            <a:ext cx="34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More information in paper!</a:t>
            </a:r>
          </a:p>
        </p:txBody>
      </p:sp>
    </p:spTree>
    <p:extLst>
      <p:ext uri="{BB962C8B-B14F-4D97-AF65-F5344CB8AC3E}">
        <p14:creationId xmlns:p14="http://schemas.microsoft.com/office/powerpoint/2010/main" val="13467857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182F-5C8E-D3E7-1225-B8AB92BF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5D5A-FC97-A9DE-1194-BC708FD0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F3E1-9961-8D16-A962-A6B61855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AMD XDNA</a:t>
            </a:r>
            <a:r>
              <a:rPr lang="en-US" baseline="30000" dirty="0"/>
              <a:t>TM</a:t>
            </a:r>
            <a:r>
              <a:rPr lang="en-US" dirty="0"/>
              <a:t> NPUs</a:t>
            </a:r>
          </a:p>
          <a:p>
            <a:pPr lvl="1"/>
            <a:r>
              <a:rPr lang="en-US" dirty="0"/>
              <a:t>IRON</a:t>
            </a:r>
          </a:p>
          <a:p>
            <a:r>
              <a:rPr lang="en-US" dirty="0"/>
              <a:t>Extensions to IRON</a:t>
            </a:r>
          </a:p>
          <a:p>
            <a:pPr lvl="1"/>
            <a:r>
              <a:rPr lang="en-US" dirty="0"/>
              <a:t>Example program</a:t>
            </a:r>
          </a:p>
          <a:p>
            <a:r>
              <a:rPr lang="en-US" b="1" dirty="0">
                <a:solidFill>
                  <a:schemeClr val="accent4"/>
                </a:solidFill>
              </a:rPr>
              <a:t>Evaluation</a:t>
            </a:r>
          </a:p>
          <a:p>
            <a:r>
              <a:rPr lang="en-US" dirty="0"/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3B8AC-4CF9-D1F7-A10B-3362B39F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E125B-5F4A-0EE1-CDAE-29632324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01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9979-A3D7-2C88-3C7A-9E0C0344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 Sample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EAB2A-6EC6-89D9-8581-2E464D958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Evaluation Goals: </a:t>
            </a:r>
            <a:r>
              <a:rPr lang="en-US" b="1" dirty="0">
                <a:solidFill>
                  <a:schemeClr val="accent4"/>
                </a:solidFill>
              </a:rPr>
              <a:t>Efficiency</a:t>
            </a:r>
            <a:r>
              <a:rPr lang="en-US" dirty="0"/>
              <a:t>, Expressivity, </a:t>
            </a:r>
            <a:r>
              <a:rPr lang="en-US" b="1" dirty="0">
                <a:solidFill>
                  <a:schemeClr val="accent4"/>
                </a:solidFill>
              </a:rPr>
              <a:t>Extensibility</a:t>
            </a:r>
          </a:p>
          <a:p>
            <a:r>
              <a:rPr lang="en-US" dirty="0"/>
              <a:t>Imperfect metrics, but representative of trends</a:t>
            </a:r>
          </a:p>
          <a:p>
            <a:r>
              <a:rPr lang="en-US" dirty="0"/>
              <a:t>See paper for more details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68457-1F38-A867-C3D9-A003D380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85EF0-B13B-01CD-7CEF-7C4A1BA7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76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7DBE9-E453-E897-8310-820B9C6A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Designer Efficiency – Decrease in single lines of code (SLOC)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A0D4C0-B157-D6D3-BD47-4ED799BB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4F878-9F7C-F23D-34F1-F2D03584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Content Placeholder 13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AD5C6103-78CD-3C0C-F022-79F807214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9901" y="957319"/>
            <a:ext cx="6591149" cy="4943362"/>
          </a:xfrm>
        </p:spPr>
      </p:pic>
    </p:spTree>
    <p:extLst>
      <p:ext uri="{BB962C8B-B14F-4D97-AF65-F5344CB8AC3E}">
        <p14:creationId xmlns:p14="http://schemas.microsoft.com/office/powerpoint/2010/main" val="73532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EDE8B-CD96-905A-923B-AEA9B779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26EF4-22D0-177B-7D8F-37276EDD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Designer Efficiency –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Decreases in Halstead vocabulary (top) and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effort (bottom)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25D72B5-64CD-79EA-F956-869A6946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84" y="643466"/>
            <a:ext cx="5457363" cy="55687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D0FF3-BA22-5D63-99AA-5650B219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D56BC-D791-6EA6-6557-3D394286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78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E309-421C-EC8B-1B18-67DC7AFA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SequentialPlacer</a:t>
            </a:r>
            <a:endParaRPr lang="en-US" sz="3000" dirty="0">
              <a:solidFill>
                <a:schemeClr val="accent4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2F45-7E09-B642-3FE5-6557604A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24/27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A0957-AD02-E7B7-0A54-16E71BB7BCF3}"/>
              </a:ext>
            </a:extLst>
          </p:cNvPr>
          <p:cNvSpPr txBox="1"/>
          <p:nvPr/>
        </p:nvSpPr>
        <p:spPr>
          <a:xfrm>
            <a:off x="6229926" y="619472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tap = TensorTiler2D.simple_tiler(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(MH, MW), (TH, TW))[0]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rt.fill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tap)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rt.drain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tap, wait=True)</a:t>
            </a: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rgbClr val="777777"/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()))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13959-394D-4FD2-9C8E-3E69B1C911BC}"/>
              </a:ext>
            </a:extLst>
          </p:cNvPr>
          <p:cNvSpPr/>
          <p:nvPr/>
        </p:nvSpPr>
        <p:spPr>
          <a:xfrm>
            <a:off x="6229926" y="5912038"/>
            <a:ext cx="2951019" cy="52984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1D947-7D80-268F-F4E3-B9CAF9E6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20FE42B-B030-FE58-5DCD-A9EE0DC3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563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DF23-A931-E161-CF93-1F58DD71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1694-831F-4EDC-5E0D-16B86293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TensorTiler2D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2E606-5BEA-1D6C-3B78-BD2FAC7F6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designs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5DC7C-BBF6-4D25-C69A-FFAF997FD0F1}"/>
              </a:ext>
            </a:extLst>
          </p:cNvPr>
          <p:cNvSpPr txBox="1"/>
          <p:nvPr/>
        </p:nvSpPr>
        <p:spPr>
          <a:xfrm>
            <a:off x="6414653" y="248894"/>
            <a:ext cx="5246255" cy="5873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endParaRPr lang="en-US" sz="1400" b="0" dirty="0">
              <a:solidFill>
                <a:schemeClr val="bg2">
                  <a:lumMod val="75000"/>
                </a:schemeClr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of_in.release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of_out.release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Worker(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core_fn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fn_args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fi.cons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fo.prod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()])</a:t>
            </a: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tap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TensorTiler2D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simple_tiler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  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))[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 = Runtime()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 as 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rt.start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my_worker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fill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tap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sz="1400" b="1" dirty="0">
              <a:solidFill>
                <a:srgbClr val="AA373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(Program(NPU1Col1(),rt).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resolve_program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SequentialPlacer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670E1-7D2F-07DC-535A-0D2ECBB23F64}"/>
              </a:ext>
            </a:extLst>
          </p:cNvPr>
          <p:cNvSpPr/>
          <p:nvPr/>
        </p:nvSpPr>
        <p:spPr>
          <a:xfrm>
            <a:off x="6414653" y="3927403"/>
            <a:ext cx="3846947" cy="52984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E97C4-10BB-609A-B5CE-7FBB56D38CBF}"/>
              </a:ext>
            </a:extLst>
          </p:cNvPr>
          <p:cNvSpPr/>
          <p:nvPr/>
        </p:nvSpPr>
        <p:spPr>
          <a:xfrm>
            <a:off x="9319491" y="4808769"/>
            <a:ext cx="697345" cy="52984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CCA7-2879-3C67-6BBF-8027D458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9C460-ADF5-5A2E-42DE-0F66640E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90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7340-FDF6-0874-C0BE-60B7067E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Matrix Multiplication Visualization of Runtime DMA Ops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BA65B-780A-5513-8931-081B039C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A1BA4-BF02-2C10-B331-4E9E602D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E8F10-7882-4D7B-19DB-72CAF16F35EF}"/>
              </a:ext>
            </a:extLst>
          </p:cNvPr>
          <p:cNvSpPr txBox="1"/>
          <p:nvPr/>
        </p:nvSpPr>
        <p:spPr>
          <a:xfrm>
            <a:off x="927100" y="1585350"/>
            <a:ext cx="1042014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 dirty="0">
                <a:solidFill>
                  <a:schemeClr val="accent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https://github.com/Xilinx/mlir-aie/blob/main/programming_examples/basic/matrix_multiplication/whole_array/mat_mul_whole_array_visualization.ipynb</a:t>
            </a:r>
            <a:endParaRPr lang="en-US" sz="1200" dirty="0">
              <a:solidFill>
                <a:schemeClr val="accent4"/>
              </a:solidFill>
            </a:endParaRPr>
          </a:p>
          <a:p>
            <a:pPr algn="l">
              <a:buClr>
                <a:schemeClr val="accent1"/>
              </a:buClr>
              <a:buSzPct val="60000"/>
            </a:pPr>
            <a:endParaRPr lang="en-US" sz="1800" dirty="0">
              <a:solidFill>
                <a:schemeClr val="accent4"/>
              </a:solidFill>
            </a:endParaRPr>
          </a:p>
        </p:txBody>
      </p:sp>
      <p:pic>
        <p:nvPicPr>
          <p:cNvPr id="8" name="Content Placeholder 12">
            <a:extLst>
              <a:ext uri="{FF2B5EF4-FFF2-40B4-BE49-F238E27FC236}">
                <a16:creationId xmlns:a16="http://schemas.microsoft.com/office/drawing/2014/main" id="{B89D9AB9-DD1A-1B8D-FB03-39FF15E22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1"/>
          <a:stretch/>
        </p:blipFill>
        <p:spPr>
          <a:xfrm>
            <a:off x="927100" y="3094892"/>
            <a:ext cx="2789237" cy="2639158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B01F842-A47F-6D47-6D51-E1B9B67CA9C1}"/>
              </a:ext>
            </a:extLst>
          </p:cNvPr>
          <p:cNvSpPr txBox="1">
            <a:spLocks/>
          </p:cNvSpPr>
          <p:nvPr/>
        </p:nvSpPr>
        <p:spPr>
          <a:xfrm>
            <a:off x="4356101" y="2024063"/>
            <a:ext cx="3475037" cy="30777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B Runtime DMA Pattern</a:t>
            </a:r>
          </a:p>
          <a:p>
            <a:endParaRPr lang="en-US" b="1" dirty="0"/>
          </a:p>
        </p:txBody>
      </p:sp>
      <p:pic>
        <p:nvPicPr>
          <p:cNvPr id="10" name="Content Placeholder 14">
            <a:extLst>
              <a:ext uri="{FF2B5EF4-FFF2-40B4-BE49-F238E27FC236}">
                <a16:creationId xmlns:a16="http://schemas.microsoft.com/office/drawing/2014/main" id="{BFD8E524-9166-AC31-2897-AB5063DE0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81"/>
          <a:stretch/>
        </p:blipFill>
        <p:spPr>
          <a:xfrm>
            <a:off x="4699000" y="3094892"/>
            <a:ext cx="2789237" cy="2639158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BDE285B-3A42-7E0E-8379-745028297C52}"/>
              </a:ext>
            </a:extLst>
          </p:cNvPr>
          <p:cNvSpPr txBox="1">
            <a:spLocks/>
          </p:cNvSpPr>
          <p:nvPr/>
        </p:nvSpPr>
        <p:spPr>
          <a:xfrm>
            <a:off x="8128001" y="2029778"/>
            <a:ext cx="3475037" cy="30777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C Runtime DMA Pattern</a:t>
            </a:r>
          </a:p>
        </p:txBody>
      </p:sp>
      <p:pic>
        <p:nvPicPr>
          <p:cNvPr id="12" name="Content Placeholder 16">
            <a:extLst>
              <a:ext uri="{FF2B5EF4-FFF2-40B4-BE49-F238E27FC236}">
                <a16:creationId xmlns:a16="http://schemas.microsoft.com/office/drawing/2014/main" id="{FE242644-8039-4535-7FFD-79E928DC99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53"/>
          <a:stretch/>
        </p:blipFill>
        <p:spPr>
          <a:xfrm>
            <a:off x="8470900" y="3094892"/>
            <a:ext cx="2789237" cy="26455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79E56E-3408-2A4D-3CD7-B985D98B3578}"/>
              </a:ext>
            </a:extLst>
          </p:cNvPr>
          <p:cNvSpPr txBox="1"/>
          <p:nvPr/>
        </p:nvSpPr>
        <p:spPr>
          <a:xfrm>
            <a:off x="3392905" y="6013294"/>
            <a:ext cx="56187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200" dirty="0"/>
              <a:t>Note: Timing between animations is not coordinated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75B0969-9D96-8A70-0C2B-C91505924641}"/>
              </a:ext>
            </a:extLst>
          </p:cNvPr>
          <p:cNvSpPr txBox="1">
            <a:spLocks/>
          </p:cNvSpPr>
          <p:nvPr/>
        </p:nvSpPr>
        <p:spPr>
          <a:xfrm>
            <a:off x="588962" y="2032749"/>
            <a:ext cx="3475037" cy="30777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A Runtime DMA Pattern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2389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DCAD-4FFF-0D56-46D1-FE969902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0199-B2DD-C2FA-4F8E-F9ABEFD6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CF5A5-BFB7-C644-D241-12A6C0C7F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AMD XDNA</a:t>
            </a:r>
            <a:r>
              <a:rPr lang="en-US" baseline="30000" dirty="0"/>
              <a:t>TM</a:t>
            </a:r>
            <a:r>
              <a:rPr lang="en-US" dirty="0"/>
              <a:t> NPUs</a:t>
            </a:r>
          </a:p>
          <a:p>
            <a:pPr lvl="1"/>
            <a:r>
              <a:rPr lang="en-US" dirty="0"/>
              <a:t>IRON</a:t>
            </a:r>
          </a:p>
          <a:p>
            <a:r>
              <a:rPr lang="en-US" dirty="0"/>
              <a:t>Extensions to IRON</a:t>
            </a:r>
          </a:p>
          <a:p>
            <a:pPr lvl="1"/>
            <a:r>
              <a:rPr lang="en-US" dirty="0"/>
              <a:t>Example program</a:t>
            </a:r>
          </a:p>
          <a:p>
            <a:r>
              <a:rPr lang="en-US" dirty="0"/>
              <a:t>Evaluation</a:t>
            </a:r>
          </a:p>
          <a:p>
            <a:r>
              <a:rPr lang="en-US" b="1" dirty="0">
                <a:solidFill>
                  <a:schemeClr val="accent4"/>
                </a:solidFill>
              </a:rPr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26D2F-1EEF-182E-1C09-DE9B88ED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47BC8-84E5-7772-F3B0-FFCD9C97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34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1253-D6E7-8799-2F2A-DCAF9910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Future Work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9B7B090-55D4-95F3-4C5C-2D0EE8D4E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1563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E9709-A485-600F-29D6-0C7632C0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49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98934-0DA1-AAD9-BFA8-D35EA27E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62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9791-505C-2D8A-E6DA-090F2AB2D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41815"/>
          </a:xfrm>
        </p:spPr>
        <p:txBody>
          <a:bodyPr anchor="b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D5779-1418-1FE3-64A7-8F7762D23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5832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 dirty="0"/>
              <a:t>IRON (MLIR-AIE): </a:t>
            </a:r>
            <a:r>
              <a:rPr lang="en-US" sz="2200" dirty="0">
                <a:hlinkClick r:id="rId3"/>
              </a:rPr>
              <a:t>https://github.com/Xilinx/mlir-aie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MLIR-AIE &amp; IRON are a project many have contributed to: Thank you!</a:t>
            </a:r>
          </a:p>
        </p:txBody>
      </p:sp>
      <p:pic>
        <p:nvPicPr>
          <p:cNvPr id="6" name="Picture 5" descr="A black background with a yellow letter&#10;&#10;AI-generated content may be incorrect.">
            <a:extLst>
              <a:ext uri="{FF2B5EF4-FFF2-40B4-BE49-F238E27FC236}">
                <a16:creationId xmlns:a16="http://schemas.microsoft.com/office/drawing/2014/main" id="{C6C27A8E-6251-0B01-FA19-0E35C595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431" y="5492200"/>
            <a:ext cx="1667934" cy="85620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E3CD9-9727-FC2E-FDDA-6AB982E3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C1D0C-20A4-53FB-870E-16DF9BF9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37D1B-7FBB-53F9-D87A-73157FA002F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9538" y="5735637"/>
            <a:ext cx="1546294" cy="36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778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3C981-BFDB-1F24-78AD-B682A758F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effectLst/>
                <a:latin typeface="Helvetica" pitchFamily="2" charset="0"/>
              </a:rPr>
              <a:t>Efficiency, Expressivity, and Extensibility in a</a:t>
            </a:r>
            <a:br>
              <a:rPr lang="en-US" sz="4800" dirty="0">
                <a:solidFill>
                  <a:srgbClr val="FFFFFF"/>
                </a:solidFill>
                <a:effectLst/>
                <a:latin typeface="Helvetica" pitchFamily="2" charset="0"/>
              </a:rPr>
            </a:br>
            <a:r>
              <a:rPr lang="en-US" sz="4800" dirty="0">
                <a:solidFill>
                  <a:srgbClr val="FFFFFF"/>
                </a:solidFill>
                <a:effectLst/>
                <a:latin typeface="Helvetica" pitchFamily="2" charset="0"/>
              </a:rPr>
              <a:t>Close-to-Metal NPU Programming Interface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77052-EC0F-9AD2-A05C-763AAE085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2200" b="1" dirty="0">
                <a:effectLst/>
                <a:latin typeface="Helvetica" pitchFamily="2" charset="0"/>
              </a:rPr>
              <a:t>Erika Hunhoff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‡†</a:t>
            </a:r>
            <a:r>
              <a:rPr lang="en-US" sz="2200" dirty="0">
                <a:effectLst/>
                <a:latin typeface="Helvetica" pitchFamily="2" charset="0"/>
              </a:rPr>
              <a:t>, Joseph Melber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Kristof </a:t>
            </a:r>
            <a:r>
              <a:rPr lang="en-US" sz="2200" dirty="0" err="1">
                <a:effectLst/>
                <a:latin typeface="Helvetica" pitchFamily="2" charset="0"/>
              </a:rPr>
              <a:t>Denolf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Andra </a:t>
            </a:r>
            <a:r>
              <a:rPr lang="en-US" sz="2200" dirty="0" err="1">
                <a:effectLst/>
                <a:latin typeface="Helvetica" pitchFamily="2" charset="0"/>
              </a:rPr>
              <a:t>Bisca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Samuel Bayliss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Stephen </a:t>
            </a:r>
            <a:r>
              <a:rPr lang="en-US" sz="2200" dirty="0" err="1">
                <a:effectLst/>
                <a:latin typeface="Helvetica" pitchFamily="2" charset="0"/>
              </a:rPr>
              <a:t>Neuendorffer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Jeff Fifield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Jack Lo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Pranathi Vasireddy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Phil James-Roxby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∗</a:t>
            </a:r>
            <a:r>
              <a:rPr lang="en-US" sz="2200" dirty="0">
                <a:effectLst/>
                <a:latin typeface="Helvetica" pitchFamily="2" charset="0"/>
              </a:rPr>
              <a:t>, Eric Keller</a:t>
            </a:r>
            <a:r>
              <a:rPr lang="en-US" sz="2200" baseline="30000" dirty="0">
                <a:solidFill>
                  <a:schemeClr val="accent1"/>
                </a:solidFill>
                <a:effectLst/>
                <a:latin typeface="Helvetica" pitchFamily="2" charset="0"/>
              </a:rPr>
              <a:t>†</a:t>
            </a:r>
          </a:p>
          <a:p>
            <a:pPr algn="l">
              <a:buNone/>
            </a:pPr>
            <a:r>
              <a:rPr lang="en-US" sz="1400" dirty="0">
                <a:solidFill>
                  <a:schemeClr val="accent1"/>
                </a:solidFill>
                <a:effectLst/>
                <a:latin typeface="Helvetica" pitchFamily="2" charset="0"/>
              </a:rPr>
              <a:t>∗AMD   †University of Colorado at Boulder   ‡Work performed at AMD</a:t>
            </a:r>
          </a:p>
          <a:p>
            <a:pPr algn="l"/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FD8D-CA95-1EAC-A086-D02FB99E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6DA83A-8FFF-11AB-0548-410C417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88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4A0F7E-C38D-D516-5023-1479DBCB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47613-F798-AFEF-1CEB-39A39AF27567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with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 as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[(MH, MW),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np.ndarray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[(TH, TW),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np.dtype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[np.int32]]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shm0 = tile(0, 0)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aie2 = tile(0, 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fi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("in", shm0, aie2,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("out", aie2, shm0, 2,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@core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(aie2)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for _ in range_(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sys.maxsize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a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b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fo.acquire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for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in range_(TH):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for j in range_(TW):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  b[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= a[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j] + 1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fi.release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ObjectFifoPort.Consume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fo.release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ObjectFifoPort.Produce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1)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def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(fi,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sizes=[1, 1, TH, TW],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strides=[0, 0, MW, 1],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ctx.module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ACE10-0B26-A865-0ABC-53DD739E70AB}"/>
              </a:ext>
            </a:extLst>
          </p:cNvPr>
          <p:cNvSpPr/>
          <p:nvPr/>
        </p:nvSpPr>
        <p:spPr>
          <a:xfrm>
            <a:off x="258617" y="489527"/>
            <a:ext cx="6206837" cy="452581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231C7-D9F1-F7CB-8AE0-056212DDC3A3}"/>
              </a:ext>
            </a:extLst>
          </p:cNvPr>
          <p:cNvSpPr txBox="1"/>
          <p:nvPr/>
        </p:nvSpPr>
        <p:spPr>
          <a:xfrm>
            <a:off x="6927272" y="531151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Target device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BCD4E-0591-5128-5654-DA7339EF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F5AE34-F3B0-7B62-FDB9-21C86A46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189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A454B0-1990-F17D-5424-A1B46C8C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D55A74-11D0-6FF8-DC6C-42B228F15BFC}"/>
              </a:ext>
            </a:extLst>
          </p:cNvPr>
          <p:cNvSpPr txBox="1"/>
          <p:nvPr/>
        </p:nvSpPr>
        <p:spPr>
          <a:xfrm>
            <a:off x="378691" y="323273"/>
            <a:ext cx="5717309" cy="637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mlir_mod_ctx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  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AIEDevice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npu1_1col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device_body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ndarray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int32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]]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shm0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aie2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tile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fi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object_fifo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4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shm0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aie2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core_body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sys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maxsize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a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b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acquire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          for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4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range_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    b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a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j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Consume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release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ObjectFifoPort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Produce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400" b="1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runtime_sequence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mty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def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sequence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dati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shim_dma_single_bd_task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dato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sizes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TH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</a:rPr>
              <a:t>          </a:t>
            </a: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strides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=[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MW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],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Menlo" panose="020B0609030804020204" pitchFamily="49" charset="0"/>
              </a:rPr>
              <a:t>issue_token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dma_start_task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dma_await_task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out_task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dma_free_task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in_task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AA3731"/>
                </a:solidFill>
                <a:effectLst/>
                <a:latin typeface="Menlo" panose="020B0609030804020204" pitchFamily="49" charset="0"/>
              </a:rPr>
              <a:t>  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ctx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sz="14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763178-D240-B202-9D75-16DA0989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53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54E09B5-6CB2-813C-86BD-12C1E026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750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51ED-EDE4-8310-A622-2BAAE97F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Goals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98F2500-B0EA-A57F-A264-6ABF3940D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79513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6F1BC-CCB3-C335-C34B-D32E618F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5801-FFA6-864F-87A0-2DCEC86DCE96}" type="slidenum">
              <a:rPr lang="en-US" smtClean="0"/>
              <a:t>54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854A-41D4-3709-DD8A-5A3E4DE4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4290F1-8509-05D3-39C9-493DE653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B11B-967E-60E6-2121-4A91F47C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Tensor Access Pattern Tools: </a:t>
            </a:r>
            <a:r>
              <a:rPr lang="en-US" sz="33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TensorTiler2D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97671-1124-5D51-EC94-6DD0D418CA89}"/>
              </a:ext>
            </a:extLst>
          </p:cNvPr>
          <p:cNvSpPr txBox="1"/>
          <p:nvPr/>
        </p:nvSpPr>
        <p:spPr>
          <a:xfrm>
            <a:off x="5492144" y="1181910"/>
            <a:ext cx="4966107" cy="15949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 lang="en-US" sz="11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from </a:t>
            </a:r>
            <a:r>
              <a:rPr lang="en-US" sz="1100" b="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aie.helpers.taplib</a:t>
            </a:r>
            <a:r>
              <a:rPr lang="en-US" sz="11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import TensorTiler2D</a:t>
            </a:r>
          </a:p>
          <a:p>
            <a:pPr>
              <a:lnSpc>
                <a:spcPts val="1350"/>
              </a:lnSpc>
            </a:pPr>
            <a:r>
              <a:rPr lang="en-US" sz="1100" b="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taps = </a:t>
            </a:r>
            <a:r>
              <a:rPr lang="en-US" sz="11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TensorTiler2D.step_tiler(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(4, 8), 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accent4"/>
                </a:solidFill>
                <a:effectLst/>
                <a:latin typeface="Menlo" panose="020B0609030804020204" pitchFamily="49" charset="0"/>
              </a:rPr>
              <a:t>    (1, 1), 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b="1" dirty="0" err="1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tile_group_repeats</a:t>
            </a:r>
            <a:r>
              <a:rPr lang="en-US" sz="1100" b="1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=[2, 3], 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accent6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b="1" dirty="0" err="1">
                <a:solidFill>
                  <a:schemeClr val="accent6"/>
                </a:solidFill>
                <a:effectLst/>
                <a:latin typeface="Menlo" panose="020B0609030804020204" pitchFamily="49" charset="0"/>
              </a:rPr>
              <a:t>tile_group_steps</a:t>
            </a:r>
            <a:r>
              <a:rPr lang="en-US" sz="1100" b="1" dirty="0">
                <a:solidFill>
                  <a:schemeClr val="accent6"/>
                </a:solidFill>
                <a:effectLst/>
                <a:latin typeface="Menlo" panose="020B0609030804020204" pitchFamily="49" charset="0"/>
              </a:rPr>
              <a:t>=[2, 2], 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b="1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allow_partial</a:t>
            </a:r>
            <a:r>
              <a:rPr lang="en-US" sz="1100" b="1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B38843-D96A-C407-8D82-3DBA1209B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11" t="9423" r="7969" b="2449"/>
          <a:stretch/>
        </p:blipFill>
        <p:spPr>
          <a:xfrm>
            <a:off x="974523" y="2903973"/>
            <a:ext cx="2939199" cy="27532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CD1DB2-1AAC-9D40-9024-A8717A8271F4}"/>
              </a:ext>
            </a:extLst>
          </p:cNvPr>
          <p:cNvSpPr txBox="1"/>
          <p:nvPr/>
        </p:nvSpPr>
        <p:spPr>
          <a:xfrm>
            <a:off x="1028684" y="3122498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53AE2-2C9E-38A1-ADFE-5FC5A3A45DBB}"/>
              </a:ext>
            </a:extLst>
          </p:cNvPr>
          <p:cNvSpPr txBox="1"/>
          <p:nvPr/>
        </p:nvSpPr>
        <p:spPr>
          <a:xfrm>
            <a:off x="1724904" y="3119960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4F49-024B-CCF8-89E3-9827B33DDF4D}"/>
              </a:ext>
            </a:extLst>
          </p:cNvPr>
          <p:cNvSpPr txBox="1"/>
          <p:nvPr/>
        </p:nvSpPr>
        <p:spPr>
          <a:xfrm>
            <a:off x="2424026" y="3123753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C0ABBA-9597-463A-0E10-326C6CEF8BBB}"/>
              </a:ext>
            </a:extLst>
          </p:cNvPr>
          <p:cNvSpPr txBox="1"/>
          <p:nvPr/>
        </p:nvSpPr>
        <p:spPr>
          <a:xfrm>
            <a:off x="1028684" y="4500796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1696C4-8026-16B7-36E7-78F0B18FE311}"/>
              </a:ext>
            </a:extLst>
          </p:cNvPr>
          <p:cNvSpPr txBox="1"/>
          <p:nvPr/>
        </p:nvSpPr>
        <p:spPr>
          <a:xfrm>
            <a:off x="1724904" y="4498258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BB98A-4E88-E755-2E7F-B572EC37C7BB}"/>
              </a:ext>
            </a:extLst>
          </p:cNvPr>
          <p:cNvSpPr txBox="1"/>
          <p:nvPr/>
        </p:nvSpPr>
        <p:spPr>
          <a:xfrm>
            <a:off x="2424026" y="4502051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4"/>
                </a:solidFill>
              </a:rPr>
              <a:t>1x1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78057A-6763-57F6-1EE5-F38C0AC602D5}"/>
              </a:ext>
            </a:extLst>
          </p:cNvPr>
          <p:cNvSpPr txBox="1"/>
          <p:nvPr/>
        </p:nvSpPr>
        <p:spPr>
          <a:xfrm>
            <a:off x="1954807" y="2466244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5"/>
                </a:solidFill>
              </a:rPr>
              <a:t>x3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927D01-F697-469B-DF76-1D8ADB459A67}"/>
              </a:ext>
            </a:extLst>
          </p:cNvPr>
          <p:cNvSpPr txBox="1"/>
          <p:nvPr/>
        </p:nvSpPr>
        <p:spPr>
          <a:xfrm>
            <a:off x="540751" y="4139920"/>
            <a:ext cx="637636" cy="28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5"/>
                </a:solidFill>
              </a:rPr>
              <a:t>x2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0D49D-EECC-BF01-D7F5-BD6231FDAF22}"/>
              </a:ext>
            </a:extLst>
          </p:cNvPr>
          <p:cNvSpPr txBox="1"/>
          <p:nvPr/>
        </p:nvSpPr>
        <p:spPr>
          <a:xfrm>
            <a:off x="974523" y="2642016"/>
            <a:ext cx="8130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6"/>
                </a:solidFill>
              </a:rPr>
              <a:t>Step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04DC77-8038-E7FC-30A7-D72466E72D51}"/>
              </a:ext>
            </a:extLst>
          </p:cNvPr>
          <p:cNvSpPr txBox="1"/>
          <p:nvPr/>
        </p:nvSpPr>
        <p:spPr>
          <a:xfrm>
            <a:off x="215586" y="3540718"/>
            <a:ext cx="8130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>
                <a:solidFill>
                  <a:schemeClr val="accent6"/>
                </a:solidFill>
              </a:rPr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95944063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C7FC2F-F338-FA1D-CBFF-4B72DDB6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537E-B7CB-BE17-7DFA-F4EB739A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Tensor Access Pattern Tools: </a:t>
            </a:r>
            <a:r>
              <a:rPr lang="en-US" sz="33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TensorTiler2D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94807-D36B-45B7-CE92-22C162F708F7}"/>
              </a:ext>
            </a:extLst>
          </p:cNvPr>
          <p:cNvSpPr txBox="1"/>
          <p:nvPr/>
        </p:nvSpPr>
        <p:spPr>
          <a:xfrm>
            <a:off x="5493006" y="1181909"/>
            <a:ext cx="4966107" cy="19540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 lang="en-US" sz="11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from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aie.helpers.taplib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import TensorTiler2D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taps = TensorTiler2D.step_tiler(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(4, 8),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(1, 1),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tile_group_repeats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=[2, 3],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tile_group_steps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=[2, 2],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allow_partial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</a:pPr>
            <a:endParaRPr lang="en-US" sz="1100" dirty="0">
              <a:solidFill>
                <a:schemeClr val="accent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1"/>
                </a:solidFill>
                <a:latin typeface="Menlo" panose="020B0609030804020204" pitchFamily="49" charset="0"/>
              </a:rPr>
              <a:t>  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taps.visualize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187042-13A9-4E05-29AC-40527EFD40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95"/>
          <a:stretch/>
        </p:blipFill>
        <p:spPr>
          <a:xfrm>
            <a:off x="742691" y="2381459"/>
            <a:ext cx="4271416" cy="39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8348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6C085C-D8F8-ACFF-21A3-DED6886F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E7DE-B69F-9E9F-2F43-6F275489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Tensor Access Pattern Tools: </a:t>
            </a:r>
            <a:r>
              <a:rPr lang="en-US" sz="33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TensorTiler2D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2D4DA-9D69-34C5-7B1F-C9B0251B04CE}"/>
              </a:ext>
            </a:extLst>
          </p:cNvPr>
          <p:cNvSpPr txBox="1"/>
          <p:nvPr/>
        </p:nvSpPr>
        <p:spPr>
          <a:xfrm>
            <a:off x="5493006" y="1181909"/>
            <a:ext cx="4966107" cy="30312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 lang="en-US" sz="1100" dirty="0">
              <a:solidFill>
                <a:schemeClr val="bg2">
                  <a:lumMod val="75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from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aie.helpers.taplib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import TensorTiler2D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taps = TensorTiler2D.step_tiler(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(4, 8),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(1, 1),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tile_group_repeats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=[2, 3],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tile_group_steps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=[2, 2], </a:t>
            </a:r>
          </a:p>
          <a:p>
            <a:pPr>
              <a:lnSpc>
                <a:spcPts val="1350"/>
              </a:lnSpc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allow_partial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=True)</a:t>
            </a:r>
          </a:p>
          <a:p>
            <a:pPr>
              <a:lnSpc>
                <a:spcPts val="1350"/>
              </a:lnSpc>
            </a:pPr>
            <a:endParaRPr lang="en-US" sz="1100" b="1" dirty="0">
              <a:solidFill>
                <a:schemeClr val="accent4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anim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taps.animate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</a:pPr>
            <a:endParaRPr lang="en-US" sz="11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 # View in notebook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 HTML(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anim.to_jshtml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ts val="1350"/>
              </a:lnSpc>
            </a:pPr>
            <a:b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</a:b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 # Save to file</a:t>
            </a:r>
          </a:p>
          <a:p>
            <a:pPr>
              <a:lnSpc>
                <a:spcPts val="1350"/>
              </a:lnSpc>
            </a:pP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anim.save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US" sz="11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myfile.gif</a:t>
            </a:r>
            <a:r>
              <a:rPr lang="en-US" sz="11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")</a:t>
            </a:r>
          </a:p>
          <a:p>
            <a:pPr>
              <a:lnSpc>
                <a:spcPts val="1350"/>
              </a:lnSpc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5E784-82F5-FC6A-013E-D7ACEFD65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3"/>
          <a:stretch/>
        </p:blipFill>
        <p:spPr>
          <a:xfrm>
            <a:off x="786798" y="2308470"/>
            <a:ext cx="4250735" cy="39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9128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9232</TotalTime>
  <Words>9357</Words>
  <Application>Microsoft Office PowerPoint</Application>
  <PresentationFormat>Widescreen</PresentationFormat>
  <Paragraphs>1601</Paragraphs>
  <Slides>57</Slides>
  <Notes>30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Aptos</vt:lpstr>
      <vt:lpstr>Aptos Display</vt:lpstr>
      <vt:lpstr>Arial</vt:lpstr>
      <vt:lpstr>Helvetica</vt:lpstr>
      <vt:lpstr>Menlo</vt:lpstr>
      <vt:lpstr>Segoe UI</vt:lpstr>
      <vt:lpstr>Office Theme</vt:lpstr>
      <vt:lpstr>Programming Abstractions for AMD XNDATM NPUs</vt:lpstr>
      <vt:lpstr>Agenda</vt:lpstr>
      <vt:lpstr>Agenda</vt:lpstr>
      <vt:lpstr>Background on AMD XNDATM NPUs </vt:lpstr>
      <vt:lpstr>Background on AMD XNDATM NPUs </vt:lpstr>
      <vt:lpstr>Background on AMD XNDATM NPUs </vt:lpstr>
      <vt:lpstr>Background on AMD XNDATM NPUs </vt:lpstr>
      <vt:lpstr>Background on AMD XNDATM NPUs </vt:lpstr>
      <vt:lpstr>Background on AMD XNDATM NPUs </vt:lpstr>
      <vt:lpstr>Background on AMD XNDATM NPUs </vt:lpstr>
      <vt:lpstr>An NPU design needs…</vt:lpstr>
      <vt:lpstr>An NPU design needs…</vt:lpstr>
      <vt:lpstr>An NPU design needs…</vt:lpstr>
      <vt:lpstr>IRON: Open-source toolkit for AMD XDNATM NPUs</vt:lpstr>
      <vt:lpstr>IRON Example: Matrix Scalar Add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Extensions to IRON</vt:lpstr>
      <vt:lpstr>Distance from MLIR</vt:lpstr>
      <vt:lpstr>Distance from MLIR</vt:lpstr>
      <vt:lpstr>Refined Constructs</vt:lpstr>
      <vt:lpstr>Refined Constructs</vt:lpstr>
      <vt:lpstr>Refined Constructs</vt:lpstr>
      <vt:lpstr>Refined Constructs</vt:lpstr>
      <vt:lpstr>Refined Constructs</vt:lpstr>
      <vt:lpstr>Refined Constructs</vt:lpstr>
      <vt:lpstr>Extensibility</vt:lpstr>
      <vt:lpstr>Extensibility</vt:lpstr>
      <vt:lpstr>Extensibility</vt:lpstr>
      <vt:lpstr>Agenda</vt:lpstr>
      <vt:lpstr>27 Sample designs</vt:lpstr>
      <vt:lpstr>Designer Efficiency – Decrease in single lines of code (SLOC)</vt:lpstr>
      <vt:lpstr>Designer Efficiency – Decreases in Halstead vocabulary (top) and effort (bottom)</vt:lpstr>
      <vt:lpstr>SequentialPlacer</vt:lpstr>
      <vt:lpstr>TensorTiler2D</vt:lpstr>
      <vt:lpstr>Matrix Multiplication Visualization of Runtime DMA Ops</vt:lpstr>
      <vt:lpstr>Agenda</vt:lpstr>
      <vt:lpstr>Future Work</vt:lpstr>
      <vt:lpstr>Questions?</vt:lpstr>
      <vt:lpstr>Efficiency, Expressivity, and Extensibility in a Close-to-Metal NPU Programming Interface</vt:lpstr>
      <vt:lpstr>PowerPoint Presentation</vt:lpstr>
      <vt:lpstr>PowerPoint Presentation</vt:lpstr>
      <vt:lpstr>Goals</vt:lpstr>
      <vt:lpstr>Tensor Access Pattern Tools: TensorTiler2D</vt:lpstr>
      <vt:lpstr>Tensor Access Pattern Tools: TensorTiler2D</vt:lpstr>
      <vt:lpstr>Tensor Access Pattern Tools: TensorTiler2D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 Hunhoff</dc:creator>
  <cp:lastModifiedBy>Eric Keller</cp:lastModifiedBy>
  <cp:revision>32</cp:revision>
  <dcterms:created xsi:type="dcterms:W3CDTF">2025-04-24T13:51:25Z</dcterms:created>
  <dcterms:modified xsi:type="dcterms:W3CDTF">2025-12-08T21:48:11Z</dcterms:modified>
</cp:coreProperties>
</file>